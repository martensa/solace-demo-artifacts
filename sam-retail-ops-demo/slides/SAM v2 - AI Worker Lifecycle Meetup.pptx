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2.svg" ContentType="image/svg+xml"/>
  <Override PartName="/ppt/media/image3.svg" ContentType="image/svg+xml"/>
  <Override PartName="/ppt/media/image31.svg" ContentType="image/svg+xml"/>
  <Override PartName="/ppt/media/image32.svg" ContentType="image/svg+xml"/>
  <Override PartName="/ppt/media/image33.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6.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0" r:id="rId5"/>
    <p:sldMasterId id="2147483761" r:id="rId6"/>
  </p:sldMasterIdLst>
  <p:notesMasterIdLst>
    <p:notesMasterId r:id="rId9"/>
  </p:notesMasterIdLst>
  <p:sldIdLst>
    <p:sldId id="258" r:id="rId7"/>
    <p:sldId id="311" r:id="rId8"/>
    <p:sldId id="31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74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E8858F5-D1AE-7179-FEBE-A4E040C90DB2}" v="49" dt="2025-07-08T13:51:20.1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824"/>
    <p:restoredTop sz="94583"/>
  </p:normalViewPr>
  <p:slideViewPr>
    <p:cSldViewPr snapToGrid="0">
      <p:cViewPr varScale="1">
        <p:scale>
          <a:sx n="133" d="100"/>
          <a:sy n="133" d="100"/>
        </p:scale>
        <p:origin x="1680" y="184"/>
      </p:cViewPr>
      <p:guideLst>
        <p:guide orient="horz" pos="3748"/>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8AAD14-9C34-4AA5-B94E-6692F6349C36}" type="datetimeFigureOut">
              <a:rPr lang="en-US" smtClean="0"/>
              <a:t>8/3/26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CB7F935-64E3-4FF9-8DEF-2D51FA78877D}" type="slidenum">
              <a:rPr lang="en-US" smtClean="0"/>
              <a:t>‹Nr.›</a:t>
            </a:fld>
            <a:endParaRPr lang="en-US"/>
          </a:p>
        </p:txBody>
      </p:sp>
    </p:spTree>
    <p:extLst>
      <p:ext uri="{BB962C8B-B14F-4D97-AF65-F5344CB8AC3E}">
        <p14:creationId xmlns:p14="http://schemas.microsoft.com/office/powerpoint/2010/main" val="13365975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AFF6E-C83F-8F6D-FAA9-6348B152E4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DE8F5D-804C-7604-621C-F5AE2DB48BA0}"/>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125E436-ADB7-2B04-1BDC-4FC761F28C7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A0AF706-5D86-E111-E475-8AC1DAB9607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B7F935-64E3-4FF9-8DEF-2D51FA78877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527774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High-level scenario, based on the POS analytics use case from the blog (blog.alexandermartens.de / github.com/martensa/solace-sam-demos, sam-retail). Retail stores stream POSLOG receipts through the Solace event mesh into MongoDB (pre-seeded in the demo); PDM, OMS and CRM stay in Postgres and are reached through SQL-connector query experts.</a:t>
            </a:r>
          </a:p>
          <a:p/>
          <a:p>
            <a:r>
              <a:t>Demo flow: (1) the browser shop publishes an order event onto the same mesh (sam VPN), (2) the shop-events entrypoint hands a failed order to the Orchestrator (on SAM 2.348.22 an event rule still cannot hand its prompt to a workflow, so order-incident-report stays the SOP view in the UI), (3) OMS, PDM and the newly built POS analyst investigate in parallel, (4) the Order Incident Reporter merges their findings into one incident report, published back as an event - visible in the shop and, as a task, in SAM UI Activities of the operations persona; developers then confirm the root cause in Claude Code through the MCP entrypoint. Measured on 2.348.22 (2026-09-21): incident report 175 s after the failed order; created-order confirmation 5.9 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sv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7.svg"/><Relationship Id="rId4" Type="http://schemas.openxmlformats.org/officeDocument/2006/relationships/image" Target="../media/image5.svg"/><Relationship Id="rId5" Type="http://schemas.openxmlformats.org/officeDocument/2006/relationships/image" Target="../media/image8.svg"/><Relationship Id="rId6" Type="http://schemas.openxmlformats.org/officeDocument/2006/relationships/image" Target="../media/image6.sv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9.svg"/><Relationship Id="rId5" Type="http://schemas.openxmlformats.org/officeDocument/2006/relationships/image" Target="../media/image10.sv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 Id="rId3" Type="http://schemas.openxmlformats.org/officeDocument/2006/relationships/image" Target="../media/image12.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 Id="rId3" Type="http://schemas.openxmlformats.org/officeDocument/2006/relationships/image" Target="../media/image12.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sv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sv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sv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svg"/><Relationship Id="rId3" Type="http://schemas.openxmlformats.org/officeDocument/2006/relationships/image" Target="../media/image4.svg"/><Relationship Id="rId4" Type="http://schemas.openxmlformats.org/officeDocument/2006/relationships/image" Target="../media/image5.svg"/><Relationship Id="rId5" Type="http://schemas.openxmlformats.org/officeDocument/2006/relationships/image" Target="../media/image6.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svg"/><Relationship Id="rId3" Type="http://schemas.openxmlformats.org/officeDocument/2006/relationships/image" Target="../media/image12.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svg"/><Relationship Id="rId3" Type="http://schemas.openxmlformats.org/officeDocument/2006/relationships/image" Target="../media/image12.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sv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sv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sv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sv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1.sv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4.svg"/><Relationship Id="rId3" Type="http://schemas.openxmlformats.org/officeDocument/2006/relationships/image" Target="../media/image15.svg"/><Relationship Id="rId4" Type="http://schemas.openxmlformats.org/officeDocument/2006/relationships/image" Target="../media/image16.sv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lue Cover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3" y="333375"/>
            <a:ext cx="6553199" cy="2519362"/>
          </a:xfrm>
          <a:prstGeom prst="rect">
            <a:avLst/>
          </a:prstGeom>
        </p:spPr>
        <p:txBody>
          <a:bodyPr anchor="b"/>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550865" y="3645024"/>
            <a:ext cx="4681136" cy="792485"/>
          </a:xfrm>
          <a:prstGeom prst="rect">
            <a:avLst/>
          </a:prstGeo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20000"/>
              </a:lnSpc>
              <a:spcBef>
                <a:spcPts val="0"/>
              </a:spcBef>
              <a:spcAft>
                <a:spcPts val="765"/>
              </a:spcAft>
              <a:buClrTx/>
              <a:buSzTx/>
              <a:buFont typeface="Arial" panose="020B0604020202020204" pitchFamily="34" charset="0"/>
              <a:buNone/>
              <a:tabLst/>
              <a:defRPr/>
            </a:pPr>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550863" y="4581128"/>
            <a:ext cx="4681537" cy="143272"/>
          </a:xfrm>
        </p:spPr>
        <p:txBody>
          <a:bodyPr>
            <a:noAutofit/>
          </a:bodyPr>
          <a:lstStyle>
            <a:lvl1pPr algn="l">
              <a:lnSpc>
                <a:spcPct val="100000"/>
              </a:lnSpc>
              <a:defRPr sz="1200" b="0"/>
            </a:lvl1pPr>
            <a:lvl2pPr marL="7937" indent="0">
              <a:buNone/>
              <a:defRPr/>
            </a:lvl2pPr>
          </a:lstStyle>
          <a:p>
            <a:pPr lvl="0"/>
            <a:r>
              <a:rPr lang="en-US"/>
              <a:t>Click to edit Master text styles</a:t>
            </a:r>
          </a:p>
        </p:txBody>
      </p:sp>
      <p:grpSp>
        <p:nvGrpSpPr>
          <p:cNvPr id="5" name="Group 4">
            <a:extLst>
              <a:ext uri="{FF2B5EF4-FFF2-40B4-BE49-F238E27FC236}">
                <a16:creationId xmlns:a16="http://schemas.microsoft.com/office/drawing/2014/main" id="{A1AD8619-1568-0CFD-C7E3-242C3DE38596}"/>
              </a:ext>
            </a:extLst>
          </p:cNvPr>
          <p:cNvGrpSpPr/>
          <p:nvPr userDrawn="1"/>
        </p:nvGrpSpPr>
        <p:grpSpPr>
          <a:xfrm>
            <a:off x="6737333" y="698369"/>
            <a:ext cx="4474935" cy="4874457"/>
            <a:chOff x="6737333" y="698369"/>
            <a:chExt cx="4474935" cy="4874457"/>
          </a:xfrm>
        </p:grpSpPr>
        <p:grpSp>
          <p:nvGrpSpPr>
            <p:cNvPr id="9" name="Graphic 4">
              <a:extLst>
                <a:ext uri="{FF2B5EF4-FFF2-40B4-BE49-F238E27FC236}">
                  <a16:creationId xmlns:a16="http://schemas.microsoft.com/office/drawing/2014/main" id="{EADB2D2F-9444-66C5-C6EE-E12200987125}"/>
                </a:ext>
              </a:extLst>
            </p:cNvPr>
            <p:cNvGrpSpPr/>
            <p:nvPr/>
          </p:nvGrpSpPr>
          <p:grpSpPr>
            <a:xfrm>
              <a:off x="7320136" y="1683190"/>
              <a:ext cx="3892132" cy="3889636"/>
              <a:chOff x="7325386" y="1673729"/>
              <a:chExt cx="3892132" cy="3889636"/>
            </a:xfrm>
            <a:gradFill flip="none" rotWithShape="1">
              <a:gsLst>
                <a:gs pos="0">
                  <a:schemeClr val="accent2"/>
                </a:gs>
                <a:gs pos="87000">
                  <a:srgbClr val="00C895">
                    <a:shade val="100000"/>
                    <a:satMod val="115000"/>
                  </a:srgbClr>
                </a:gs>
              </a:gsLst>
              <a:lin ang="2700000" scaled="1"/>
              <a:tileRect/>
            </a:gradFill>
          </p:grpSpPr>
          <p:sp>
            <p:nvSpPr>
              <p:cNvPr id="11" name="Freeform: Shape 10">
                <a:extLst>
                  <a:ext uri="{FF2B5EF4-FFF2-40B4-BE49-F238E27FC236}">
                    <a16:creationId xmlns:a16="http://schemas.microsoft.com/office/drawing/2014/main" id="{EBDE566C-25FD-A895-6657-ED42C0A47181}"/>
                  </a:ext>
                </a:extLst>
              </p:cNvPr>
              <p:cNvSpPr/>
              <p:nvPr/>
            </p:nvSpPr>
            <p:spPr>
              <a:xfrm>
                <a:off x="9228444" y="1673729"/>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4FB3BAD-906E-E58F-0082-953D2629D9D8}"/>
                  </a:ext>
                </a:extLst>
              </p:cNvPr>
              <p:cNvSpPr/>
              <p:nvPr/>
            </p:nvSpPr>
            <p:spPr>
              <a:xfrm>
                <a:off x="10222981"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9CDA2A48-77C3-CAF5-A7DF-667E562C4B92}"/>
                  </a:ext>
                </a:extLst>
              </p:cNvPr>
              <p:cNvSpPr/>
              <p:nvPr/>
            </p:nvSpPr>
            <p:spPr>
              <a:xfrm>
                <a:off x="9228444"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FBAF1911-4C0E-D6B5-F81A-9945196378B1}"/>
                  </a:ext>
                </a:extLst>
              </p:cNvPr>
              <p:cNvSpPr/>
              <p:nvPr/>
            </p:nvSpPr>
            <p:spPr>
              <a:xfrm>
                <a:off x="8319924" y="3574290"/>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BAD776E-B9B2-B179-4C9D-57439D43A231}"/>
                  </a:ext>
                </a:extLst>
              </p:cNvPr>
              <p:cNvSpPr/>
              <p:nvPr/>
            </p:nvSpPr>
            <p:spPr>
              <a:xfrm>
                <a:off x="8319924" y="4568828"/>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ECAC1F9-F42F-CF93-C835-0B906CD51CDF}"/>
                  </a:ext>
                </a:extLst>
              </p:cNvPr>
              <p:cNvSpPr/>
              <p:nvPr/>
            </p:nvSpPr>
            <p:spPr>
              <a:xfrm>
                <a:off x="9228444" y="3574290"/>
                <a:ext cx="1989075" cy="1989075"/>
              </a:xfrm>
              <a:custGeom>
                <a:avLst/>
                <a:gdLst>
                  <a:gd name="connsiteX0" fmla="*/ 1989075 w 1989075"/>
                  <a:gd name="connsiteY0" fmla="*/ 994538 h 1989075"/>
                  <a:gd name="connsiteX1" fmla="*/ 994537 w 1989075"/>
                  <a:gd name="connsiteY1" fmla="*/ 1989076 h 1989075"/>
                  <a:gd name="connsiteX2" fmla="*/ 0 w 1989075"/>
                  <a:gd name="connsiteY2" fmla="*/ 994538 h 1989075"/>
                  <a:gd name="connsiteX3" fmla="*/ 994537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7" y="1989076"/>
                    </a:cubicBezTo>
                    <a:cubicBezTo>
                      <a:pt x="445270" y="1989076"/>
                      <a:pt x="0" y="1543806"/>
                      <a:pt x="0" y="994538"/>
                    </a:cubicBezTo>
                    <a:cubicBezTo>
                      <a:pt x="0" y="445270"/>
                      <a:pt x="445270" y="0"/>
                      <a:pt x="994537" y="0"/>
                    </a:cubicBezTo>
                    <a:cubicBezTo>
                      <a:pt x="1543805" y="0"/>
                      <a:pt x="1989075" y="445270"/>
                      <a:pt x="1989075" y="994538"/>
                    </a:cubicBezTo>
                    <a:close/>
                  </a:path>
                </a:pathLst>
              </a:custGeom>
              <a:grpFill/>
              <a:ln w="1133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35C810C6-659F-D56E-5F00-AD730E8B00D6}"/>
                  </a:ext>
                </a:extLst>
              </p:cNvPr>
              <p:cNvSpPr/>
              <p:nvPr/>
            </p:nvSpPr>
            <p:spPr>
              <a:xfrm>
                <a:off x="7325386" y="1673729"/>
                <a:ext cx="1989075" cy="1989075"/>
              </a:xfrm>
              <a:custGeom>
                <a:avLst/>
                <a:gdLst>
                  <a:gd name="connsiteX0" fmla="*/ 1989075 w 1989075"/>
                  <a:gd name="connsiteY0" fmla="*/ 994538 h 1989075"/>
                  <a:gd name="connsiteX1" fmla="*/ 994538 w 1989075"/>
                  <a:gd name="connsiteY1" fmla="*/ 1989076 h 1989075"/>
                  <a:gd name="connsiteX2" fmla="*/ 0 w 1989075"/>
                  <a:gd name="connsiteY2" fmla="*/ 994538 h 1989075"/>
                  <a:gd name="connsiteX3" fmla="*/ 994538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8" y="1989076"/>
                    </a:cubicBezTo>
                    <a:cubicBezTo>
                      <a:pt x="445270" y="1989076"/>
                      <a:pt x="0" y="1543806"/>
                      <a:pt x="0" y="994538"/>
                    </a:cubicBezTo>
                    <a:cubicBezTo>
                      <a:pt x="0" y="445270"/>
                      <a:pt x="445270" y="0"/>
                      <a:pt x="994538" y="0"/>
                    </a:cubicBezTo>
                    <a:cubicBezTo>
                      <a:pt x="1543806" y="0"/>
                      <a:pt x="1989075" y="445270"/>
                      <a:pt x="1989075" y="994538"/>
                    </a:cubicBezTo>
                    <a:close/>
                  </a:path>
                </a:pathLst>
              </a:custGeom>
              <a:grpFill/>
              <a:ln w="11334" cap="flat">
                <a:noFill/>
                <a:prstDash val="solid"/>
                <a:miter/>
              </a:ln>
            </p:spPr>
            <p:txBody>
              <a:bodyPr rtlCol="0" anchor="ctr"/>
              <a:lstStyle/>
              <a:p>
                <a:endParaRPr lang="en-US"/>
              </a:p>
            </p:txBody>
          </p:sp>
        </p:grpSp>
        <p:grpSp>
          <p:nvGrpSpPr>
            <p:cNvPr id="20" name="Graphic 4">
              <a:extLst>
                <a:ext uri="{FF2B5EF4-FFF2-40B4-BE49-F238E27FC236}">
                  <a16:creationId xmlns:a16="http://schemas.microsoft.com/office/drawing/2014/main" id="{4637EBD0-0A65-1A9E-9B94-8E002C956ABD}"/>
                </a:ext>
              </a:extLst>
            </p:cNvPr>
            <p:cNvGrpSpPr/>
            <p:nvPr/>
          </p:nvGrpSpPr>
          <p:grpSpPr>
            <a:xfrm>
              <a:off x="8800171" y="698369"/>
              <a:ext cx="2346990" cy="2346990"/>
              <a:chOff x="8800171" y="698369"/>
              <a:chExt cx="2346990" cy="2346990"/>
            </a:xfrm>
            <a:noFill/>
          </p:grpSpPr>
          <p:sp>
            <p:nvSpPr>
              <p:cNvPr id="21" name="Freeform: Shape 20">
                <a:extLst>
                  <a:ext uri="{FF2B5EF4-FFF2-40B4-BE49-F238E27FC236}">
                    <a16:creationId xmlns:a16="http://schemas.microsoft.com/office/drawing/2014/main" id="{D445C54A-4DE6-4FDB-0409-3233EA9E2CF5}"/>
                  </a:ext>
                </a:extLst>
              </p:cNvPr>
              <p:cNvSpPr/>
              <p:nvPr/>
            </p:nvSpPr>
            <p:spPr>
              <a:xfrm>
                <a:off x="9386975" y="6983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DCB17952-E236-257C-115F-F8A6849002B3}"/>
                  </a:ext>
                </a:extLst>
              </p:cNvPr>
              <p:cNvSpPr/>
              <p:nvPr/>
            </p:nvSpPr>
            <p:spPr>
              <a:xfrm>
                <a:off x="9386975"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5E7FEC7-DE3B-C7B8-5178-3221C024C584}"/>
                  </a:ext>
                </a:extLst>
              </p:cNvPr>
              <p:cNvSpPr/>
              <p:nvPr/>
            </p:nvSpPr>
            <p:spPr>
              <a:xfrm>
                <a:off x="9973666" y="1285174"/>
                <a:ext cx="586690" cy="586690"/>
              </a:xfrm>
              <a:custGeom>
                <a:avLst/>
                <a:gdLst>
                  <a:gd name="connsiteX0" fmla="*/ 586691 w 586690"/>
                  <a:gd name="connsiteY0" fmla="*/ 293345 h 586690"/>
                  <a:gd name="connsiteX1" fmla="*/ 293346 w 586690"/>
                  <a:gd name="connsiteY1" fmla="*/ 586691 h 586690"/>
                  <a:gd name="connsiteX2" fmla="*/ 0 w 586690"/>
                  <a:gd name="connsiteY2" fmla="*/ 293345 h 586690"/>
                  <a:gd name="connsiteX3" fmla="*/ 293346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6" y="586691"/>
                    </a:cubicBezTo>
                    <a:cubicBezTo>
                      <a:pt x="131335" y="586691"/>
                      <a:pt x="0" y="455356"/>
                      <a:pt x="0" y="293345"/>
                    </a:cubicBezTo>
                    <a:cubicBezTo>
                      <a:pt x="0" y="131335"/>
                      <a:pt x="131335" y="0"/>
                      <a:pt x="293346"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571F403-939D-278A-AB05-0EB5EE729202}"/>
                  </a:ext>
                </a:extLst>
              </p:cNvPr>
              <p:cNvSpPr/>
              <p:nvPr/>
            </p:nvSpPr>
            <p:spPr>
              <a:xfrm>
                <a:off x="10560470"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7107405-C7D2-7477-2F73-FBF9247E1387}"/>
                  </a:ext>
                </a:extLst>
              </p:cNvPr>
              <p:cNvSpPr/>
              <p:nvPr/>
            </p:nvSpPr>
            <p:spPr>
              <a:xfrm>
                <a:off x="9386975"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DC92977-BAAF-E999-F66E-D64C015BE67A}"/>
                  </a:ext>
                </a:extLst>
              </p:cNvPr>
              <p:cNvSpPr/>
              <p:nvPr/>
            </p:nvSpPr>
            <p:spPr>
              <a:xfrm>
                <a:off x="8800171"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6BA0D48-A302-85F8-CF51-48E8520461E7}"/>
                  </a:ext>
                </a:extLst>
              </p:cNvPr>
              <p:cNvSpPr/>
              <p:nvPr/>
            </p:nvSpPr>
            <p:spPr>
              <a:xfrm>
                <a:off x="9386975" y="24586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grpSp>
        <p:grpSp>
          <p:nvGrpSpPr>
            <p:cNvPr id="28" name="Graphic 4">
              <a:extLst>
                <a:ext uri="{FF2B5EF4-FFF2-40B4-BE49-F238E27FC236}">
                  <a16:creationId xmlns:a16="http://schemas.microsoft.com/office/drawing/2014/main" id="{57DCCFA5-5216-1A5B-FC66-649362A8311D}"/>
                </a:ext>
              </a:extLst>
            </p:cNvPr>
            <p:cNvGrpSpPr/>
            <p:nvPr/>
          </p:nvGrpSpPr>
          <p:grpSpPr>
            <a:xfrm>
              <a:off x="6737333" y="3172458"/>
              <a:ext cx="1303316" cy="1303316"/>
              <a:chOff x="6737333" y="3172458"/>
              <a:chExt cx="1303316" cy="1303316"/>
            </a:xfrm>
            <a:noFill/>
          </p:grpSpPr>
          <p:sp>
            <p:nvSpPr>
              <p:cNvPr id="29" name="Freeform: Shape 28">
                <a:extLst>
                  <a:ext uri="{FF2B5EF4-FFF2-40B4-BE49-F238E27FC236}">
                    <a16:creationId xmlns:a16="http://schemas.microsoft.com/office/drawing/2014/main" id="{93E9BCAD-E497-6959-51B2-0AB8D5789CED}"/>
                  </a:ext>
                </a:extLst>
              </p:cNvPr>
              <p:cNvSpPr/>
              <p:nvPr/>
            </p:nvSpPr>
            <p:spPr>
              <a:xfrm>
                <a:off x="6737333" y="3498145"/>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8"/>
                      <a:pt x="325914" y="162957"/>
                    </a:cubicBezTo>
                    <a:close/>
                  </a:path>
                </a:pathLst>
              </a:custGeom>
              <a:noFill/>
              <a:ln w="6350" cap="flat">
                <a:solidFill>
                  <a:schemeClr val="accent2"/>
                </a:solid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1AE6032-29F7-5108-228B-F7B8FE072FAD}"/>
                  </a:ext>
                </a:extLst>
              </p:cNvPr>
              <p:cNvSpPr/>
              <p:nvPr/>
            </p:nvSpPr>
            <p:spPr>
              <a:xfrm>
                <a:off x="6737333"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6E191FA-566A-880B-D7D2-32F680102854}"/>
                  </a:ext>
                </a:extLst>
              </p:cNvPr>
              <p:cNvSpPr/>
              <p:nvPr/>
            </p:nvSpPr>
            <p:spPr>
              <a:xfrm>
                <a:off x="7714736"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06449FC7-9047-34B9-65AF-3D270D4B14CB}"/>
                  </a:ext>
                </a:extLst>
              </p:cNvPr>
              <p:cNvSpPr/>
              <p:nvPr/>
            </p:nvSpPr>
            <p:spPr>
              <a:xfrm>
                <a:off x="7388935"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D77283FD-A9DC-2A49-69A4-5A586EB28E44}"/>
                  </a:ext>
                </a:extLst>
              </p:cNvPr>
              <p:cNvSpPr/>
              <p:nvPr/>
            </p:nvSpPr>
            <p:spPr>
              <a:xfrm>
                <a:off x="7063134"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71E4D42-A322-8729-E291-C0CD8AC1B4FD}"/>
                  </a:ext>
                </a:extLst>
              </p:cNvPr>
              <p:cNvSpPr/>
              <p:nvPr/>
            </p:nvSpPr>
            <p:spPr>
              <a:xfrm>
                <a:off x="7063134" y="4149860"/>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6"/>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50380003-D777-5D86-A7B8-328984E5EDD0}"/>
                  </a:ext>
                </a:extLst>
              </p:cNvPr>
              <p:cNvSpPr/>
              <p:nvPr/>
            </p:nvSpPr>
            <p:spPr>
              <a:xfrm>
                <a:off x="7389048" y="3172458"/>
                <a:ext cx="651601" cy="651601"/>
              </a:xfrm>
              <a:custGeom>
                <a:avLst/>
                <a:gdLst>
                  <a:gd name="connsiteX0" fmla="*/ 651601 w 651601"/>
                  <a:gd name="connsiteY0" fmla="*/ 325801 h 651601"/>
                  <a:gd name="connsiteX1" fmla="*/ 325801 w 651601"/>
                  <a:gd name="connsiteY1" fmla="*/ 651602 h 651601"/>
                  <a:gd name="connsiteX2" fmla="*/ 0 w 651601"/>
                  <a:gd name="connsiteY2" fmla="*/ 325801 h 651601"/>
                  <a:gd name="connsiteX3" fmla="*/ 325801 w 651601"/>
                  <a:gd name="connsiteY3" fmla="*/ 0 h 651601"/>
                  <a:gd name="connsiteX4" fmla="*/ 651601 w 651601"/>
                  <a:gd name="connsiteY4" fmla="*/ 325801 h 6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601" h="651601">
                    <a:moveTo>
                      <a:pt x="651601" y="325801"/>
                    </a:moveTo>
                    <a:cubicBezTo>
                      <a:pt x="651601" y="505735"/>
                      <a:pt x="505735" y="651602"/>
                      <a:pt x="325801" y="651602"/>
                    </a:cubicBezTo>
                    <a:cubicBezTo>
                      <a:pt x="145866" y="651602"/>
                      <a:pt x="0" y="505735"/>
                      <a:pt x="0" y="325801"/>
                    </a:cubicBezTo>
                    <a:cubicBezTo>
                      <a:pt x="0" y="145866"/>
                      <a:pt x="145866" y="0"/>
                      <a:pt x="325801" y="0"/>
                    </a:cubicBezTo>
                    <a:cubicBezTo>
                      <a:pt x="505735" y="0"/>
                      <a:pt x="651601" y="145866"/>
                      <a:pt x="651601" y="325801"/>
                    </a:cubicBezTo>
                    <a:close/>
                  </a:path>
                </a:pathLst>
              </a:custGeom>
              <a:noFill/>
              <a:ln w="6350" cap="flat">
                <a:solidFill>
                  <a:schemeClr val="accent2"/>
                </a:solidFill>
                <a:prstDash val="solid"/>
                <a:miter/>
              </a:ln>
            </p:spPr>
            <p:txBody>
              <a:bodyPr rtlCol="0" anchor="ctr"/>
              <a:lstStyle/>
              <a:p>
                <a:endParaRPr lang="en-US"/>
              </a:p>
            </p:txBody>
          </p:sp>
        </p:grpSp>
      </p:grpSp>
      <p:cxnSp>
        <p:nvCxnSpPr>
          <p:cNvPr id="4" name="Straight Connector 3">
            <a:extLst>
              <a:ext uri="{FF2B5EF4-FFF2-40B4-BE49-F238E27FC236}">
                <a16:creationId xmlns:a16="http://schemas.microsoft.com/office/drawing/2014/main" id="{3F797B7F-0B7F-FEF0-6F2A-C275E7852968}"/>
              </a:ext>
            </a:extLst>
          </p:cNvPr>
          <p:cNvCxnSpPr>
            <a:cxnSpLocks/>
          </p:cNvCxnSpPr>
          <p:nvPr userDrawn="1"/>
        </p:nvCxnSpPr>
        <p:spPr>
          <a:xfrm>
            <a:off x="0" y="3212976"/>
            <a:ext cx="3214688"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6" name="Footer Placeholder 5">
            <a:extLst>
              <a:ext uri="{FF2B5EF4-FFF2-40B4-BE49-F238E27FC236}">
                <a16:creationId xmlns:a16="http://schemas.microsoft.com/office/drawing/2014/main" id="{FD257B8C-84F1-6608-2414-E793D5A86270}"/>
              </a:ext>
            </a:extLst>
          </p:cNvPr>
          <p:cNvSpPr>
            <a:spLocks noGrp="1"/>
          </p:cNvSpPr>
          <p:nvPr>
            <p:ph type="ftr" sz="quarter" idx="11"/>
          </p:nvPr>
        </p:nvSpPr>
        <p:spPr/>
        <p:txBody>
          <a:bodyPr/>
          <a:lstStyle/>
          <a:p>
            <a:r>
              <a:rPr lang="en-US"/>
              <a:t>© Solace   |   Proprietary &amp; Confidential</a:t>
            </a:r>
          </a:p>
        </p:txBody>
      </p:sp>
      <p:sp>
        <p:nvSpPr>
          <p:cNvPr id="14" name="Slide Number Placeholder 13">
            <a:extLst>
              <a:ext uri="{FF2B5EF4-FFF2-40B4-BE49-F238E27FC236}">
                <a16:creationId xmlns:a16="http://schemas.microsoft.com/office/drawing/2014/main" id="{986FFBFB-2955-33FD-319C-D9E78EC46E78}"/>
              </a:ext>
            </a:extLst>
          </p:cNvPr>
          <p:cNvSpPr>
            <a:spLocks noGrp="1"/>
          </p:cNvSpPr>
          <p:nvPr>
            <p:ph type="sldNum" sz="quarter" idx="12"/>
          </p:nvPr>
        </p:nvSpPr>
        <p:spPr/>
        <p:txBody>
          <a:bodyPr/>
          <a:lstStyle>
            <a:lvl1pPr>
              <a:defRPr sz="700" b="1"/>
            </a:lvl1pPr>
          </a:lstStyle>
          <a:p>
            <a:fld id="{059D0BDF-8BE7-4C3F-9009-83FAF1F2140A}" type="slidenum">
              <a:rPr lang="en-US" smtClean="0"/>
              <a:pPr/>
              <a:t>‹Nr.›</a:t>
            </a:fld>
            <a:endParaRPr lang="en-US"/>
          </a:p>
        </p:txBody>
      </p:sp>
    </p:spTree>
    <p:extLst>
      <p:ext uri="{BB962C8B-B14F-4D97-AF65-F5344CB8AC3E}">
        <p14:creationId xmlns:p14="http://schemas.microsoft.com/office/powerpoint/2010/main" val="887156975"/>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White Cover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3" y="333375"/>
            <a:ext cx="6553199" cy="2519362"/>
          </a:xfrm>
          <a:prstGeom prst="rect">
            <a:avLst/>
          </a:prstGeom>
        </p:spPr>
        <p:txBody>
          <a:bodyPr anchor="b"/>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550865" y="3645024"/>
            <a:ext cx="4681536" cy="792485"/>
          </a:xfrm>
          <a:prstGeom prst="rect">
            <a:avLst/>
          </a:prstGeo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20000"/>
              </a:lnSpc>
              <a:spcBef>
                <a:spcPts val="0"/>
              </a:spcBef>
              <a:spcAft>
                <a:spcPts val="765"/>
              </a:spcAft>
              <a:buClrTx/>
              <a:buSzTx/>
              <a:buFont typeface="Arial" panose="020B0604020202020204" pitchFamily="34" charset="0"/>
              <a:buNone/>
              <a:tabLst/>
              <a:defRPr/>
            </a:pPr>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550862" y="4581000"/>
            <a:ext cx="4681137" cy="143394"/>
          </a:xfrm>
        </p:spPr>
        <p:txBody>
          <a:bodyPr>
            <a:noAutofit/>
          </a:bodyPr>
          <a:lstStyle>
            <a:lvl1pPr algn="l">
              <a:lnSpc>
                <a:spcPct val="100000"/>
              </a:lnSpc>
              <a:spcAft>
                <a:spcPts val="0"/>
              </a:spcAft>
              <a:defRPr sz="1200" b="0"/>
            </a:lvl1pPr>
            <a:lvl2pPr marL="7937" indent="0">
              <a:buNone/>
              <a:defRPr/>
            </a:lvl2pPr>
          </a:lstStyle>
          <a:p>
            <a:pPr lvl="0"/>
            <a:r>
              <a:rPr lang="en-US"/>
              <a:t>Click to edit Master text styles</a:t>
            </a:r>
          </a:p>
        </p:txBody>
      </p:sp>
      <p:grpSp>
        <p:nvGrpSpPr>
          <p:cNvPr id="5" name="Group 4">
            <a:extLst>
              <a:ext uri="{FF2B5EF4-FFF2-40B4-BE49-F238E27FC236}">
                <a16:creationId xmlns:a16="http://schemas.microsoft.com/office/drawing/2014/main" id="{B59E6556-57B1-B408-D804-9FA5BC1308C4}"/>
              </a:ext>
            </a:extLst>
          </p:cNvPr>
          <p:cNvGrpSpPr/>
          <p:nvPr userDrawn="1"/>
        </p:nvGrpSpPr>
        <p:grpSpPr>
          <a:xfrm>
            <a:off x="5797318" y="332656"/>
            <a:ext cx="6276674" cy="5843298"/>
            <a:chOff x="5797318" y="332656"/>
            <a:chExt cx="6276674" cy="5843298"/>
          </a:xfrm>
        </p:grpSpPr>
        <p:sp>
          <p:nvSpPr>
            <p:cNvPr id="43" name="Graphic 41">
              <a:extLst>
                <a:ext uri="{FF2B5EF4-FFF2-40B4-BE49-F238E27FC236}">
                  <a16:creationId xmlns:a16="http://schemas.microsoft.com/office/drawing/2014/main" id="{969F7A7C-F56B-5EA2-CEDB-C3018FB3E56D}"/>
                </a:ext>
              </a:extLst>
            </p:cNvPr>
            <p:cNvSpPr/>
            <p:nvPr/>
          </p:nvSpPr>
          <p:spPr>
            <a:xfrm>
              <a:off x="7885325" y="1731404"/>
              <a:ext cx="3755291" cy="3755291"/>
            </a:xfrm>
            <a:custGeom>
              <a:avLst/>
              <a:gdLst>
                <a:gd name="connsiteX0" fmla="*/ 2816541 w 3755291"/>
                <a:gd name="connsiteY0" fmla="*/ 1877789 h 3755291"/>
                <a:gd name="connsiteX1" fmla="*/ 1877789 w 3755291"/>
                <a:gd name="connsiteY1" fmla="*/ 2816541 h 3755291"/>
                <a:gd name="connsiteX2" fmla="*/ 2816541 w 3755291"/>
                <a:gd name="connsiteY2" fmla="*/ 3755292 h 3755291"/>
                <a:gd name="connsiteX3" fmla="*/ 3755292 w 3755291"/>
                <a:gd name="connsiteY3" fmla="*/ 2816541 h 3755291"/>
                <a:gd name="connsiteX4" fmla="*/ 2816541 w 3755291"/>
                <a:gd name="connsiteY4" fmla="*/ 1877789 h 3755291"/>
                <a:gd name="connsiteX5" fmla="*/ 938752 w 3755291"/>
                <a:gd name="connsiteY5" fmla="*/ 1877789 h 3755291"/>
                <a:gd name="connsiteX6" fmla="*/ 0 w 3755291"/>
                <a:gd name="connsiteY6" fmla="*/ 2816541 h 3755291"/>
                <a:gd name="connsiteX7" fmla="*/ 938752 w 3755291"/>
                <a:gd name="connsiteY7" fmla="*/ 3755292 h 3755291"/>
                <a:gd name="connsiteX8" fmla="*/ 1877503 w 3755291"/>
                <a:gd name="connsiteY8" fmla="*/ 2816541 h 3755291"/>
                <a:gd name="connsiteX9" fmla="*/ 938752 w 3755291"/>
                <a:gd name="connsiteY9" fmla="*/ 1877789 h 3755291"/>
                <a:gd name="connsiteX10" fmla="*/ 2816541 w 3755291"/>
                <a:gd name="connsiteY10" fmla="*/ 1877789 h 3755291"/>
                <a:gd name="connsiteX11" fmla="*/ 3755292 w 3755291"/>
                <a:gd name="connsiteY11" fmla="*/ 939038 h 3755291"/>
                <a:gd name="connsiteX12" fmla="*/ 2816541 w 3755291"/>
                <a:gd name="connsiteY12" fmla="*/ 0 h 3755291"/>
                <a:gd name="connsiteX13" fmla="*/ 1877789 w 3755291"/>
                <a:gd name="connsiteY13" fmla="*/ 938752 h 3755291"/>
                <a:gd name="connsiteX14" fmla="*/ 2816541 w 3755291"/>
                <a:gd name="connsiteY14" fmla="*/ 1877503 h 3755291"/>
                <a:gd name="connsiteX15" fmla="*/ 1877789 w 3755291"/>
                <a:gd name="connsiteY15" fmla="*/ 938752 h 3755291"/>
                <a:gd name="connsiteX16" fmla="*/ 938752 w 3755291"/>
                <a:gd name="connsiteY16" fmla="*/ 0 h 3755291"/>
                <a:gd name="connsiteX17" fmla="*/ 0 w 3755291"/>
                <a:gd name="connsiteY17" fmla="*/ 938752 h 3755291"/>
                <a:gd name="connsiteX18" fmla="*/ 938752 w 3755291"/>
                <a:gd name="connsiteY18" fmla="*/ 1877503 h 3755291"/>
                <a:gd name="connsiteX19" fmla="*/ 1877503 w 3755291"/>
                <a:gd name="connsiteY19" fmla="*/ 938752 h 3755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55291" h="3755291">
                  <a:moveTo>
                    <a:pt x="2816541" y="1877789"/>
                  </a:moveTo>
                  <a:cubicBezTo>
                    <a:pt x="2298096" y="1877789"/>
                    <a:pt x="1877789" y="2298096"/>
                    <a:pt x="1877789" y="2816541"/>
                  </a:cubicBezTo>
                  <a:cubicBezTo>
                    <a:pt x="1877789" y="3334985"/>
                    <a:pt x="2298096" y="3755292"/>
                    <a:pt x="2816541" y="3755292"/>
                  </a:cubicBezTo>
                  <a:cubicBezTo>
                    <a:pt x="3334985" y="3755292"/>
                    <a:pt x="3755292" y="3334985"/>
                    <a:pt x="3755292" y="2816541"/>
                  </a:cubicBezTo>
                  <a:cubicBezTo>
                    <a:pt x="3755292" y="2298096"/>
                    <a:pt x="3334985" y="1877789"/>
                    <a:pt x="2816541" y="1877789"/>
                  </a:cubicBezTo>
                  <a:close/>
                  <a:moveTo>
                    <a:pt x="938752" y="1877789"/>
                  </a:moveTo>
                  <a:cubicBezTo>
                    <a:pt x="420307" y="1877789"/>
                    <a:pt x="0" y="2298096"/>
                    <a:pt x="0" y="2816541"/>
                  </a:cubicBezTo>
                  <a:cubicBezTo>
                    <a:pt x="0" y="3334985"/>
                    <a:pt x="420307" y="3755292"/>
                    <a:pt x="938752" y="3755292"/>
                  </a:cubicBezTo>
                  <a:cubicBezTo>
                    <a:pt x="1457196" y="3755292"/>
                    <a:pt x="1877503" y="3334985"/>
                    <a:pt x="1877503" y="2816541"/>
                  </a:cubicBezTo>
                  <a:cubicBezTo>
                    <a:pt x="1877503" y="2298096"/>
                    <a:pt x="1457196" y="1877789"/>
                    <a:pt x="938752" y="1877789"/>
                  </a:cubicBezTo>
                  <a:close/>
                  <a:moveTo>
                    <a:pt x="2816541" y="1877789"/>
                  </a:moveTo>
                  <a:cubicBezTo>
                    <a:pt x="3334985" y="1877789"/>
                    <a:pt x="3755292" y="1457482"/>
                    <a:pt x="3755292" y="939038"/>
                  </a:cubicBezTo>
                  <a:cubicBezTo>
                    <a:pt x="3755292" y="420593"/>
                    <a:pt x="3335272" y="0"/>
                    <a:pt x="2816541" y="0"/>
                  </a:cubicBezTo>
                  <a:cubicBezTo>
                    <a:pt x="2297810" y="0"/>
                    <a:pt x="1877789" y="420307"/>
                    <a:pt x="1877789" y="938752"/>
                  </a:cubicBezTo>
                  <a:cubicBezTo>
                    <a:pt x="1877789" y="1457196"/>
                    <a:pt x="2298096" y="1877503"/>
                    <a:pt x="2816541" y="1877503"/>
                  </a:cubicBezTo>
                  <a:close/>
                  <a:moveTo>
                    <a:pt x="1877789" y="938752"/>
                  </a:moveTo>
                  <a:cubicBezTo>
                    <a:pt x="1877789" y="420307"/>
                    <a:pt x="1457482" y="0"/>
                    <a:pt x="938752" y="0"/>
                  </a:cubicBezTo>
                  <a:cubicBezTo>
                    <a:pt x="420020" y="0"/>
                    <a:pt x="0" y="420307"/>
                    <a:pt x="0" y="938752"/>
                  </a:cubicBezTo>
                  <a:cubicBezTo>
                    <a:pt x="0" y="1457196"/>
                    <a:pt x="420307" y="1877503"/>
                    <a:pt x="938752" y="1877503"/>
                  </a:cubicBezTo>
                  <a:cubicBezTo>
                    <a:pt x="1457196" y="1877503"/>
                    <a:pt x="1877503" y="1457196"/>
                    <a:pt x="1877503" y="938752"/>
                  </a:cubicBezTo>
                  <a:close/>
                </a:path>
              </a:pathLst>
            </a:custGeom>
            <a:gradFill>
              <a:gsLst>
                <a:gs pos="0">
                  <a:schemeClr val="accent2"/>
                </a:gs>
                <a:gs pos="87000">
                  <a:srgbClr val="00C895">
                    <a:shade val="100000"/>
                    <a:satMod val="115000"/>
                  </a:srgbClr>
                </a:gs>
              </a:gsLst>
              <a:lin ang="2700000" scaled="1"/>
            </a:gradFill>
            <a:ln w="28575" cap="flat">
              <a:noFill/>
              <a:prstDash val="solid"/>
              <a:miter/>
            </a:ln>
          </p:spPr>
          <p:txBody>
            <a:bodyPr rtlCol="0" anchor="ctr"/>
            <a:lstStyle/>
            <a:p>
              <a:endParaRPr lang="en-US"/>
            </a:p>
          </p:txBody>
        </p:sp>
        <p:grpSp>
          <p:nvGrpSpPr>
            <p:cNvPr id="17" name="Graphic 4">
              <a:extLst>
                <a:ext uri="{FF2B5EF4-FFF2-40B4-BE49-F238E27FC236}">
                  <a16:creationId xmlns:a16="http://schemas.microsoft.com/office/drawing/2014/main" id="{026AA2B3-ADD5-9E91-EE90-8CA8079DF07E}"/>
                </a:ext>
              </a:extLst>
            </p:cNvPr>
            <p:cNvGrpSpPr/>
            <p:nvPr userDrawn="1"/>
          </p:nvGrpSpPr>
          <p:grpSpPr>
            <a:xfrm>
              <a:off x="5797318" y="2132856"/>
              <a:ext cx="4043098" cy="4043098"/>
              <a:chOff x="8800171" y="698369"/>
              <a:chExt cx="2346990" cy="2346990"/>
            </a:xfrm>
            <a:noFill/>
          </p:grpSpPr>
          <p:sp>
            <p:nvSpPr>
              <p:cNvPr id="18" name="Freeform: Shape 17">
                <a:extLst>
                  <a:ext uri="{FF2B5EF4-FFF2-40B4-BE49-F238E27FC236}">
                    <a16:creationId xmlns:a16="http://schemas.microsoft.com/office/drawing/2014/main" id="{446F980C-D371-51A4-BFAF-0D988442E896}"/>
                  </a:ext>
                </a:extLst>
              </p:cNvPr>
              <p:cNvSpPr/>
              <p:nvPr/>
            </p:nvSpPr>
            <p:spPr>
              <a:xfrm>
                <a:off x="9386975" y="6983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224D33AA-17A5-AD3C-47CB-C235523F6E95}"/>
                  </a:ext>
                </a:extLst>
              </p:cNvPr>
              <p:cNvSpPr/>
              <p:nvPr/>
            </p:nvSpPr>
            <p:spPr>
              <a:xfrm>
                <a:off x="9386975"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BEC3E93C-3A6F-6643-610C-12296CC8C6D9}"/>
                  </a:ext>
                </a:extLst>
              </p:cNvPr>
              <p:cNvSpPr/>
              <p:nvPr/>
            </p:nvSpPr>
            <p:spPr>
              <a:xfrm>
                <a:off x="9973666" y="1285174"/>
                <a:ext cx="586690" cy="586690"/>
              </a:xfrm>
              <a:custGeom>
                <a:avLst/>
                <a:gdLst>
                  <a:gd name="connsiteX0" fmla="*/ 586691 w 586690"/>
                  <a:gd name="connsiteY0" fmla="*/ 293345 h 586690"/>
                  <a:gd name="connsiteX1" fmla="*/ 293346 w 586690"/>
                  <a:gd name="connsiteY1" fmla="*/ 586691 h 586690"/>
                  <a:gd name="connsiteX2" fmla="*/ 0 w 586690"/>
                  <a:gd name="connsiteY2" fmla="*/ 293345 h 586690"/>
                  <a:gd name="connsiteX3" fmla="*/ 293346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6" y="586691"/>
                    </a:cubicBezTo>
                    <a:cubicBezTo>
                      <a:pt x="131335" y="586691"/>
                      <a:pt x="0" y="455356"/>
                      <a:pt x="0" y="293345"/>
                    </a:cubicBezTo>
                    <a:cubicBezTo>
                      <a:pt x="0" y="131335"/>
                      <a:pt x="131335" y="0"/>
                      <a:pt x="293346"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4094DF1C-A969-A8D9-6C37-6553A2B71AFC}"/>
                  </a:ext>
                </a:extLst>
              </p:cNvPr>
              <p:cNvSpPr/>
              <p:nvPr/>
            </p:nvSpPr>
            <p:spPr>
              <a:xfrm>
                <a:off x="10560470"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C03329D2-BC94-696A-4C35-CDDD8197EB39}"/>
                  </a:ext>
                </a:extLst>
              </p:cNvPr>
              <p:cNvSpPr/>
              <p:nvPr/>
            </p:nvSpPr>
            <p:spPr>
              <a:xfrm>
                <a:off x="9386975"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6A3591DD-F3A8-A03D-EB5B-A0EB18871B76}"/>
                  </a:ext>
                </a:extLst>
              </p:cNvPr>
              <p:cNvSpPr/>
              <p:nvPr/>
            </p:nvSpPr>
            <p:spPr>
              <a:xfrm>
                <a:off x="8800171"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78196927-BBB7-FF95-A5F7-090E1F89D514}"/>
                  </a:ext>
                </a:extLst>
              </p:cNvPr>
              <p:cNvSpPr/>
              <p:nvPr/>
            </p:nvSpPr>
            <p:spPr>
              <a:xfrm>
                <a:off x="9386975" y="24586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grpSp>
        <p:grpSp>
          <p:nvGrpSpPr>
            <p:cNvPr id="25" name="Graphic 4">
              <a:extLst>
                <a:ext uri="{FF2B5EF4-FFF2-40B4-BE49-F238E27FC236}">
                  <a16:creationId xmlns:a16="http://schemas.microsoft.com/office/drawing/2014/main" id="{9BD377A2-FF86-B752-6A7B-0C7B42F2A65E}"/>
                </a:ext>
              </a:extLst>
            </p:cNvPr>
            <p:cNvGrpSpPr/>
            <p:nvPr userDrawn="1"/>
          </p:nvGrpSpPr>
          <p:grpSpPr>
            <a:xfrm>
              <a:off x="8439748" y="332656"/>
              <a:ext cx="1568431" cy="1568431"/>
              <a:chOff x="6737333" y="3172458"/>
              <a:chExt cx="1303316" cy="1303316"/>
            </a:xfrm>
            <a:noFill/>
          </p:grpSpPr>
          <p:sp>
            <p:nvSpPr>
              <p:cNvPr id="26" name="Freeform: Shape 25">
                <a:extLst>
                  <a:ext uri="{FF2B5EF4-FFF2-40B4-BE49-F238E27FC236}">
                    <a16:creationId xmlns:a16="http://schemas.microsoft.com/office/drawing/2014/main" id="{FA819162-4F92-9CE1-266D-C3036C094DBE}"/>
                  </a:ext>
                </a:extLst>
              </p:cNvPr>
              <p:cNvSpPr/>
              <p:nvPr/>
            </p:nvSpPr>
            <p:spPr>
              <a:xfrm>
                <a:off x="6737333" y="3498145"/>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8"/>
                      <a:pt x="325914" y="162957"/>
                    </a:cubicBezTo>
                    <a:close/>
                  </a:path>
                </a:pathLst>
              </a:custGeom>
              <a:noFill/>
              <a:ln w="9525" cap="flat">
                <a:solidFill>
                  <a:schemeClr val="accent1"/>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A228DA33-39B2-4FAA-AE60-99CB558A6DCB}"/>
                  </a:ext>
                </a:extLst>
              </p:cNvPr>
              <p:cNvSpPr/>
              <p:nvPr/>
            </p:nvSpPr>
            <p:spPr>
              <a:xfrm>
                <a:off x="6737333"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8766673F-117F-B1A0-5E0C-011B96A80452}"/>
                  </a:ext>
                </a:extLst>
              </p:cNvPr>
              <p:cNvSpPr/>
              <p:nvPr/>
            </p:nvSpPr>
            <p:spPr>
              <a:xfrm>
                <a:off x="7714736"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ABB9DD75-E623-1063-4AF7-B388B7C36A44}"/>
                  </a:ext>
                </a:extLst>
              </p:cNvPr>
              <p:cNvSpPr/>
              <p:nvPr/>
            </p:nvSpPr>
            <p:spPr>
              <a:xfrm>
                <a:off x="7388935"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D0A0E295-63B7-6BCC-483C-4BC95EFEE61C}"/>
                  </a:ext>
                </a:extLst>
              </p:cNvPr>
              <p:cNvSpPr/>
              <p:nvPr/>
            </p:nvSpPr>
            <p:spPr>
              <a:xfrm>
                <a:off x="7063134"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45A4E385-FF66-6719-4CB5-DC19293047E1}"/>
                  </a:ext>
                </a:extLst>
              </p:cNvPr>
              <p:cNvSpPr/>
              <p:nvPr/>
            </p:nvSpPr>
            <p:spPr>
              <a:xfrm>
                <a:off x="7063134" y="4149860"/>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6"/>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B37082CB-E60C-66BA-112C-7E110A2EF0BF}"/>
                  </a:ext>
                </a:extLst>
              </p:cNvPr>
              <p:cNvSpPr/>
              <p:nvPr/>
            </p:nvSpPr>
            <p:spPr>
              <a:xfrm>
                <a:off x="7389048" y="3172458"/>
                <a:ext cx="651601" cy="651601"/>
              </a:xfrm>
              <a:custGeom>
                <a:avLst/>
                <a:gdLst>
                  <a:gd name="connsiteX0" fmla="*/ 651601 w 651601"/>
                  <a:gd name="connsiteY0" fmla="*/ 325801 h 651601"/>
                  <a:gd name="connsiteX1" fmla="*/ 325801 w 651601"/>
                  <a:gd name="connsiteY1" fmla="*/ 651602 h 651601"/>
                  <a:gd name="connsiteX2" fmla="*/ 0 w 651601"/>
                  <a:gd name="connsiteY2" fmla="*/ 325801 h 651601"/>
                  <a:gd name="connsiteX3" fmla="*/ 325801 w 651601"/>
                  <a:gd name="connsiteY3" fmla="*/ 0 h 651601"/>
                  <a:gd name="connsiteX4" fmla="*/ 651601 w 651601"/>
                  <a:gd name="connsiteY4" fmla="*/ 325801 h 6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601" h="651601">
                    <a:moveTo>
                      <a:pt x="651601" y="325801"/>
                    </a:moveTo>
                    <a:cubicBezTo>
                      <a:pt x="651601" y="505735"/>
                      <a:pt x="505735" y="651602"/>
                      <a:pt x="325801" y="651602"/>
                    </a:cubicBezTo>
                    <a:cubicBezTo>
                      <a:pt x="145866" y="651602"/>
                      <a:pt x="0" y="505735"/>
                      <a:pt x="0" y="325801"/>
                    </a:cubicBezTo>
                    <a:cubicBezTo>
                      <a:pt x="0" y="145866"/>
                      <a:pt x="145866" y="0"/>
                      <a:pt x="325801" y="0"/>
                    </a:cubicBezTo>
                    <a:cubicBezTo>
                      <a:pt x="505735" y="0"/>
                      <a:pt x="651601" y="145866"/>
                      <a:pt x="651601" y="325801"/>
                    </a:cubicBezTo>
                    <a:close/>
                  </a:path>
                </a:pathLst>
              </a:custGeom>
              <a:noFill/>
              <a:ln w="9525" cap="flat">
                <a:solidFill>
                  <a:schemeClr val="accent1"/>
                </a:solidFill>
                <a:prstDash val="solid"/>
                <a:miter/>
              </a:ln>
            </p:spPr>
            <p:txBody>
              <a:bodyPr rtlCol="0" anchor="ctr"/>
              <a:lstStyle/>
              <a:p>
                <a:endParaRPr lang="en-US"/>
              </a:p>
            </p:txBody>
          </p:sp>
        </p:grpSp>
        <p:pic>
          <p:nvPicPr>
            <p:cNvPr id="45" name="Graphic 44">
              <a:extLst>
                <a:ext uri="{FF2B5EF4-FFF2-40B4-BE49-F238E27FC236}">
                  <a16:creationId xmlns:a16="http://schemas.microsoft.com/office/drawing/2014/main" id="{94426DAB-EC49-97B6-8BAA-250B2F34206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140542" y="4149080"/>
              <a:ext cx="933450" cy="628650"/>
            </a:xfrm>
            <a:prstGeom prst="rect">
              <a:avLst/>
            </a:prstGeom>
          </p:spPr>
        </p:pic>
      </p:grpSp>
      <p:sp>
        <p:nvSpPr>
          <p:cNvPr id="6" name="Footer Placeholder 5">
            <a:extLst>
              <a:ext uri="{FF2B5EF4-FFF2-40B4-BE49-F238E27FC236}">
                <a16:creationId xmlns:a16="http://schemas.microsoft.com/office/drawing/2014/main" id="{593EFF8D-C896-9FCB-CCD9-055E2DEAA1D1}"/>
              </a:ext>
            </a:extLst>
          </p:cNvPr>
          <p:cNvSpPr>
            <a:spLocks noGrp="1"/>
          </p:cNvSpPr>
          <p:nvPr>
            <p:ph type="ftr" sz="quarter" idx="11"/>
          </p:nvPr>
        </p:nvSpPr>
        <p:spPr/>
        <p:txBody>
          <a:bodyPr/>
          <a:lstStyle/>
          <a:p>
            <a:r>
              <a:rPr lang="en-US"/>
              <a:t>© Solace   |   Proprietary &amp; Confidential</a:t>
            </a:r>
          </a:p>
        </p:txBody>
      </p:sp>
      <p:sp>
        <p:nvSpPr>
          <p:cNvPr id="9" name="Slide Number Placeholder 8">
            <a:extLst>
              <a:ext uri="{FF2B5EF4-FFF2-40B4-BE49-F238E27FC236}">
                <a16:creationId xmlns:a16="http://schemas.microsoft.com/office/drawing/2014/main" id="{BD2438CF-A668-47D4-D56F-CEE9B5219C5E}"/>
              </a:ext>
            </a:extLst>
          </p:cNvPr>
          <p:cNvSpPr>
            <a:spLocks noGrp="1"/>
          </p:cNvSpPr>
          <p:nvPr>
            <p:ph type="sldNum" sz="quarter" idx="12"/>
          </p:nvPr>
        </p:nvSpPr>
        <p:spPr/>
        <p:txBody>
          <a:bodyPr/>
          <a:lstStyle/>
          <a:p>
            <a:fld id="{059D0BDF-8BE7-4C3F-9009-83FAF1F2140A}" type="slidenum">
              <a:rPr lang="en-US" smtClean="0"/>
              <a:pPr/>
              <a:t>‹Nr.›</a:t>
            </a:fld>
            <a:endParaRPr lang="en-US"/>
          </a:p>
        </p:txBody>
      </p:sp>
      <p:cxnSp>
        <p:nvCxnSpPr>
          <p:cNvPr id="8" name="Straight Connector 7">
            <a:extLst>
              <a:ext uri="{FF2B5EF4-FFF2-40B4-BE49-F238E27FC236}">
                <a16:creationId xmlns:a16="http://schemas.microsoft.com/office/drawing/2014/main" id="{BA3311E4-A084-8644-4A2C-81E8B32124A6}"/>
              </a:ext>
            </a:extLst>
          </p:cNvPr>
          <p:cNvCxnSpPr>
            <a:cxnSpLocks/>
          </p:cNvCxnSpPr>
          <p:nvPr userDrawn="1"/>
        </p:nvCxnSpPr>
        <p:spPr>
          <a:xfrm>
            <a:off x="0" y="3212976"/>
            <a:ext cx="3214688"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36657593"/>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lue Cover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4" y="333375"/>
            <a:ext cx="5473700" cy="2519362"/>
          </a:xfrm>
          <a:prstGeom prst="rect">
            <a:avLst/>
          </a:prstGeom>
        </p:spPr>
        <p:txBody>
          <a:bodyPr anchor="b"/>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550865" y="3645024"/>
            <a:ext cx="4681136" cy="792485"/>
          </a:xfrm>
          <a:prstGeom prst="rect">
            <a:avLst/>
          </a:prstGeo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20000"/>
              </a:lnSpc>
              <a:spcBef>
                <a:spcPts val="0"/>
              </a:spcBef>
              <a:spcAft>
                <a:spcPts val="765"/>
              </a:spcAft>
              <a:buClrTx/>
              <a:buSzTx/>
              <a:buFont typeface="Arial" panose="020B0604020202020204" pitchFamily="34" charset="0"/>
              <a:buNone/>
              <a:tabLst/>
              <a:defRPr/>
            </a:pPr>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550863" y="4581526"/>
            <a:ext cx="4681537" cy="143474"/>
          </a:xfrm>
        </p:spPr>
        <p:txBody>
          <a:bodyPr>
            <a:noAutofit/>
          </a:bodyPr>
          <a:lstStyle>
            <a:lvl1pPr algn="l">
              <a:lnSpc>
                <a:spcPct val="100000"/>
              </a:lnSpc>
              <a:defRPr sz="1200" b="0"/>
            </a:lvl1pPr>
            <a:lvl2pPr marL="7937" indent="0">
              <a:buNone/>
              <a:defRPr/>
            </a:lvl2pPr>
          </a:lstStyle>
          <a:p>
            <a:pPr lvl="0"/>
            <a:r>
              <a:rPr lang="en-US"/>
              <a:t>Click to edit Master text styles</a:t>
            </a:r>
          </a:p>
        </p:txBody>
      </p:sp>
      <p:sp>
        <p:nvSpPr>
          <p:cNvPr id="14" name="Picture Placeholder 13">
            <a:extLst>
              <a:ext uri="{FF2B5EF4-FFF2-40B4-BE49-F238E27FC236}">
                <a16:creationId xmlns:a16="http://schemas.microsoft.com/office/drawing/2014/main" id="{597D705B-FD6E-5D21-AE75-E0D648A176C0}"/>
              </a:ext>
            </a:extLst>
          </p:cNvPr>
          <p:cNvSpPr>
            <a:spLocks noGrp="1"/>
          </p:cNvSpPr>
          <p:nvPr>
            <p:ph type="pic" sz="quarter" idx="11"/>
          </p:nvPr>
        </p:nvSpPr>
        <p:spPr>
          <a:xfrm>
            <a:off x="6167438" y="-1"/>
            <a:ext cx="6024562" cy="6857989"/>
          </a:xfrm>
        </p:spPr>
        <p:txBody>
          <a:bodyPr/>
          <a:lstStyle/>
          <a:p>
            <a:endParaRPr lang="en-US"/>
          </a:p>
        </p:txBody>
      </p:sp>
      <p:sp>
        <p:nvSpPr>
          <p:cNvPr id="5" name="Footer Placeholder 4">
            <a:extLst>
              <a:ext uri="{FF2B5EF4-FFF2-40B4-BE49-F238E27FC236}">
                <a16:creationId xmlns:a16="http://schemas.microsoft.com/office/drawing/2014/main" id="{91E14C4D-992C-08AD-7433-20C760BC8A78}"/>
              </a:ext>
            </a:extLst>
          </p:cNvPr>
          <p:cNvSpPr>
            <a:spLocks noGrp="1"/>
          </p:cNvSpPr>
          <p:nvPr>
            <p:ph type="ftr" sz="quarter" idx="12"/>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B164F4FA-2BB1-E76D-62AA-FDCD0FCA0873}"/>
              </a:ext>
            </a:extLst>
          </p:cNvPr>
          <p:cNvSpPr>
            <a:spLocks noGrp="1"/>
          </p:cNvSpPr>
          <p:nvPr>
            <p:ph type="sldNum" sz="quarter" idx="13"/>
          </p:nvPr>
        </p:nvSpPr>
        <p:spPr/>
        <p:txBody>
          <a:bodyPr/>
          <a:lstStyle/>
          <a:p>
            <a:fld id="{059D0BDF-8BE7-4C3F-9009-83FAF1F2140A}" type="slidenum">
              <a:rPr lang="en-US" smtClean="0"/>
              <a:pPr/>
              <a:t>‹Nr.›</a:t>
            </a:fld>
            <a:endParaRPr lang="en-US"/>
          </a:p>
        </p:txBody>
      </p:sp>
      <p:cxnSp>
        <p:nvCxnSpPr>
          <p:cNvPr id="8" name="Straight Connector 7">
            <a:extLst>
              <a:ext uri="{FF2B5EF4-FFF2-40B4-BE49-F238E27FC236}">
                <a16:creationId xmlns:a16="http://schemas.microsoft.com/office/drawing/2014/main" id="{ED44CC65-E1B1-5D09-E60C-9501318FFDE8}"/>
              </a:ext>
            </a:extLst>
          </p:cNvPr>
          <p:cNvCxnSpPr>
            <a:cxnSpLocks/>
          </p:cNvCxnSpPr>
          <p:nvPr userDrawn="1"/>
        </p:nvCxnSpPr>
        <p:spPr>
          <a:xfrm>
            <a:off x="0" y="3212976"/>
            <a:ext cx="3214688"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99898670"/>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White Cover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4" y="333375"/>
            <a:ext cx="5473700" cy="2519362"/>
          </a:xfrm>
          <a:prstGeom prst="rect">
            <a:avLst/>
          </a:prstGeom>
        </p:spPr>
        <p:txBody>
          <a:bodyPr anchor="b"/>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550865" y="3645024"/>
            <a:ext cx="4681536" cy="792485"/>
          </a:xfrm>
          <a:prstGeom prst="rect">
            <a:avLst/>
          </a:prstGeo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20000"/>
              </a:lnSpc>
              <a:spcBef>
                <a:spcPts val="0"/>
              </a:spcBef>
              <a:spcAft>
                <a:spcPts val="765"/>
              </a:spcAft>
              <a:buClrTx/>
              <a:buSzTx/>
              <a:buFont typeface="Arial" panose="020B0604020202020204" pitchFamily="34" charset="0"/>
              <a:buNone/>
              <a:tabLst/>
              <a:defRPr/>
            </a:pPr>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550863" y="4581526"/>
            <a:ext cx="4681537" cy="143470"/>
          </a:xfrm>
        </p:spPr>
        <p:txBody>
          <a:bodyPr>
            <a:noAutofit/>
          </a:bodyPr>
          <a:lstStyle>
            <a:lvl1pPr algn="l">
              <a:lnSpc>
                <a:spcPct val="100000"/>
              </a:lnSpc>
              <a:defRPr sz="1200" b="0"/>
            </a:lvl1pPr>
            <a:lvl2pPr marL="7937" indent="0">
              <a:buNone/>
              <a:defRPr/>
            </a:lvl2pPr>
          </a:lstStyle>
          <a:p>
            <a:pPr lvl="0"/>
            <a:r>
              <a:rPr lang="en-US"/>
              <a:t>Click to edit Master text styles</a:t>
            </a:r>
          </a:p>
        </p:txBody>
      </p:sp>
      <p:sp>
        <p:nvSpPr>
          <p:cNvPr id="14" name="Picture Placeholder 13">
            <a:extLst>
              <a:ext uri="{FF2B5EF4-FFF2-40B4-BE49-F238E27FC236}">
                <a16:creationId xmlns:a16="http://schemas.microsoft.com/office/drawing/2014/main" id="{597D705B-FD6E-5D21-AE75-E0D648A176C0}"/>
              </a:ext>
            </a:extLst>
          </p:cNvPr>
          <p:cNvSpPr>
            <a:spLocks noGrp="1"/>
          </p:cNvSpPr>
          <p:nvPr>
            <p:ph type="pic" sz="quarter" idx="11"/>
          </p:nvPr>
        </p:nvSpPr>
        <p:spPr>
          <a:xfrm>
            <a:off x="6167438" y="-1"/>
            <a:ext cx="6024562" cy="6857989"/>
          </a:xfrm>
        </p:spPr>
        <p:txBody>
          <a:bodyPr/>
          <a:lstStyle/>
          <a:p>
            <a:endParaRPr lang="en-US"/>
          </a:p>
        </p:txBody>
      </p:sp>
      <p:sp>
        <p:nvSpPr>
          <p:cNvPr id="5" name="Footer Placeholder 4">
            <a:extLst>
              <a:ext uri="{FF2B5EF4-FFF2-40B4-BE49-F238E27FC236}">
                <a16:creationId xmlns:a16="http://schemas.microsoft.com/office/drawing/2014/main" id="{8C9A80E0-3E50-3DF4-4445-AE338350123C}"/>
              </a:ext>
            </a:extLst>
          </p:cNvPr>
          <p:cNvSpPr>
            <a:spLocks noGrp="1"/>
          </p:cNvSpPr>
          <p:nvPr>
            <p:ph type="ftr" sz="quarter" idx="12"/>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DA93DA5D-C211-08C0-E0A0-CB9651D538C9}"/>
              </a:ext>
            </a:extLst>
          </p:cNvPr>
          <p:cNvSpPr>
            <a:spLocks noGrp="1"/>
          </p:cNvSpPr>
          <p:nvPr>
            <p:ph type="sldNum" sz="quarter" idx="13"/>
          </p:nvPr>
        </p:nvSpPr>
        <p:spPr/>
        <p:txBody>
          <a:bodyPr/>
          <a:lstStyle/>
          <a:p>
            <a:fld id="{059D0BDF-8BE7-4C3F-9009-83FAF1F2140A}" type="slidenum">
              <a:rPr lang="en-US" smtClean="0"/>
              <a:pPr/>
              <a:t>‹Nr.›</a:t>
            </a:fld>
            <a:endParaRPr lang="en-US"/>
          </a:p>
        </p:txBody>
      </p:sp>
      <p:cxnSp>
        <p:nvCxnSpPr>
          <p:cNvPr id="8" name="Straight Connector 7">
            <a:extLst>
              <a:ext uri="{FF2B5EF4-FFF2-40B4-BE49-F238E27FC236}">
                <a16:creationId xmlns:a16="http://schemas.microsoft.com/office/drawing/2014/main" id="{011F7999-AF75-0EA8-FBAC-B1B74CC6CE42}"/>
              </a:ext>
            </a:extLst>
          </p:cNvPr>
          <p:cNvCxnSpPr>
            <a:cxnSpLocks/>
          </p:cNvCxnSpPr>
          <p:nvPr userDrawn="1"/>
        </p:nvCxnSpPr>
        <p:spPr>
          <a:xfrm>
            <a:off x="0" y="3212976"/>
            <a:ext cx="3214688"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8254385"/>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Blue Cover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4" y="836712"/>
            <a:ext cx="5473700" cy="2448049"/>
          </a:xfrm>
          <a:prstGeom prst="rect">
            <a:avLst/>
          </a:prstGeom>
        </p:spPr>
        <p:txBody>
          <a:bodyPr anchor="b"/>
          <a:lstStyle>
            <a:lvl1pPr algn="r">
              <a:defRPr sz="4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1343024" y="4004841"/>
            <a:ext cx="4681539" cy="792485"/>
          </a:xfrm>
          <a:prstGeom prst="rect">
            <a:avLst/>
          </a:prstGeom>
        </p:spPr>
        <p:txBody>
          <a:bodyPr/>
          <a:lstStyle>
            <a:lvl1pPr marL="0" indent="0" algn="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1343023" y="4940969"/>
            <a:ext cx="4681540" cy="216000"/>
          </a:xfrm>
        </p:spPr>
        <p:txBody>
          <a:bodyPr>
            <a:noAutofit/>
          </a:bodyPr>
          <a:lstStyle>
            <a:lvl1pPr algn="r">
              <a:defRPr sz="1200" b="0"/>
            </a:lvl1pPr>
            <a:lvl2pPr marL="7937" indent="0">
              <a:buNone/>
              <a:defRPr/>
            </a:lvl2pPr>
          </a:lstStyle>
          <a:p>
            <a:pPr lvl="0"/>
            <a:r>
              <a:rPr lang="en-US"/>
              <a:t>Click to edit Master text styles</a:t>
            </a:r>
          </a:p>
        </p:txBody>
      </p:sp>
      <p:sp>
        <p:nvSpPr>
          <p:cNvPr id="14" name="Picture Placeholder 13">
            <a:extLst>
              <a:ext uri="{FF2B5EF4-FFF2-40B4-BE49-F238E27FC236}">
                <a16:creationId xmlns:a16="http://schemas.microsoft.com/office/drawing/2014/main" id="{597D705B-FD6E-5D21-AE75-E0D648A176C0}"/>
              </a:ext>
            </a:extLst>
          </p:cNvPr>
          <p:cNvSpPr>
            <a:spLocks noGrp="1"/>
          </p:cNvSpPr>
          <p:nvPr>
            <p:ph type="pic" sz="quarter" idx="11"/>
          </p:nvPr>
        </p:nvSpPr>
        <p:spPr>
          <a:xfrm>
            <a:off x="6959600" y="836712"/>
            <a:ext cx="4681538" cy="4681538"/>
          </a:xfrm>
        </p:spPr>
        <p:txBody>
          <a:bodyPr/>
          <a:lstStyle/>
          <a:p>
            <a:endParaRPr lang="en-US"/>
          </a:p>
        </p:txBody>
      </p:sp>
      <p:cxnSp>
        <p:nvCxnSpPr>
          <p:cNvPr id="4" name="Straight Connector 3">
            <a:extLst>
              <a:ext uri="{FF2B5EF4-FFF2-40B4-BE49-F238E27FC236}">
                <a16:creationId xmlns:a16="http://schemas.microsoft.com/office/drawing/2014/main" id="{A4E443BB-51E7-DCF5-FEEB-985CCD23F574}"/>
              </a:ext>
            </a:extLst>
          </p:cNvPr>
          <p:cNvCxnSpPr>
            <a:cxnSpLocks/>
          </p:cNvCxnSpPr>
          <p:nvPr userDrawn="1"/>
        </p:nvCxnSpPr>
        <p:spPr>
          <a:xfrm>
            <a:off x="3357563" y="3644900"/>
            <a:ext cx="2666503" cy="34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5" name="Footer Placeholder 4">
            <a:extLst>
              <a:ext uri="{FF2B5EF4-FFF2-40B4-BE49-F238E27FC236}">
                <a16:creationId xmlns:a16="http://schemas.microsoft.com/office/drawing/2014/main" id="{E37EDB31-4921-CA49-6DA3-58F3042736A5}"/>
              </a:ext>
            </a:extLst>
          </p:cNvPr>
          <p:cNvSpPr>
            <a:spLocks noGrp="1"/>
          </p:cNvSpPr>
          <p:nvPr>
            <p:ph type="ftr" sz="quarter" idx="12"/>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C404C5DF-A694-0B09-FE66-2795919627BD}"/>
              </a:ext>
            </a:extLst>
          </p:cNvPr>
          <p:cNvSpPr>
            <a:spLocks noGrp="1"/>
          </p:cNvSpPr>
          <p:nvPr>
            <p:ph type="sldNum" sz="quarter" idx="13"/>
          </p:nvPr>
        </p:nvSpPr>
        <p:spPr/>
        <p:txBody>
          <a:bodyPr/>
          <a:lstStyle/>
          <a:p>
            <a:fld id="{059D0BDF-8BE7-4C3F-9009-83FAF1F2140A}" type="slidenum">
              <a:rPr lang="en-US" smtClean="0"/>
              <a:pPr/>
              <a:t>‹Nr.›</a:t>
            </a:fld>
            <a:endParaRPr lang="en-US"/>
          </a:p>
        </p:txBody>
      </p:sp>
    </p:spTree>
    <p:extLst>
      <p:ext uri="{BB962C8B-B14F-4D97-AF65-F5344CB8AC3E}">
        <p14:creationId xmlns:p14="http://schemas.microsoft.com/office/powerpoint/2010/main" val="455790257"/>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Blue Cover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4" y="836712"/>
            <a:ext cx="5473700" cy="2448049"/>
          </a:xfrm>
          <a:prstGeom prst="rect">
            <a:avLst/>
          </a:prstGeom>
        </p:spPr>
        <p:txBody>
          <a:bodyPr anchor="b"/>
          <a:lstStyle>
            <a:lvl1pPr algn="r">
              <a:defRPr sz="4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1343024" y="4004841"/>
            <a:ext cx="4681539" cy="792485"/>
          </a:xfrm>
          <a:prstGeom prst="rect">
            <a:avLst/>
          </a:prstGeom>
        </p:spPr>
        <p:txBody>
          <a:bodyPr/>
          <a:lstStyle>
            <a:lvl1pPr marL="0" indent="0" algn="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1343025" y="4940969"/>
            <a:ext cx="4681538" cy="216000"/>
          </a:xfrm>
        </p:spPr>
        <p:txBody>
          <a:bodyPr>
            <a:noAutofit/>
          </a:bodyPr>
          <a:lstStyle>
            <a:lvl1pPr algn="r">
              <a:defRPr sz="1200" b="0"/>
            </a:lvl1pPr>
            <a:lvl2pPr marL="7937" indent="0">
              <a:buNone/>
              <a:defRPr/>
            </a:lvl2pPr>
          </a:lstStyle>
          <a:p>
            <a:pPr lvl="0"/>
            <a:r>
              <a:rPr lang="en-US"/>
              <a:t>Click to edit Master text styles</a:t>
            </a:r>
          </a:p>
        </p:txBody>
      </p:sp>
      <p:grpSp>
        <p:nvGrpSpPr>
          <p:cNvPr id="5" name="Group 4">
            <a:extLst>
              <a:ext uri="{FF2B5EF4-FFF2-40B4-BE49-F238E27FC236}">
                <a16:creationId xmlns:a16="http://schemas.microsoft.com/office/drawing/2014/main" id="{624CE7AE-58CE-96AA-2526-1BF47A40356F}"/>
              </a:ext>
            </a:extLst>
          </p:cNvPr>
          <p:cNvGrpSpPr/>
          <p:nvPr userDrawn="1"/>
        </p:nvGrpSpPr>
        <p:grpSpPr>
          <a:xfrm>
            <a:off x="6737333" y="698369"/>
            <a:ext cx="4474935" cy="4874457"/>
            <a:chOff x="6737333" y="698369"/>
            <a:chExt cx="4474935" cy="4874457"/>
          </a:xfrm>
        </p:grpSpPr>
        <p:grpSp>
          <p:nvGrpSpPr>
            <p:cNvPr id="6" name="Graphic 4">
              <a:extLst>
                <a:ext uri="{FF2B5EF4-FFF2-40B4-BE49-F238E27FC236}">
                  <a16:creationId xmlns:a16="http://schemas.microsoft.com/office/drawing/2014/main" id="{6EB65E8F-9CA9-71F0-D8F5-FC29B043F334}"/>
                </a:ext>
              </a:extLst>
            </p:cNvPr>
            <p:cNvGrpSpPr/>
            <p:nvPr/>
          </p:nvGrpSpPr>
          <p:grpSpPr>
            <a:xfrm>
              <a:off x="7320136" y="1683190"/>
              <a:ext cx="3892132" cy="3889636"/>
              <a:chOff x="7325386" y="1673729"/>
              <a:chExt cx="3892132" cy="3889636"/>
            </a:xfrm>
            <a:gradFill flip="none" rotWithShape="1">
              <a:gsLst>
                <a:gs pos="0">
                  <a:schemeClr val="accent2"/>
                </a:gs>
                <a:gs pos="87000">
                  <a:srgbClr val="00C895">
                    <a:shade val="100000"/>
                    <a:satMod val="115000"/>
                  </a:srgbClr>
                </a:gs>
              </a:gsLst>
              <a:lin ang="2700000" scaled="1"/>
              <a:tileRect/>
            </a:gradFill>
          </p:grpSpPr>
          <p:sp>
            <p:nvSpPr>
              <p:cNvPr id="27" name="Freeform: Shape 26">
                <a:extLst>
                  <a:ext uri="{FF2B5EF4-FFF2-40B4-BE49-F238E27FC236}">
                    <a16:creationId xmlns:a16="http://schemas.microsoft.com/office/drawing/2014/main" id="{95ACC53D-4BEE-AF60-5546-66484D659290}"/>
                  </a:ext>
                </a:extLst>
              </p:cNvPr>
              <p:cNvSpPr/>
              <p:nvPr/>
            </p:nvSpPr>
            <p:spPr>
              <a:xfrm>
                <a:off x="9228444" y="1673729"/>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289411C5-A6F5-99D2-3BDC-5C3CFF34ED65}"/>
                  </a:ext>
                </a:extLst>
              </p:cNvPr>
              <p:cNvSpPr/>
              <p:nvPr/>
            </p:nvSpPr>
            <p:spPr>
              <a:xfrm>
                <a:off x="10222981"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EAA1BD2F-9C96-DE17-0088-89B7F888387A}"/>
                  </a:ext>
                </a:extLst>
              </p:cNvPr>
              <p:cNvSpPr/>
              <p:nvPr/>
            </p:nvSpPr>
            <p:spPr>
              <a:xfrm>
                <a:off x="9228444"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C2F1C5AF-4D3A-56CE-4C75-36C68FDF2DBE}"/>
                  </a:ext>
                </a:extLst>
              </p:cNvPr>
              <p:cNvSpPr/>
              <p:nvPr/>
            </p:nvSpPr>
            <p:spPr>
              <a:xfrm>
                <a:off x="8319924" y="3574290"/>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2D1A5563-412F-07A3-64A6-BA1F4855709D}"/>
                  </a:ext>
                </a:extLst>
              </p:cNvPr>
              <p:cNvSpPr/>
              <p:nvPr/>
            </p:nvSpPr>
            <p:spPr>
              <a:xfrm>
                <a:off x="8319924" y="4568828"/>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241675E5-1421-9250-2206-0488152261E1}"/>
                  </a:ext>
                </a:extLst>
              </p:cNvPr>
              <p:cNvSpPr/>
              <p:nvPr/>
            </p:nvSpPr>
            <p:spPr>
              <a:xfrm>
                <a:off x="9228444" y="3574290"/>
                <a:ext cx="1989075" cy="1989075"/>
              </a:xfrm>
              <a:custGeom>
                <a:avLst/>
                <a:gdLst>
                  <a:gd name="connsiteX0" fmla="*/ 1989075 w 1989075"/>
                  <a:gd name="connsiteY0" fmla="*/ 994538 h 1989075"/>
                  <a:gd name="connsiteX1" fmla="*/ 994537 w 1989075"/>
                  <a:gd name="connsiteY1" fmla="*/ 1989076 h 1989075"/>
                  <a:gd name="connsiteX2" fmla="*/ 0 w 1989075"/>
                  <a:gd name="connsiteY2" fmla="*/ 994538 h 1989075"/>
                  <a:gd name="connsiteX3" fmla="*/ 994537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7" y="1989076"/>
                    </a:cubicBezTo>
                    <a:cubicBezTo>
                      <a:pt x="445270" y="1989076"/>
                      <a:pt x="0" y="1543806"/>
                      <a:pt x="0" y="994538"/>
                    </a:cubicBezTo>
                    <a:cubicBezTo>
                      <a:pt x="0" y="445270"/>
                      <a:pt x="445270" y="0"/>
                      <a:pt x="994537" y="0"/>
                    </a:cubicBezTo>
                    <a:cubicBezTo>
                      <a:pt x="1543805" y="0"/>
                      <a:pt x="1989075" y="445270"/>
                      <a:pt x="1989075" y="994538"/>
                    </a:cubicBezTo>
                    <a:close/>
                  </a:path>
                </a:pathLst>
              </a:custGeom>
              <a:grpFill/>
              <a:ln w="11334"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B8EA3808-935F-D778-9C15-1CBBE02D9CEC}"/>
                  </a:ext>
                </a:extLst>
              </p:cNvPr>
              <p:cNvSpPr/>
              <p:nvPr/>
            </p:nvSpPr>
            <p:spPr>
              <a:xfrm>
                <a:off x="7325386" y="1673729"/>
                <a:ext cx="1989075" cy="1989075"/>
              </a:xfrm>
              <a:custGeom>
                <a:avLst/>
                <a:gdLst>
                  <a:gd name="connsiteX0" fmla="*/ 1989075 w 1989075"/>
                  <a:gd name="connsiteY0" fmla="*/ 994538 h 1989075"/>
                  <a:gd name="connsiteX1" fmla="*/ 994538 w 1989075"/>
                  <a:gd name="connsiteY1" fmla="*/ 1989076 h 1989075"/>
                  <a:gd name="connsiteX2" fmla="*/ 0 w 1989075"/>
                  <a:gd name="connsiteY2" fmla="*/ 994538 h 1989075"/>
                  <a:gd name="connsiteX3" fmla="*/ 994538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8" y="1989076"/>
                    </a:cubicBezTo>
                    <a:cubicBezTo>
                      <a:pt x="445270" y="1989076"/>
                      <a:pt x="0" y="1543806"/>
                      <a:pt x="0" y="994538"/>
                    </a:cubicBezTo>
                    <a:cubicBezTo>
                      <a:pt x="0" y="445270"/>
                      <a:pt x="445270" y="0"/>
                      <a:pt x="994538" y="0"/>
                    </a:cubicBezTo>
                    <a:cubicBezTo>
                      <a:pt x="1543806" y="0"/>
                      <a:pt x="1989075" y="445270"/>
                      <a:pt x="1989075" y="994538"/>
                    </a:cubicBezTo>
                    <a:close/>
                  </a:path>
                </a:pathLst>
              </a:custGeom>
              <a:grpFill/>
              <a:ln w="11334" cap="flat">
                <a:noFill/>
                <a:prstDash val="solid"/>
                <a:miter/>
              </a:ln>
            </p:spPr>
            <p:txBody>
              <a:bodyPr rtlCol="0" anchor="ctr"/>
              <a:lstStyle/>
              <a:p>
                <a:endParaRPr lang="en-US"/>
              </a:p>
            </p:txBody>
          </p:sp>
        </p:grpSp>
        <p:grpSp>
          <p:nvGrpSpPr>
            <p:cNvPr id="9" name="Graphic 4">
              <a:extLst>
                <a:ext uri="{FF2B5EF4-FFF2-40B4-BE49-F238E27FC236}">
                  <a16:creationId xmlns:a16="http://schemas.microsoft.com/office/drawing/2014/main" id="{5A035051-F97B-FA8D-40FB-E532C67F6D8D}"/>
                </a:ext>
              </a:extLst>
            </p:cNvPr>
            <p:cNvGrpSpPr/>
            <p:nvPr/>
          </p:nvGrpSpPr>
          <p:grpSpPr>
            <a:xfrm>
              <a:off x="8800171" y="698369"/>
              <a:ext cx="2346990" cy="2346990"/>
              <a:chOff x="8800171" y="698369"/>
              <a:chExt cx="2346990" cy="2346990"/>
            </a:xfrm>
            <a:noFill/>
          </p:grpSpPr>
          <p:sp>
            <p:nvSpPr>
              <p:cNvPr id="20" name="Freeform: Shape 19">
                <a:extLst>
                  <a:ext uri="{FF2B5EF4-FFF2-40B4-BE49-F238E27FC236}">
                    <a16:creationId xmlns:a16="http://schemas.microsoft.com/office/drawing/2014/main" id="{91B42713-5ECC-8BEE-8009-11345F43396E}"/>
                  </a:ext>
                </a:extLst>
              </p:cNvPr>
              <p:cNvSpPr/>
              <p:nvPr/>
            </p:nvSpPr>
            <p:spPr>
              <a:xfrm>
                <a:off x="9386975" y="6983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1" name="Freeform: Shape 20">
                <a:extLst>
                  <a:ext uri="{FF2B5EF4-FFF2-40B4-BE49-F238E27FC236}">
                    <a16:creationId xmlns:a16="http://schemas.microsoft.com/office/drawing/2014/main" id="{358644B3-4F92-30F4-EC10-670E2BE38857}"/>
                  </a:ext>
                </a:extLst>
              </p:cNvPr>
              <p:cNvSpPr/>
              <p:nvPr/>
            </p:nvSpPr>
            <p:spPr>
              <a:xfrm>
                <a:off x="9386975"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A577E4B5-D893-1D5E-669C-6ED12171ED54}"/>
                  </a:ext>
                </a:extLst>
              </p:cNvPr>
              <p:cNvSpPr/>
              <p:nvPr/>
            </p:nvSpPr>
            <p:spPr>
              <a:xfrm>
                <a:off x="9973666" y="1285174"/>
                <a:ext cx="586690" cy="586690"/>
              </a:xfrm>
              <a:custGeom>
                <a:avLst/>
                <a:gdLst>
                  <a:gd name="connsiteX0" fmla="*/ 586691 w 586690"/>
                  <a:gd name="connsiteY0" fmla="*/ 293345 h 586690"/>
                  <a:gd name="connsiteX1" fmla="*/ 293346 w 586690"/>
                  <a:gd name="connsiteY1" fmla="*/ 586691 h 586690"/>
                  <a:gd name="connsiteX2" fmla="*/ 0 w 586690"/>
                  <a:gd name="connsiteY2" fmla="*/ 293345 h 586690"/>
                  <a:gd name="connsiteX3" fmla="*/ 293346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6" y="586691"/>
                    </a:cubicBezTo>
                    <a:cubicBezTo>
                      <a:pt x="131335" y="586691"/>
                      <a:pt x="0" y="455356"/>
                      <a:pt x="0" y="293345"/>
                    </a:cubicBezTo>
                    <a:cubicBezTo>
                      <a:pt x="0" y="131335"/>
                      <a:pt x="131335" y="0"/>
                      <a:pt x="293346"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EF15FC91-0296-2B22-C397-D09390596468}"/>
                  </a:ext>
                </a:extLst>
              </p:cNvPr>
              <p:cNvSpPr/>
              <p:nvPr/>
            </p:nvSpPr>
            <p:spPr>
              <a:xfrm>
                <a:off x="10560470"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F172C320-CA9E-AE83-770E-4FDEE7129954}"/>
                  </a:ext>
                </a:extLst>
              </p:cNvPr>
              <p:cNvSpPr/>
              <p:nvPr/>
            </p:nvSpPr>
            <p:spPr>
              <a:xfrm>
                <a:off x="9386975"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5794F540-E0D1-FD97-1FC6-99443EE86066}"/>
                  </a:ext>
                </a:extLst>
              </p:cNvPr>
              <p:cNvSpPr/>
              <p:nvPr/>
            </p:nvSpPr>
            <p:spPr>
              <a:xfrm>
                <a:off x="8800171"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49D301E-9BC1-7C89-5422-AF1C6AE4EBD2}"/>
                  </a:ext>
                </a:extLst>
              </p:cNvPr>
              <p:cNvSpPr/>
              <p:nvPr/>
            </p:nvSpPr>
            <p:spPr>
              <a:xfrm>
                <a:off x="9386975" y="24586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grpSp>
        <p:grpSp>
          <p:nvGrpSpPr>
            <p:cNvPr id="11" name="Graphic 4">
              <a:extLst>
                <a:ext uri="{FF2B5EF4-FFF2-40B4-BE49-F238E27FC236}">
                  <a16:creationId xmlns:a16="http://schemas.microsoft.com/office/drawing/2014/main" id="{F908A56D-7EC7-11ED-1838-7E47227B0ED5}"/>
                </a:ext>
              </a:extLst>
            </p:cNvPr>
            <p:cNvGrpSpPr/>
            <p:nvPr/>
          </p:nvGrpSpPr>
          <p:grpSpPr>
            <a:xfrm>
              <a:off x="6737333" y="3172458"/>
              <a:ext cx="1303316" cy="1303316"/>
              <a:chOff x="6737333" y="3172458"/>
              <a:chExt cx="1303316" cy="1303316"/>
            </a:xfrm>
            <a:noFill/>
          </p:grpSpPr>
          <p:sp>
            <p:nvSpPr>
              <p:cNvPr id="12" name="Freeform: Shape 11">
                <a:extLst>
                  <a:ext uri="{FF2B5EF4-FFF2-40B4-BE49-F238E27FC236}">
                    <a16:creationId xmlns:a16="http://schemas.microsoft.com/office/drawing/2014/main" id="{F528C196-0211-E2A6-5E71-1D5663AE1962}"/>
                  </a:ext>
                </a:extLst>
              </p:cNvPr>
              <p:cNvSpPr/>
              <p:nvPr/>
            </p:nvSpPr>
            <p:spPr>
              <a:xfrm>
                <a:off x="6737333" y="3498145"/>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8"/>
                      <a:pt x="325914" y="162957"/>
                    </a:cubicBezTo>
                    <a:close/>
                  </a:path>
                </a:pathLst>
              </a:custGeom>
              <a:noFill/>
              <a:ln w="6350" cap="flat">
                <a:solidFill>
                  <a:schemeClr val="accent2"/>
                </a:solid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70F084FA-C7F7-D6A2-E20A-05C2A383E5B8}"/>
                  </a:ext>
                </a:extLst>
              </p:cNvPr>
              <p:cNvSpPr/>
              <p:nvPr/>
            </p:nvSpPr>
            <p:spPr>
              <a:xfrm>
                <a:off x="6737333"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1A381927-5B6B-931B-B2AF-84E024B4958C}"/>
                  </a:ext>
                </a:extLst>
              </p:cNvPr>
              <p:cNvSpPr/>
              <p:nvPr/>
            </p:nvSpPr>
            <p:spPr>
              <a:xfrm>
                <a:off x="7714736"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5617A130-F3C7-5FA9-8ACD-12B33D9C98CC}"/>
                  </a:ext>
                </a:extLst>
              </p:cNvPr>
              <p:cNvSpPr/>
              <p:nvPr/>
            </p:nvSpPr>
            <p:spPr>
              <a:xfrm>
                <a:off x="7388935"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8D4D623D-9E3A-F172-BBD7-4407133986C4}"/>
                  </a:ext>
                </a:extLst>
              </p:cNvPr>
              <p:cNvSpPr/>
              <p:nvPr/>
            </p:nvSpPr>
            <p:spPr>
              <a:xfrm>
                <a:off x="7063134"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72E8E86D-96BA-DFEE-6031-9E75779DEF7E}"/>
                  </a:ext>
                </a:extLst>
              </p:cNvPr>
              <p:cNvSpPr/>
              <p:nvPr/>
            </p:nvSpPr>
            <p:spPr>
              <a:xfrm>
                <a:off x="7063134" y="4149860"/>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6"/>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13650FE-10A1-0101-9CB9-E78D91E6D78D}"/>
                  </a:ext>
                </a:extLst>
              </p:cNvPr>
              <p:cNvSpPr/>
              <p:nvPr/>
            </p:nvSpPr>
            <p:spPr>
              <a:xfrm>
                <a:off x="7389048" y="3172458"/>
                <a:ext cx="651601" cy="651601"/>
              </a:xfrm>
              <a:custGeom>
                <a:avLst/>
                <a:gdLst>
                  <a:gd name="connsiteX0" fmla="*/ 651601 w 651601"/>
                  <a:gd name="connsiteY0" fmla="*/ 325801 h 651601"/>
                  <a:gd name="connsiteX1" fmla="*/ 325801 w 651601"/>
                  <a:gd name="connsiteY1" fmla="*/ 651602 h 651601"/>
                  <a:gd name="connsiteX2" fmla="*/ 0 w 651601"/>
                  <a:gd name="connsiteY2" fmla="*/ 325801 h 651601"/>
                  <a:gd name="connsiteX3" fmla="*/ 325801 w 651601"/>
                  <a:gd name="connsiteY3" fmla="*/ 0 h 651601"/>
                  <a:gd name="connsiteX4" fmla="*/ 651601 w 651601"/>
                  <a:gd name="connsiteY4" fmla="*/ 325801 h 6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601" h="651601">
                    <a:moveTo>
                      <a:pt x="651601" y="325801"/>
                    </a:moveTo>
                    <a:cubicBezTo>
                      <a:pt x="651601" y="505735"/>
                      <a:pt x="505735" y="651602"/>
                      <a:pt x="325801" y="651602"/>
                    </a:cubicBezTo>
                    <a:cubicBezTo>
                      <a:pt x="145866" y="651602"/>
                      <a:pt x="0" y="505735"/>
                      <a:pt x="0" y="325801"/>
                    </a:cubicBezTo>
                    <a:cubicBezTo>
                      <a:pt x="0" y="145866"/>
                      <a:pt x="145866" y="0"/>
                      <a:pt x="325801" y="0"/>
                    </a:cubicBezTo>
                    <a:cubicBezTo>
                      <a:pt x="505735" y="0"/>
                      <a:pt x="651601" y="145866"/>
                      <a:pt x="651601" y="325801"/>
                    </a:cubicBezTo>
                    <a:close/>
                  </a:path>
                </a:pathLst>
              </a:custGeom>
              <a:noFill/>
              <a:ln w="6350" cap="flat">
                <a:solidFill>
                  <a:schemeClr val="accent2"/>
                </a:solidFill>
                <a:prstDash val="solid"/>
                <a:miter/>
              </a:ln>
            </p:spPr>
            <p:txBody>
              <a:bodyPr rtlCol="0" anchor="ctr"/>
              <a:lstStyle/>
              <a:p>
                <a:endParaRPr lang="en-US"/>
              </a:p>
            </p:txBody>
          </p:sp>
        </p:grpSp>
      </p:grpSp>
      <p:sp>
        <p:nvSpPr>
          <p:cNvPr id="14" name="Footer Placeholder 13">
            <a:extLst>
              <a:ext uri="{FF2B5EF4-FFF2-40B4-BE49-F238E27FC236}">
                <a16:creationId xmlns:a16="http://schemas.microsoft.com/office/drawing/2014/main" id="{8B1BFACE-16C4-8D5F-D215-24FB73160742}"/>
              </a:ext>
            </a:extLst>
          </p:cNvPr>
          <p:cNvSpPr>
            <a:spLocks noGrp="1"/>
          </p:cNvSpPr>
          <p:nvPr>
            <p:ph type="ftr" sz="quarter" idx="11"/>
          </p:nvPr>
        </p:nvSpPr>
        <p:spPr/>
        <p:txBody>
          <a:bodyPr/>
          <a:lstStyle/>
          <a:p>
            <a:r>
              <a:rPr lang="en-US"/>
              <a:t>© Solace   |   Proprietary &amp; Confidential</a:t>
            </a:r>
          </a:p>
        </p:txBody>
      </p:sp>
      <p:sp>
        <p:nvSpPr>
          <p:cNvPr id="34" name="Slide Number Placeholder 33">
            <a:extLst>
              <a:ext uri="{FF2B5EF4-FFF2-40B4-BE49-F238E27FC236}">
                <a16:creationId xmlns:a16="http://schemas.microsoft.com/office/drawing/2014/main" id="{5985F65F-C79E-326A-2CDA-4BD9345DFD52}"/>
              </a:ext>
            </a:extLst>
          </p:cNvPr>
          <p:cNvSpPr>
            <a:spLocks noGrp="1"/>
          </p:cNvSpPr>
          <p:nvPr>
            <p:ph type="sldNum" sz="quarter" idx="12"/>
          </p:nvPr>
        </p:nvSpPr>
        <p:spPr/>
        <p:txBody>
          <a:bodyPr/>
          <a:lstStyle/>
          <a:p>
            <a:fld id="{059D0BDF-8BE7-4C3F-9009-83FAF1F2140A}" type="slidenum">
              <a:rPr lang="en-US" smtClean="0"/>
              <a:pPr/>
              <a:t>‹Nr.›</a:t>
            </a:fld>
            <a:endParaRPr lang="en-US"/>
          </a:p>
        </p:txBody>
      </p:sp>
      <p:cxnSp>
        <p:nvCxnSpPr>
          <p:cNvPr id="36" name="Straight Connector 35">
            <a:extLst>
              <a:ext uri="{FF2B5EF4-FFF2-40B4-BE49-F238E27FC236}">
                <a16:creationId xmlns:a16="http://schemas.microsoft.com/office/drawing/2014/main" id="{99E720A2-8E73-02A2-9CD1-B84C8DEDA97D}"/>
              </a:ext>
            </a:extLst>
          </p:cNvPr>
          <p:cNvCxnSpPr>
            <a:cxnSpLocks/>
          </p:cNvCxnSpPr>
          <p:nvPr userDrawn="1"/>
        </p:nvCxnSpPr>
        <p:spPr>
          <a:xfrm>
            <a:off x="3357563" y="3644900"/>
            <a:ext cx="2666503" cy="34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0570765"/>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White Cov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4" y="836712"/>
            <a:ext cx="5473700" cy="2448049"/>
          </a:xfrm>
          <a:prstGeom prst="rect">
            <a:avLst/>
          </a:prstGeom>
        </p:spPr>
        <p:txBody>
          <a:bodyPr anchor="b"/>
          <a:lstStyle>
            <a:lvl1pPr algn="r">
              <a:defRPr sz="4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1343024" y="4004841"/>
            <a:ext cx="4681539" cy="792485"/>
          </a:xfrm>
          <a:prstGeom prst="rect">
            <a:avLst/>
          </a:prstGeom>
        </p:spPr>
        <p:txBody>
          <a:bodyPr/>
          <a:lstStyle>
            <a:lvl1pPr marL="0" indent="0" algn="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1343023" y="4940969"/>
            <a:ext cx="4681539" cy="216000"/>
          </a:xfrm>
        </p:spPr>
        <p:txBody>
          <a:bodyPr>
            <a:noAutofit/>
          </a:bodyPr>
          <a:lstStyle>
            <a:lvl1pPr algn="r">
              <a:defRPr sz="1200" b="0"/>
            </a:lvl1pPr>
            <a:lvl2pPr marL="7937" indent="0">
              <a:buNone/>
              <a:defRPr/>
            </a:lvl2pPr>
          </a:lstStyle>
          <a:p>
            <a:pPr lvl="0"/>
            <a:r>
              <a:rPr lang="en-US"/>
              <a:t>Click to edit Master text styles</a:t>
            </a:r>
          </a:p>
        </p:txBody>
      </p:sp>
      <p:sp>
        <p:nvSpPr>
          <p:cNvPr id="14" name="Picture Placeholder 13">
            <a:extLst>
              <a:ext uri="{FF2B5EF4-FFF2-40B4-BE49-F238E27FC236}">
                <a16:creationId xmlns:a16="http://schemas.microsoft.com/office/drawing/2014/main" id="{597D705B-FD6E-5D21-AE75-E0D648A176C0}"/>
              </a:ext>
            </a:extLst>
          </p:cNvPr>
          <p:cNvSpPr>
            <a:spLocks noGrp="1"/>
          </p:cNvSpPr>
          <p:nvPr>
            <p:ph type="pic" sz="quarter" idx="11"/>
          </p:nvPr>
        </p:nvSpPr>
        <p:spPr>
          <a:xfrm>
            <a:off x="6959600" y="836712"/>
            <a:ext cx="4681538" cy="4681538"/>
          </a:xfrm>
        </p:spPr>
        <p:txBody>
          <a:bodyPr/>
          <a:lstStyle/>
          <a:p>
            <a:endParaRPr lang="en-US"/>
          </a:p>
        </p:txBody>
      </p:sp>
      <p:sp>
        <p:nvSpPr>
          <p:cNvPr id="5" name="Footer Placeholder 4">
            <a:extLst>
              <a:ext uri="{FF2B5EF4-FFF2-40B4-BE49-F238E27FC236}">
                <a16:creationId xmlns:a16="http://schemas.microsoft.com/office/drawing/2014/main" id="{4807A176-DCF7-5B9F-9B5B-5EB7CBACB73E}"/>
              </a:ext>
            </a:extLst>
          </p:cNvPr>
          <p:cNvSpPr>
            <a:spLocks noGrp="1"/>
          </p:cNvSpPr>
          <p:nvPr>
            <p:ph type="ftr" sz="quarter" idx="12"/>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66DCED80-8344-2C03-8D60-01696E11AB6D}"/>
              </a:ext>
            </a:extLst>
          </p:cNvPr>
          <p:cNvSpPr>
            <a:spLocks noGrp="1"/>
          </p:cNvSpPr>
          <p:nvPr>
            <p:ph type="sldNum" sz="quarter" idx="13"/>
          </p:nvPr>
        </p:nvSpPr>
        <p:spPr/>
        <p:txBody>
          <a:bodyPr/>
          <a:lstStyle/>
          <a:p>
            <a:fld id="{059D0BDF-8BE7-4C3F-9009-83FAF1F2140A}" type="slidenum">
              <a:rPr lang="en-US" smtClean="0"/>
              <a:pPr/>
              <a:t>‹Nr.›</a:t>
            </a:fld>
            <a:endParaRPr lang="en-US"/>
          </a:p>
        </p:txBody>
      </p:sp>
      <p:cxnSp>
        <p:nvCxnSpPr>
          <p:cNvPr id="8" name="Straight Connector 7">
            <a:extLst>
              <a:ext uri="{FF2B5EF4-FFF2-40B4-BE49-F238E27FC236}">
                <a16:creationId xmlns:a16="http://schemas.microsoft.com/office/drawing/2014/main" id="{480E6B12-F1B2-16E3-6D92-6C94E647C03D}"/>
              </a:ext>
            </a:extLst>
          </p:cNvPr>
          <p:cNvCxnSpPr>
            <a:cxnSpLocks/>
          </p:cNvCxnSpPr>
          <p:nvPr userDrawn="1"/>
        </p:nvCxnSpPr>
        <p:spPr>
          <a:xfrm>
            <a:off x="3357563" y="3644900"/>
            <a:ext cx="2666503" cy="34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806962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_White Cover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4" y="836712"/>
            <a:ext cx="5473700" cy="2448049"/>
          </a:xfrm>
          <a:prstGeom prst="rect">
            <a:avLst/>
          </a:prstGeom>
        </p:spPr>
        <p:txBody>
          <a:bodyPr anchor="b"/>
          <a:lstStyle>
            <a:lvl1pPr algn="r">
              <a:defRPr sz="4800">
                <a:solidFill>
                  <a:schemeClr val="tx1"/>
                </a:solidFill>
              </a:defRPr>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1343024" y="4004841"/>
            <a:ext cx="4681539" cy="792485"/>
          </a:xfrm>
          <a:prstGeom prst="rect">
            <a:avLst/>
          </a:prstGeom>
        </p:spPr>
        <p:txBody>
          <a:bodyPr/>
          <a:lstStyle>
            <a:lvl1pPr marL="0" indent="0" algn="r">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1343023" y="4940969"/>
            <a:ext cx="4681539" cy="216000"/>
          </a:xfrm>
        </p:spPr>
        <p:txBody>
          <a:bodyPr>
            <a:noAutofit/>
          </a:bodyPr>
          <a:lstStyle>
            <a:lvl1pPr algn="r">
              <a:defRPr sz="1200" b="0"/>
            </a:lvl1pPr>
            <a:lvl2pPr marL="7937" indent="0">
              <a:buNone/>
              <a:defRPr/>
            </a:lvl2pPr>
          </a:lstStyle>
          <a:p>
            <a:pPr lvl="0"/>
            <a:r>
              <a:rPr lang="en-US"/>
              <a:t>Click to edit Master text styles</a:t>
            </a:r>
          </a:p>
        </p:txBody>
      </p:sp>
      <p:grpSp>
        <p:nvGrpSpPr>
          <p:cNvPr id="5" name="Group 4">
            <a:extLst>
              <a:ext uri="{FF2B5EF4-FFF2-40B4-BE49-F238E27FC236}">
                <a16:creationId xmlns:a16="http://schemas.microsoft.com/office/drawing/2014/main" id="{6CD92BFD-36C4-49A1-D690-5237D9655006}"/>
              </a:ext>
            </a:extLst>
          </p:cNvPr>
          <p:cNvGrpSpPr/>
          <p:nvPr userDrawn="1"/>
        </p:nvGrpSpPr>
        <p:grpSpPr>
          <a:xfrm>
            <a:off x="6672064" y="764704"/>
            <a:ext cx="5193362" cy="4834784"/>
            <a:chOff x="5797318" y="332656"/>
            <a:chExt cx="6276674" cy="5843298"/>
          </a:xfrm>
        </p:grpSpPr>
        <p:sp>
          <p:nvSpPr>
            <p:cNvPr id="6" name="Graphic 41">
              <a:extLst>
                <a:ext uri="{FF2B5EF4-FFF2-40B4-BE49-F238E27FC236}">
                  <a16:creationId xmlns:a16="http://schemas.microsoft.com/office/drawing/2014/main" id="{4B582EBD-573E-70FB-47B4-2585AF28624A}"/>
                </a:ext>
              </a:extLst>
            </p:cNvPr>
            <p:cNvSpPr/>
            <p:nvPr/>
          </p:nvSpPr>
          <p:spPr>
            <a:xfrm>
              <a:off x="7885325" y="1731404"/>
              <a:ext cx="3755291" cy="3755291"/>
            </a:xfrm>
            <a:custGeom>
              <a:avLst/>
              <a:gdLst>
                <a:gd name="connsiteX0" fmla="*/ 2816541 w 3755291"/>
                <a:gd name="connsiteY0" fmla="*/ 1877789 h 3755291"/>
                <a:gd name="connsiteX1" fmla="*/ 1877789 w 3755291"/>
                <a:gd name="connsiteY1" fmla="*/ 2816541 h 3755291"/>
                <a:gd name="connsiteX2" fmla="*/ 2816541 w 3755291"/>
                <a:gd name="connsiteY2" fmla="*/ 3755292 h 3755291"/>
                <a:gd name="connsiteX3" fmla="*/ 3755292 w 3755291"/>
                <a:gd name="connsiteY3" fmla="*/ 2816541 h 3755291"/>
                <a:gd name="connsiteX4" fmla="*/ 2816541 w 3755291"/>
                <a:gd name="connsiteY4" fmla="*/ 1877789 h 3755291"/>
                <a:gd name="connsiteX5" fmla="*/ 938752 w 3755291"/>
                <a:gd name="connsiteY5" fmla="*/ 1877789 h 3755291"/>
                <a:gd name="connsiteX6" fmla="*/ 0 w 3755291"/>
                <a:gd name="connsiteY6" fmla="*/ 2816541 h 3755291"/>
                <a:gd name="connsiteX7" fmla="*/ 938752 w 3755291"/>
                <a:gd name="connsiteY7" fmla="*/ 3755292 h 3755291"/>
                <a:gd name="connsiteX8" fmla="*/ 1877503 w 3755291"/>
                <a:gd name="connsiteY8" fmla="*/ 2816541 h 3755291"/>
                <a:gd name="connsiteX9" fmla="*/ 938752 w 3755291"/>
                <a:gd name="connsiteY9" fmla="*/ 1877789 h 3755291"/>
                <a:gd name="connsiteX10" fmla="*/ 2816541 w 3755291"/>
                <a:gd name="connsiteY10" fmla="*/ 1877789 h 3755291"/>
                <a:gd name="connsiteX11" fmla="*/ 3755292 w 3755291"/>
                <a:gd name="connsiteY11" fmla="*/ 939038 h 3755291"/>
                <a:gd name="connsiteX12" fmla="*/ 2816541 w 3755291"/>
                <a:gd name="connsiteY12" fmla="*/ 0 h 3755291"/>
                <a:gd name="connsiteX13" fmla="*/ 1877789 w 3755291"/>
                <a:gd name="connsiteY13" fmla="*/ 938752 h 3755291"/>
                <a:gd name="connsiteX14" fmla="*/ 2816541 w 3755291"/>
                <a:gd name="connsiteY14" fmla="*/ 1877503 h 3755291"/>
                <a:gd name="connsiteX15" fmla="*/ 1877789 w 3755291"/>
                <a:gd name="connsiteY15" fmla="*/ 938752 h 3755291"/>
                <a:gd name="connsiteX16" fmla="*/ 938752 w 3755291"/>
                <a:gd name="connsiteY16" fmla="*/ 0 h 3755291"/>
                <a:gd name="connsiteX17" fmla="*/ 0 w 3755291"/>
                <a:gd name="connsiteY17" fmla="*/ 938752 h 3755291"/>
                <a:gd name="connsiteX18" fmla="*/ 938752 w 3755291"/>
                <a:gd name="connsiteY18" fmla="*/ 1877503 h 3755291"/>
                <a:gd name="connsiteX19" fmla="*/ 1877503 w 3755291"/>
                <a:gd name="connsiteY19" fmla="*/ 938752 h 3755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755291" h="3755291">
                  <a:moveTo>
                    <a:pt x="2816541" y="1877789"/>
                  </a:moveTo>
                  <a:cubicBezTo>
                    <a:pt x="2298096" y="1877789"/>
                    <a:pt x="1877789" y="2298096"/>
                    <a:pt x="1877789" y="2816541"/>
                  </a:cubicBezTo>
                  <a:cubicBezTo>
                    <a:pt x="1877789" y="3334985"/>
                    <a:pt x="2298096" y="3755292"/>
                    <a:pt x="2816541" y="3755292"/>
                  </a:cubicBezTo>
                  <a:cubicBezTo>
                    <a:pt x="3334985" y="3755292"/>
                    <a:pt x="3755292" y="3334985"/>
                    <a:pt x="3755292" y="2816541"/>
                  </a:cubicBezTo>
                  <a:cubicBezTo>
                    <a:pt x="3755292" y="2298096"/>
                    <a:pt x="3334985" y="1877789"/>
                    <a:pt x="2816541" y="1877789"/>
                  </a:cubicBezTo>
                  <a:close/>
                  <a:moveTo>
                    <a:pt x="938752" y="1877789"/>
                  </a:moveTo>
                  <a:cubicBezTo>
                    <a:pt x="420307" y="1877789"/>
                    <a:pt x="0" y="2298096"/>
                    <a:pt x="0" y="2816541"/>
                  </a:cubicBezTo>
                  <a:cubicBezTo>
                    <a:pt x="0" y="3334985"/>
                    <a:pt x="420307" y="3755292"/>
                    <a:pt x="938752" y="3755292"/>
                  </a:cubicBezTo>
                  <a:cubicBezTo>
                    <a:pt x="1457196" y="3755292"/>
                    <a:pt x="1877503" y="3334985"/>
                    <a:pt x="1877503" y="2816541"/>
                  </a:cubicBezTo>
                  <a:cubicBezTo>
                    <a:pt x="1877503" y="2298096"/>
                    <a:pt x="1457196" y="1877789"/>
                    <a:pt x="938752" y="1877789"/>
                  </a:cubicBezTo>
                  <a:close/>
                  <a:moveTo>
                    <a:pt x="2816541" y="1877789"/>
                  </a:moveTo>
                  <a:cubicBezTo>
                    <a:pt x="3334985" y="1877789"/>
                    <a:pt x="3755292" y="1457482"/>
                    <a:pt x="3755292" y="939038"/>
                  </a:cubicBezTo>
                  <a:cubicBezTo>
                    <a:pt x="3755292" y="420593"/>
                    <a:pt x="3335272" y="0"/>
                    <a:pt x="2816541" y="0"/>
                  </a:cubicBezTo>
                  <a:cubicBezTo>
                    <a:pt x="2297810" y="0"/>
                    <a:pt x="1877789" y="420307"/>
                    <a:pt x="1877789" y="938752"/>
                  </a:cubicBezTo>
                  <a:cubicBezTo>
                    <a:pt x="1877789" y="1457196"/>
                    <a:pt x="2298096" y="1877503"/>
                    <a:pt x="2816541" y="1877503"/>
                  </a:cubicBezTo>
                  <a:close/>
                  <a:moveTo>
                    <a:pt x="1877789" y="938752"/>
                  </a:moveTo>
                  <a:cubicBezTo>
                    <a:pt x="1877789" y="420307"/>
                    <a:pt x="1457482" y="0"/>
                    <a:pt x="938752" y="0"/>
                  </a:cubicBezTo>
                  <a:cubicBezTo>
                    <a:pt x="420020" y="0"/>
                    <a:pt x="0" y="420307"/>
                    <a:pt x="0" y="938752"/>
                  </a:cubicBezTo>
                  <a:cubicBezTo>
                    <a:pt x="0" y="1457196"/>
                    <a:pt x="420307" y="1877503"/>
                    <a:pt x="938752" y="1877503"/>
                  </a:cubicBezTo>
                  <a:cubicBezTo>
                    <a:pt x="1457196" y="1877503"/>
                    <a:pt x="1877503" y="1457196"/>
                    <a:pt x="1877503" y="938752"/>
                  </a:cubicBezTo>
                  <a:close/>
                </a:path>
              </a:pathLst>
            </a:custGeom>
            <a:gradFill>
              <a:gsLst>
                <a:gs pos="0">
                  <a:schemeClr val="accent2"/>
                </a:gs>
                <a:gs pos="87000">
                  <a:srgbClr val="00C895">
                    <a:shade val="100000"/>
                    <a:satMod val="115000"/>
                  </a:srgbClr>
                </a:gs>
              </a:gsLst>
              <a:lin ang="2700000" scaled="1"/>
            </a:gradFill>
            <a:ln w="28575" cap="flat">
              <a:noFill/>
              <a:prstDash val="solid"/>
              <a:miter/>
            </a:ln>
          </p:spPr>
          <p:txBody>
            <a:bodyPr rtlCol="0" anchor="ctr"/>
            <a:lstStyle/>
            <a:p>
              <a:endParaRPr lang="en-US"/>
            </a:p>
          </p:txBody>
        </p:sp>
        <p:grpSp>
          <p:nvGrpSpPr>
            <p:cNvPr id="9" name="Graphic 4">
              <a:extLst>
                <a:ext uri="{FF2B5EF4-FFF2-40B4-BE49-F238E27FC236}">
                  <a16:creationId xmlns:a16="http://schemas.microsoft.com/office/drawing/2014/main" id="{7F003DB5-18AB-CB92-5006-3AE20CEADE21}"/>
                </a:ext>
              </a:extLst>
            </p:cNvPr>
            <p:cNvGrpSpPr/>
            <p:nvPr userDrawn="1"/>
          </p:nvGrpSpPr>
          <p:grpSpPr>
            <a:xfrm>
              <a:off x="5797318" y="2132856"/>
              <a:ext cx="4043098" cy="4043098"/>
              <a:chOff x="8800171" y="698369"/>
              <a:chExt cx="2346990" cy="2346990"/>
            </a:xfrm>
            <a:noFill/>
          </p:grpSpPr>
          <p:sp>
            <p:nvSpPr>
              <p:cNvPr id="21" name="Freeform: Shape 20">
                <a:extLst>
                  <a:ext uri="{FF2B5EF4-FFF2-40B4-BE49-F238E27FC236}">
                    <a16:creationId xmlns:a16="http://schemas.microsoft.com/office/drawing/2014/main" id="{6DC8F65E-CB97-D68F-D728-2BFCC84E4561}"/>
                  </a:ext>
                </a:extLst>
              </p:cNvPr>
              <p:cNvSpPr/>
              <p:nvPr/>
            </p:nvSpPr>
            <p:spPr>
              <a:xfrm>
                <a:off x="9386975" y="6983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94F25E8B-87E0-B541-86A9-0B997527D469}"/>
                  </a:ext>
                </a:extLst>
              </p:cNvPr>
              <p:cNvSpPr/>
              <p:nvPr/>
            </p:nvSpPr>
            <p:spPr>
              <a:xfrm>
                <a:off x="9386975"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7FFA6ACC-473C-2C2D-2066-4CF9C4CD675C}"/>
                  </a:ext>
                </a:extLst>
              </p:cNvPr>
              <p:cNvSpPr/>
              <p:nvPr/>
            </p:nvSpPr>
            <p:spPr>
              <a:xfrm>
                <a:off x="9973666" y="1285174"/>
                <a:ext cx="586690" cy="586690"/>
              </a:xfrm>
              <a:custGeom>
                <a:avLst/>
                <a:gdLst>
                  <a:gd name="connsiteX0" fmla="*/ 586691 w 586690"/>
                  <a:gd name="connsiteY0" fmla="*/ 293345 h 586690"/>
                  <a:gd name="connsiteX1" fmla="*/ 293346 w 586690"/>
                  <a:gd name="connsiteY1" fmla="*/ 586691 h 586690"/>
                  <a:gd name="connsiteX2" fmla="*/ 0 w 586690"/>
                  <a:gd name="connsiteY2" fmla="*/ 293345 h 586690"/>
                  <a:gd name="connsiteX3" fmla="*/ 293346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6" y="586691"/>
                    </a:cubicBezTo>
                    <a:cubicBezTo>
                      <a:pt x="131335" y="586691"/>
                      <a:pt x="0" y="455356"/>
                      <a:pt x="0" y="293345"/>
                    </a:cubicBezTo>
                    <a:cubicBezTo>
                      <a:pt x="0" y="131335"/>
                      <a:pt x="131335" y="0"/>
                      <a:pt x="293346"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27447E5-7416-0D79-6550-1EDE8795BAB9}"/>
                  </a:ext>
                </a:extLst>
              </p:cNvPr>
              <p:cNvSpPr/>
              <p:nvPr/>
            </p:nvSpPr>
            <p:spPr>
              <a:xfrm>
                <a:off x="10560470"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chemeClr val="tx1"/>
                </a:solid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AFB64D6A-98B8-7D49-5034-6E6130343CC6}"/>
                  </a:ext>
                </a:extLst>
              </p:cNvPr>
              <p:cNvSpPr/>
              <p:nvPr/>
            </p:nvSpPr>
            <p:spPr>
              <a:xfrm>
                <a:off x="9386975"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244AB58F-35D6-76E7-6A96-8BB0B247A5CC}"/>
                  </a:ext>
                </a:extLst>
              </p:cNvPr>
              <p:cNvSpPr/>
              <p:nvPr/>
            </p:nvSpPr>
            <p:spPr>
              <a:xfrm>
                <a:off x="8800171"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B56BB953-645C-2DB1-B367-3776F8F5221C}"/>
                  </a:ext>
                </a:extLst>
              </p:cNvPr>
              <p:cNvSpPr/>
              <p:nvPr/>
            </p:nvSpPr>
            <p:spPr>
              <a:xfrm>
                <a:off x="9386975" y="24586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chemeClr val="tx1"/>
                </a:solidFill>
                <a:prstDash val="solid"/>
                <a:miter/>
              </a:ln>
            </p:spPr>
            <p:txBody>
              <a:bodyPr rtlCol="0" anchor="ctr"/>
              <a:lstStyle/>
              <a:p>
                <a:endParaRPr lang="en-US"/>
              </a:p>
            </p:txBody>
          </p:sp>
        </p:grpSp>
        <p:grpSp>
          <p:nvGrpSpPr>
            <p:cNvPr id="11" name="Graphic 4">
              <a:extLst>
                <a:ext uri="{FF2B5EF4-FFF2-40B4-BE49-F238E27FC236}">
                  <a16:creationId xmlns:a16="http://schemas.microsoft.com/office/drawing/2014/main" id="{CE1C37B9-8134-A7DE-CB46-7AA6AD9F948B}"/>
                </a:ext>
              </a:extLst>
            </p:cNvPr>
            <p:cNvGrpSpPr/>
            <p:nvPr userDrawn="1"/>
          </p:nvGrpSpPr>
          <p:grpSpPr>
            <a:xfrm>
              <a:off x="8439748" y="332656"/>
              <a:ext cx="1568431" cy="1568431"/>
              <a:chOff x="6737333" y="3172458"/>
              <a:chExt cx="1303316" cy="1303316"/>
            </a:xfrm>
            <a:noFill/>
          </p:grpSpPr>
          <p:sp>
            <p:nvSpPr>
              <p:cNvPr id="13" name="Freeform: Shape 12">
                <a:extLst>
                  <a:ext uri="{FF2B5EF4-FFF2-40B4-BE49-F238E27FC236}">
                    <a16:creationId xmlns:a16="http://schemas.microsoft.com/office/drawing/2014/main" id="{10AB55F8-31A0-F272-D57E-4327EA8305D7}"/>
                  </a:ext>
                </a:extLst>
              </p:cNvPr>
              <p:cNvSpPr/>
              <p:nvPr/>
            </p:nvSpPr>
            <p:spPr>
              <a:xfrm>
                <a:off x="6737333" y="3498145"/>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8"/>
                      <a:pt x="325914" y="162957"/>
                    </a:cubicBezTo>
                    <a:close/>
                  </a:path>
                </a:pathLst>
              </a:custGeom>
              <a:noFill/>
              <a:ln w="9525" cap="flat">
                <a:solidFill>
                  <a:schemeClr val="accent1"/>
                </a:solid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197509D5-73F7-05FB-BFDB-B77904D87C7C}"/>
                  </a:ext>
                </a:extLst>
              </p:cNvPr>
              <p:cNvSpPr/>
              <p:nvPr/>
            </p:nvSpPr>
            <p:spPr>
              <a:xfrm>
                <a:off x="6737333"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16" name="Freeform: Shape 15">
                <a:extLst>
                  <a:ext uri="{FF2B5EF4-FFF2-40B4-BE49-F238E27FC236}">
                    <a16:creationId xmlns:a16="http://schemas.microsoft.com/office/drawing/2014/main" id="{2580D843-07B7-EB97-7433-9E0FC6203617}"/>
                  </a:ext>
                </a:extLst>
              </p:cNvPr>
              <p:cNvSpPr/>
              <p:nvPr/>
            </p:nvSpPr>
            <p:spPr>
              <a:xfrm>
                <a:off x="7714736"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56A99D9B-E6A5-D506-3CB7-3FE2CAB34A43}"/>
                  </a:ext>
                </a:extLst>
              </p:cNvPr>
              <p:cNvSpPr/>
              <p:nvPr/>
            </p:nvSpPr>
            <p:spPr>
              <a:xfrm>
                <a:off x="7388935"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0822A634-A566-3095-A3A1-377BB11AAC43}"/>
                  </a:ext>
                </a:extLst>
              </p:cNvPr>
              <p:cNvSpPr/>
              <p:nvPr/>
            </p:nvSpPr>
            <p:spPr>
              <a:xfrm>
                <a:off x="7063134"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F7839078-6E36-1B38-C796-8CC92F1E2D61}"/>
                  </a:ext>
                </a:extLst>
              </p:cNvPr>
              <p:cNvSpPr/>
              <p:nvPr/>
            </p:nvSpPr>
            <p:spPr>
              <a:xfrm>
                <a:off x="7063134" y="4149860"/>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6"/>
                      <a:pt x="0" y="162957"/>
                    </a:cubicBezTo>
                    <a:cubicBezTo>
                      <a:pt x="0" y="72958"/>
                      <a:pt x="72958" y="0"/>
                      <a:pt x="162957" y="0"/>
                    </a:cubicBezTo>
                    <a:cubicBezTo>
                      <a:pt x="252956" y="0"/>
                      <a:pt x="325914" y="72959"/>
                      <a:pt x="325914" y="162957"/>
                    </a:cubicBezTo>
                    <a:close/>
                  </a:path>
                </a:pathLst>
              </a:custGeom>
              <a:noFill/>
              <a:ln w="9525" cap="flat">
                <a:solidFill>
                  <a:schemeClr val="accent1"/>
                </a:solidFill>
                <a:prstDash val="solid"/>
                <a:miter/>
              </a:ln>
            </p:spPr>
            <p:txBody>
              <a:bodyPr rtlCol="0" anchor="ctr"/>
              <a:lstStyle/>
              <a:p>
                <a:endParaRPr lang="en-US"/>
              </a:p>
            </p:txBody>
          </p:sp>
          <p:sp>
            <p:nvSpPr>
              <p:cNvPr id="20" name="Freeform: Shape 19">
                <a:extLst>
                  <a:ext uri="{FF2B5EF4-FFF2-40B4-BE49-F238E27FC236}">
                    <a16:creationId xmlns:a16="http://schemas.microsoft.com/office/drawing/2014/main" id="{6F01975D-9061-B6D0-D41E-BB672376CE8F}"/>
                  </a:ext>
                </a:extLst>
              </p:cNvPr>
              <p:cNvSpPr/>
              <p:nvPr/>
            </p:nvSpPr>
            <p:spPr>
              <a:xfrm>
                <a:off x="7389048" y="3172458"/>
                <a:ext cx="651601" cy="651601"/>
              </a:xfrm>
              <a:custGeom>
                <a:avLst/>
                <a:gdLst>
                  <a:gd name="connsiteX0" fmla="*/ 651601 w 651601"/>
                  <a:gd name="connsiteY0" fmla="*/ 325801 h 651601"/>
                  <a:gd name="connsiteX1" fmla="*/ 325801 w 651601"/>
                  <a:gd name="connsiteY1" fmla="*/ 651602 h 651601"/>
                  <a:gd name="connsiteX2" fmla="*/ 0 w 651601"/>
                  <a:gd name="connsiteY2" fmla="*/ 325801 h 651601"/>
                  <a:gd name="connsiteX3" fmla="*/ 325801 w 651601"/>
                  <a:gd name="connsiteY3" fmla="*/ 0 h 651601"/>
                  <a:gd name="connsiteX4" fmla="*/ 651601 w 651601"/>
                  <a:gd name="connsiteY4" fmla="*/ 325801 h 6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601" h="651601">
                    <a:moveTo>
                      <a:pt x="651601" y="325801"/>
                    </a:moveTo>
                    <a:cubicBezTo>
                      <a:pt x="651601" y="505735"/>
                      <a:pt x="505735" y="651602"/>
                      <a:pt x="325801" y="651602"/>
                    </a:cubicBezTo>
                    <a:cubicBezTo>
                      <a:pt x="145866" y="651602"/>
                      <a:pt x="0" y="505735"/>
                      <a:pt x="0" y="325801"/>
                    </a:cubicBezTo>
                    <a:cubicBezTo>
                      <a:pt x="0" y="145866"/>
                      <a:pt x="145866" y="0"/>
                      <a:pt x="325801" y="0"/>
                    </a:cubicBezTo>
                    <a:cubicBezTo>
                      <a:pt x="505735" y="0"/>
                      <a:pt x="651601" y="145866"/>
                      <a:pt x="651601" y="325801"/>
                    </a:cubicBezTo>
                    <a:close/>
                  </a:path>
                </a:pathLst>
              </a:custGeom>
              <a:noFill/>
              <a:ln w="9525" cap="flat">
                <a:solidFill>
                  <a:schemeClr val="accent1"/>
                </a:solidFill>
                <a:prstDash val="solid"/>
                <a:miter/>
              </a:ln>
            </p:spPr>
            <p:txBody>
              <a:bodyPr rtlCol="0" anchor="ctr"/>
              <a:lstStyle/>
              <a:p>
                <a:endParaRPr lang="en-US"/>
              </a:p>
            </p:txBody>
          </p:sp>
        </p:grpSp>
        <p:pic>
          <p:nvPicPr>
            <p:cNvPr id="12" name="Graphic 11">
              <a:extLst>
                <a:ext uri="{FF2B5EF4-FFF2-40B4-BE49-F238E27FC236}">
                  <a16:creationId xmlns:a16="http://schemas.microsoft.com/office/drawing/2014/main" id="{28C5C117-6772-0B3F-B242-116E0EEBEB6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1140542" y="4149080"/>
              <a:ext cx="933450" cy="628650"/>
            </a:xfrm>
            <a:prstGeom prst="rect">
              <a:avLst/>
            </a:prstGeom>
          </p:spPr>
        </p:pic>
      </p:grpSp>
      <p:sp>
        <p:nvSpPr>
          <p:cNvPr id="14" name="Footer Placeholder 13">
            <a:extLst>
              <a:ext uri="{FF2B5EF4-FFF2-40B4-BE49-F238E27FC236}">
                <a16:creationId xmlns:a16="http://schemas.microsoft.com/office/drawing/2014/main" id="{A13CB243-44C1-F6F9-A894-48972650F803}"/>
              </a:ext>
            </a:extLst>
          </p:cNvPr>
          <p:cNvSpPr>
            <a:spLocks noGrp="1"/>
          </p:cNvSpPr>
          <p:nvPr>
            <p:ph type="ftr" sz="quarter" idx="11"/>
          </p:nvPr>
        </p:nvSpPr>
        <p:spPr/>
        <p:txBody>
          <a:bodyPr/>
          <a:lstStyle/>
          <a:p>
            <a:r>
              <a:rPr lang="en-US"/>
              <a:t>© Solace   |   Proprietary &amp; Confidential</a:t>
            </a:r>
          </a:p>
        </p:txBody>
      </p:sp>
      <p:sp>
        <p:nvSpPr>
          <p:cNvPr id="28" name="Slide Number Placeholder 27">
            <a:extLst>
              <a:ext uri="{FF2B5EF4-FFF2-40B4-BE49-F238E27FC236}">
                <a16:creationId xmlns:a16="http://schemas.microsoft.com/office/drawing/2014/main" id="{25AA9A5A-A367-8D0A-D191-34683CE230DC}"/>
              </a:ext>
            </a:extLst>
          </p:cNvPr>
          <p:cNvSpPr>
            <a:spLocks noGrp="1"/>
          </p:cNvSpPr>
          <p:nvPr>
            <p:ph type="sldNum" sz="quarter" idx="12"/>
          </p:nvPr>
        </p:nvSpPr>
        <p:spPr/>
        <p:txBody>
          <a:bodyPr/>
          <a:lstStyle/>
          <a:p>
            <a:fld id="{059D0BDF-8BE7-4C3F-9009-83FAF1F2140A}" type="slidenum">
              <a:rPr lang="en-US" smtClean="0"/>
              <a:pPr/>
              <a:t>‹Nr.›</a:t>
            </a:fld>
            <a:endParaRPr lang="en-US"/>
          </a:p>
        </p:txBody>
      </p:sp>
      <p:cxnSp>
        <p:nvCxnSpPr>
          <p:cNvPr id="8" name="Straight Connector 7">
            <a:extLst>
              <a:ext uri="{FF2B5EF4-FFF2-40B4-BE49-F238E27FC236}">
                <a16:creationId xmlns:a16="http://schemas.microsoft.com/office/drawing/2014/main" id="{94A594FD-8A50-7193-07B8-4E4810456FCA}"/>
              </a:ext>
            </a:extLst>
          </p:cNvPr>
          <p:cNvCxnSpPr>
            <a:cxnSpLocks/>
          </p:cNvCxnSpPr>
          <p:nvPr userDrawn="1"/>
        </p:nvCxnSpPr>
        <p:spPr>
          <a:xfrm>
            <a:off x="3357563" y="3644900"/>
            <a:ext cx="2666503" cy="34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0947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_Green Divider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0B96E-5982-9F5C-E74C-271F54C46AE6}"/>
              </a:ext>
            </a:extLst>
          </p:cNvPr>
          <p:cNvSpPr>
            <a:spLocks noGrp="1"/>
          </p:cNvSpPr>
          <p:nvPr>
            <p:ph type="title"/>
          </p:nvPr>
        </p:nvSpPr>
        <p:spPr>
          <a:xfrm>
            <a:off x="550863" y="1341001"/>
            <a:ext cx="6408737" cy="3240521"/>
          </a:xfrm>
        </p:spPr>
        <p:txBody>
          <a:bodyPr/>
          <a:lstStyle>
            <a:lvl1pPr>
              <a:defRPr sz="4800"/>
            </a:lvl1pPr>
          </a:lstStyle>
          <a:p>
            <a:r>
              <a:rPr lang="en-US"/>
              <a:t>Click to edit Master title style</a:t>
            </a:r>
          </a:p>
        </p:txBody>
      </p:sp>
      <p:pic>
        <p:nvPicPr>
          <p:cNvPr id="7" name="Graphic 6">
            <a:extLst>
              <a:ext uri="{FF2B5EF4-FFF2-40B4-BE49-F238E27FC236}">
                <a16:creationId xmlns:a16="http://schemas.microsoft.com/office/drawing/2014/main" id="{B032D485-ACCA-B604-40F4-1FC1C8085F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38508" y="6237650"/>
            <a:ext cx="1402108" cy="360000"/>
          </a:xfrm>
          <a:prstGeom prst="rect">
            <a:avLst/>
          </a:prstGeom>
        </p:spPr>
      </p:pic>
      <p:pic>
        <p:nvPicPr>
          <p:cNvPr id="9" name="Graphic 8">
            <a:extLst>
              <a:ext uri="{FF2B5EF4-FFF2-40B4-BE49-F238E27FC236}">
                <a16:creationId xmlns:a16="http://schemas.microsoft.com/office/drawing/2014/main" id="{7E41C8E6-FF96-D1BD-38D7-EFB76879CCA6}"/>
              </a:ext>
            </a:extLst>
          </p:cNvPr>
          <p:cNvPicPr>
            <a:picLocks noChangeAspect="1"/>
          </p:cNvPicPr>
          <p:nvPr userDrawn="1"/>
        </p:nvPicPr>
        <p:blipFill>
          <a:blip>
            <a:extLst>
              <a:ext uri="{96DAC541-7B7A-43D3-8B79-37D633B846F1}">
                <asvg:svgBlip xmlns:asvg="http://schemas.microsoft.com/office/drawing/2016/SVG/main" r:embed="rId3"/>
              </a:ext>
            </a:extLst>
          </a:blip>
          <a:srcRect r="3071"/>
          <a:stretch>
            <a:fillRect/>
          </a:stretch>
        </p:blipFill>
        <p:spPr>
          <a:xfrm>
            <a:off x="8276208" y="1041276"/>
            <a:ext cx="3915791" cy="3951586"/>
          </a:xfrm>
          <a:prstGeom prst="rect">
            <a:avLst/>
          </a:prstGeom>
        </p:spPr>
      </p:pic>
      <p:pic>
        <p:nvPicPr>
          <p:cNvPr id="15" name="Graphic 14">
            <a:extLst>
              <a:ext uri="{FF2B5EF4-FFF2-40B4-BE49-F238E27FC236}">
                <a16:creationId xmlns:a16="http://schemas.microsoft.com/office/drawing/2014/main" id="{31598EF9-C866-B6DA-45C5-F7E455BC8C07}"/>
              </a:ext>
            </a:extLst>
          </p:cNvPr>
          <p:cNvPicPr>
            <a:picLocks noChangeAspect="1"/>
          </p:cNvPicPr>
          <p:nvPr userDrawn="1"/>
        </p:nvPicPr>
        <p:blipFill>
          <a:blip>
            <a:extLst>
              <a:ext uri="{96DAC541-7B7A-43D3-8B79-37D633B846F1}">
                <asvg:svgBlip xmlns:asvg="http://schemas.microsoft.com/office/drawing/2016/SVG/main" r:embed="rId4"/>
              </a:ext>
            </a:extLst>
          </a:blip>
          <a:srcRect r="6865"/>
          <a:stretch>
            <a:fillRect/>
          </a:stretch>
        </p:blipFill>
        <p:spPr>
          <a:xfrm rot="16200000">
            <a:off x="10073939" y="126515"/>
            <a:ext cx="1348410" cy="1095375"/>
          </a:xfrm>
          <a:prstGeom prst="rect">
            <a:avLst/>
          </a:prstGeom>
        </p:spPr>
      </p:pic>
      <p:sp>
        <p:nvSpPr>
          <p:cNvPr id="5" name="Footer Placeholder 4">
            <a:extLst>
              <a:ext uri="{FF2B5EF4-FFF2-40B4-BE49-F238E27FC236}">
                <a16:creationId xmlns:a16="http://schemas.microsoft.com/office/drawing/2014/main" id="{FCDEC10E-2114-E07E-B0AF-9A467A71937F}"/>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07E13032-BFAD-674A-0A2B-9AFD0F129BC1}"/>
              </a:ext>
            </a:extLst>
          </p:cNvPr>
          <p:cNvSpPr>
            <a:spLocks noGrp="1"/>
          </p:cNvSpPr>
          <p:nvPr>
            <p:ph type="sldNum" sz="quarter" idx="11"/>
          </p:nvPr>
        </p:nvSpPr>
        <p:spPr/>
        <p:txBody>
          <a:bodyPr/>
          <a:lstStyle/>
          <a:p>
            <a:fld id="{059D0BDF-8BE7-4C3F-9009-83FAF1F2140A}" type="slidenum">
              <a:rPr lang="en-US" smtClean="0"/>
              <a:pPr/>
              <a:t>‹Nr.›</a:t>
            </a:fld>
            <a:endParaRPr lang="en-US"/>
          </a:p>
        </p:txBody>
      </p:sp>
      <p:cxnSp>
        <p:nvCxnSpPr>
          <p:cNvPr id="11" name="Straight Connector 10">
            <a:extLst>
              <a:ext uri="{FF2B5EF4-FFF2-40B4-BE49-F238E27FC236}">
                <a16:creationId xmlns:a16="http://schemas.microsoft.com/office/drawing/2014/main" id="{A83F231F-CE26-D738-6CCA-D4AF5D2B50DB}"/>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12" name="Graphic 11">
            <a:extLst>
              <a:ext uri="{FF2B5EF4-FFF2-40B4-BE49-F238E27FC236}">
                <a16:creationId xmlns:a16="http://schemas.microsoft.com/office/drawing/2014/main" id="{8EEEE403-D915-90AA-6977-84A123385670}"/>
              </a:ext>
            </a:extLst>
          </p:cNvPr>
          <p:cNvPicPr>
            <a:picLocks noChangeAspect="1"/>
          </p:cNvPicPr>
          <p:nvPr userDrawn="1"/>
        </p:nvPicPr>
        <p:blipFill>
          <a:blip>
            <a:extLst>
              <a:ext uri="{96DAC541-7B7A-43D3-8B79-37D633B846F1}">
                <asvg:svgBlip xmlns:asvg="http://schemas.microsoft.com/office/drawing/2016/SVG/main" r:embed="rId5"/>
              </a:ext>
            </a:extLst>
          </a:blip>
          <a:srcRect b="4943"/>
          <a:stretch>
            <a:fillRect/>
          </a:stretch>
        </p:blipFill>
        <p:spPr>
          <a:xfrm>
            <a:off x="5088000" y="2349000"/>
            <a:ext cx="4743450" cy="4509000"/>
          </a:xfrm>
          <a:prstGeom prst="rect">
            <a:avLst/>
          </a:prstGeom>
        </p:spPr>
      </p:pic>
    </p:spTree>
    <p:extLst>
      <p:ext uri="{BB962C8B-B14F-4D97-AF65-F5344CB8AC3E}">
        <p14:creationId xmlns:p14="http://schemas.microsoft.com/office/powerpoint/2010/main" val="2020922294"/>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Green Divider 1">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0B96E-5982-9F5C-E74C-271F54C46AE6}"/>
              </a:ext>
            </a:extLst>
          </p:cNvPr>
          <p:cNvSpPr>
            <a:spLocks noGrp="1"/>
          </p:cNvSpPr>
          <p:nvPr>
            <p:ph type="title"/>
          </p:nvPr>
        </p:nvSpPr>
        <p:spPr>
          <a:xfrm>
            <a:off x="550863" y="1341001"/>
            <a:ext cx="6408737" cy="3239995"/>
          </a:xfrm>
        </p:spPr>
        <p:txBody>
          <a:bodyPr/>
          <a:lstStyle>
            <a:lvl1pPr>
              <a:defRPr sz="4800"/>
            </a:lvl1pPr>
          </a:lstStyle>
          <a:p>
            <a:r>
              <a:rPr lang="en-US"/>
              <a:t>Click to edit Master title style</a:t>
            </a:r>
          </a:p>
        </p:txBody>
      </p:sp>
      <p:pic>
        <p:nvPicPr>
          <p:cNvPr id="7" name="Graphic 6">
            <a:extLst>
              <a:ext uri="{FF2B5EF4-FFF2-40B4-BE49-F238E27FC236}">
                <a16:creationId xmlns:a16="http://schemas.microsoft.com/office/drawing/2014/main" id="{B032D485-ACCA-B604-40F4-1FC1C8085F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38508" y="6237650"/>
            <a:ext cx="1402108" cy="360000"/>
          </a:xfrm>
          <a:prstGeom prst="rect">
            <a:avLst/>
          </a:prstGeom>
        </p:spPr>
      </p:pic>
      <p:pic>
        <p:nvPicPr>
          <p:cNvPr id="9" name="Graphic 8">
            <a:extLst>
              <a:ext uri="{FF2B5EF4-FFF2-40B4-BE49-F238E27FC236}">
                <a16:creationId xmlns:a16="http://schemas.microsoft.com/office/drawing/2014/main" id="{7E41C8E6-FF96-D1BD-38D7-EFB76879CCA6}"/>
              </a:ext>
            </a:extLst>
          </p:cNvPr>
          <p:cNvPicPr>
            <a:picLocks noChangeAspect="1"/>
          </p:cNvPicPr>
          <p:nvPr userDrawn="1"/>
        </p:nvPicPr>
        <p:blipFill>
          <a:blip>
            <a:extLst>
              <a:ext uri="{96DAC541-7B7A-43D3-8B79-37D633B846F1}">
                <asvg:svgBlip xmlns:asvg="http://schemas.microsoft.com/office/drawing/2016/SVG/main" r:embed="rId3"/>
              </a:ext>
            </a:extLst>
          </a:blip>
          <a:srcRect r="3071"/>
          <a:stretch>
            <a:fillRect/>
          </a:stretch>
        </p:blipFill>
        <p:spPr>
          <a:xfrm>
            <a:off x="8276208" y="1041276"/>
            <a:ext cx="3915791" cy="3951586"/>
          </a:xfrm>
          <a:prstGeom prst="rect">
            <a:avLst/>
          </a:prstGeom>
        </p:spPr>
      </p:pic>
      <p:pic>
        <p:nvPicPr>
          <p:cNvPr id="15" name="Graphic 14">
            <a:extLst>
              <a:ext uri="{FF2B5EF4-FFF2-40B4-BE49-F238E27FC236}">
                <a16:creationId xmlns:a16="http://schemas.microsoft.com/office/drawing/2014/main" id="{31598EF9-C866-B6DA-45C5-F7E455BC8C07}"/>
              </a:ext>
            </a:extLst>
          </p:cNvPr>
          <p:cNvPicPr>
            <a:picLocks noChangeAspect="1"/>
          </p:cNvPicPr>
          <p:nvPr userDrawn="1"/>
        </p:nvPicPr>
        <p:blipFill>
          <a:blip>
            <a:extLst>
              <a:ext uri="{96DAC541-7B7A-43D3-8B79-37D633B846F1}">
                <asvg:svgBlip xmlns:asvg="http://schemas.microsoft.com/office/drawing/2016/SVG/main" r:embed="rId4"/>
              </a:ext>
            </a:extLst>
          </a:blip>
          <a:srcRect r="6865"/>
          <a:stretch>
            <a:fillRect/>
          </a:stretch>
        </p:blipFill>
        <p:spPr>
          <a:xfrm rot="16200000">
            <a:off x="10073939" y="126515"/>
            <a:ext cx="1348410" cy="1095375"/>
          </a:xfrm>
          <a:prstGeom prst="rect">
            <a:avLst/>
          </a:prstGeom>
        </p:spPr>
      </p:pic>
      <p:sp>
        <p:nvSpPr>
          <p:cNvPr id="5" name="Footer Placeholder 4">
            <a:extLst>
              <a:ext uri="{FF2B5EF4-FFF2-40B4-BE49-F238E27FC236}">
                <a16:creationId xmlns:a16="http://schemas.microsoft.com/office/drawing/2014/main" id="{F1BD1B36-2C00-F65A-451D-1C6B220D515B}"/>
              </a:ext>
            </a:extLst>
          </p:cNvPr>
          <p:cNvSpPr>
            <a:spLocks noGrp="1"/>
          </p:cNvSpPr>
          <p:nvPr>
            <p:ph type="ftr" sz="quarter" idx="10"/>
          </p:nvPr>
        </p:nvSpPr>
        <p:spPr>
          <a:ln>
            <a:solidFill>
              <a:schemeClr val="bg1"/>
            </a:solidFill>
          </a:ln>
        </p:spPr>
        <p:txBody>
          <a:bodyPr/>
          <a:lstStyle>
            <a:lvl1pPr>
              <a:defRPr>
                <a:solidFill>
                  <a:schemeClr val="tx1"/>
                </a:solidFill>
              </a:defRPr>
            </a:lvl1pPr>
          </a:lstStyle>
          <a:p>
            <a:r>
              <a:rPr lang="en-US"/>
              <a:t>© Solace   |   Proprietary &amp; Confidential</a:t>
            </a:r>
          </a:p>
        </p:txBody>
      </p:sp>
      <p:pic>
        <p:nvPicPr>
          <p:cNvPr id="10" name="Graphic 9">
            <a:extLst>
              <a:ext uri="{FF2B5EF4-FFF2-40B4-BE49-F238E27FC236}">
                <a16:creationId xmlns:a16="http://schemas.microsoft.com/office/drawing/2014/main" id="{3E216BBF-AD11-64D7-E0AF-8D45D247604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10238508" y="6237352"/>
            <a:ext cx="1402108" cy="360000"/>
          </a:xfrm>
          <a:prstGeom prst="rect">
            <a:avLst/>
          </a:prstGeom>
        </p:spPr>
      </p:pic>
      <p:sp>
        <p:nvSpPr>
          <p:cNvPr id="11" name="Oval 10">
            <a:extLst>
              <a:ext uri="{FF2B5EF4-FFF2-40B4-BE49-F238E27FC236}">
                <a16:creationId xmlns:a16="http://schemas.microsoft.com/office/drawing/2014/main" id="{B50DAFA2-9C2D-40FC-BFC5-E1E6D2B83200}"/>
              </a:ext>
            </a:extLst>
          </p:cNvPr>
          <p:cNvSpPr/>
          <p:nvPr userDrawn="1"/>
        </p:nvSpPr>
        <p:spPr>
          <a:xfrm>
            <a:off x="552000" y="6381000"/>
            <a:ext cx="216000" cy="21635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a:extLst>
              <a:ext uri="{FF2B5EF4-FFF2-40B4-BE49-F238E27FC236}">
                <a16:creationId xmlns:a16="http://schemas.microsoft.com/office/drawing/2014/main" id="{852C6E6D-163E-8544-DE73-7D1CDA8650F4}"/>
              </a:ext>
            </a:extLst>
          </p:cNvPr>
          <p:cNvSpPr>
            <a:spLocks noGrp="1"/>
          </p:cNvSpPr>
          <p:nvPr>
            <p:ph type="sldNum" sz="quarter" idx="11"/>
          </p:nvPr>
        </p:nvSpPr>
        <p:spPr>
          <a:xfrm flipH="1">
            <a:off x="552000" y="6381000"/>
            <a:ext cx="216000" cy="216000"/>
          </a:xfrm>
        </p:spPr>
        <p:txBody>
          <a:bodyPr/>
          <a:lstStyle/>
          <a:p>
            <a:fld id="{059D0BDF-8BE7-4C3F-9009-83FAF1F2140A}" type="slidenum">
              <a:rPr lang="en-US" smtClean="0"/>
              <a:pPr/>
              <a:t>‹Nr.›</a:t>
            </a:fld>
            <a:endParaRPr lang="en-US"/>
          </a:p>
        </p:txBody>
      </p:sp>
      <p:cxnSp>
        <p:nvCxnSpPr>
          <p:cNvPr id="13" name="Straight Connector 12">
            <a:extLst>
              <a:ext uri="{FF2B5EF4-FFF2-40B4-BE49-F238E27FC236}">
                <a16:creationId xmlns:a16="http://schemas.microsoft.com/office/drawing/2014/main" id="{4B8D4E34-A7C3-E1B7-7486-438F6750315A}"/>
              </a:ext>
            </a:extLst>
          </p:cNvPr>
          <p:cNvCxnSpPr>
            <a:cxnSpLocks/>
          </p:cNvCxnSpPr>
          <p:nvPr userDrawn="1"/>
        </p:nvCxnSpPr>
        <p:spPr>
          <a:xfrm>
            <a:off x="0" y="1053000"/>
            <a:ext cx="3214382" cy="0"/>
          </a:xfrm>
          <a:prstGeom prst="line">
            <a:avLst/>
          </a:prstGeom>
          <a:ln w="31750" cap="flat">
            <a:solidFill>
              <a:schemeClr val="bg1"/>
            </a:solidFill>
          </a:ln>
        </p:spPr>
        <p:style>
          <a:lnRef idx="2">
            <a:schemeClr val="accent1"/>
          </a:lnRef>
          <a:fillRef idx="0">
            <a:schemeClr val="accent1"/>
          </a:fillRef>
          <a:effectRef idx="1">
            <a:schemeClr val="accent1"/>
          </a:effectRef>
          <a:fontRef idx="minor">
            <a:schemeClr val="tx1"/>
          </a:fontRef>
        </p:style>
      </p:cxnSp>
      <p:pic>
        <p:nvPicPr>
          <p:cNvPr id="16" name="Graphic 15">
            <a:extLst>
              <a:ext uri="{FF2B5EF4-FFF2-40B4-BE49-F238E27FC236}">
                <a16:creationId xmlns:a16="http://schemas.microsoft.com/office/drawing/2014/main" id="{FC61A1CB-D9F9-A727-40EB-A2C367E865DC}"/>
              </a:ext>
            </a:extLst>
          </p:cNvPr>
          <p:cNvPicPr>
            <a:picLocks noChangeAspect="1"/>
          </p:cNvPicPr>
          <p:nvPr userDrawn="1"/>
        </p:nvPicPr>
        <p:blipFill>
          <a:blip>
            <a:extLst>
              <a:ext uri="{96DAC541-7B7A-43D3-8B79-37D633B846F1}">
                <asvg:svgBlip xmlns:asvg="http://schemas.microsoft.com/office/drawing/2016/SVG/main" r:embed="rId6"/>
              </a:ext>
            </a:extLst>
          </a:blip>
          <a:srcRect b="4943"/>
          <a:stretch>
            <a:fillRect/>
          </a:stretch>
        </p:blipFill>
        <p:spPr>
          <a:xfrm>
            <a:off x="5088000" y="2349000"/>
            <a:ext cx="4743450" cy="4509000"/>
          </a:xfrm>
          <a:prstGeom prst="rect">
            <a:avLst/>
          </a:prstGeom>
        </p:spPr>
      </p:pic>
    </p:spTree>
    <p:extLst>
      <p:ext uri="{BB962C8B-B14F-4D97-AF65-F5344CB8AC3E}">
        <p14:creationId xmlns:p14="http://schemas.microsoft.com/office/powerpoint/2010/main" val="3829680950"/>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Green Divider 1">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0B96E-5982-9F5C-E74C-271F54C46AE6}"/>
              </a:ext>
            </a:extLst>
          </p:cNvPr>
          <p:cNvSpPr>
            <a:spLocks noGrp="1"/>
          </p:cNvSpPr>
          <p:nvPr>
            <p:ph type="title"/>
          </p:nvPr>
        </p:nvSpPr>
        <p:spPr>
          <a:xfrm>
            <a:off x="550863" y="1348408"/>
            <a:ext cx="5833169" cy="3233116"/>
          </a:xfrm>
        </p:spPr>
        <p:txBody>
          <a:bodyPr/>
          <a:lstStyle>
            <a:lvl1pPr>
              <a:defRPr sz="4800"/>
            </a:lvl1pPr>
          </a:lstStyle>
          <a:p>
            <a:r>
              <a:rPr lang="en-US"/>
              <a:t>Click to edit Master title style</a:t>
            </a:r>
          </a:p>
        </p:txBody>
      </p:sp>
      <p:pic>
        <p:nvPicPr>
          <p:cNvPr id="7" name="Graphic 6">
            <a:extLst>
              <a:ext uri="{FF2B5EF4-FFF2-40B4-BE49-F238E27FC236}">
                <a16:creationId xmlns:a16="http://schemas.microsoft.com/office/drawing/2014/main" id="{B032D485-ACCA-B604-40F4-1FC1C8085F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38508" y="6237650"/>
            <a:ext cx="1402108" cy="360000"/>
          </a:xfrm>
          <a:prstGeom prst="rect">
            <a:avLst/>
          </a:prstGeom>
        </p:spPr>
      </p:pic>
      <p:pic>
        <p:nvPicPr>
          <p:cNvPr id="9" name="Graphic 8">
            <a:extLst>
              <a:ext uri="{FF2B5EF4-FFF2-40B4-BE49-F238E27FC236}">
                <a16:creationId xmlns:a16="http://schemas.microsoft.com/office/drawing/2014/main" id="{7E41C8E6-FF96-D1BD-38D7-EFB76879CCA6}"/>
              </a:ext>
            </a:extLst>
          </p:cNvPr>
          <p:cNvPicPr>
            <a:picLocks noChangeAspect="1"/>
          </p:cNvPicPr>
          <p:nvPr userDrawn="1"/>
        </p:nvPicPr>
        <p:blipFill>
          <a:blip>
            <a:extLst>
              <a:ext uri="{96DAC541-7B7A-43D3-8B79-37D633B846F1}">
                <asvg:svgBlip xmlns:asvg="http://schemas.microsoft.com/office/drawing/2016/SVG/main" r:embed="rId3"/>
              </a:ext>
            </a:extLst>
          </a:blip>
          <a:srcRect r="3071"/>
          <a:stretch>
            <a:fillRect/>
          </a:stretch>
        </p:blipFill>
        <p:spPr>
          <a:xfrm>
            <a:off x="8276208" y="1041276"/>
            <a:ext cx="3915791" cy="3951586"/>
          </a:xfrm>
          <a:prstGeom prst="rect">
            <a:avLst/>
          </a:prstGeom>
        </p:spPr>
      </p:pic>
      <p:pic>
        <p:nvPicPr>
          <p:cNvPr id="15" name="Graphic 14">
            <a:extLst>
              <a:ext uri="{FF2B5EF4-FFF2-40B4-BE49-F238E27FC236}">
                <a16:creationId xmlns:a16="http://schemas.microsoft.com/office/drawing/2014/main" id="{31598EF9-C866-B6DA-45C5-F7E455BC8C07}"/>
              </a:ext>
            </a:extLst>
          </p:cNvPr>
          <p:cNvPicPr>
            <a:picLocks noChangeAspect="1"/>
          </p:cNvPicPr>
          <p:nvPr userDrawn="1"/>
        </p:nvPicPr>
        <p:blipFill>
          <a:blip>
            <a:extLst>
              <a:ext uri="{96DAC541-7B7A-43D3-8B79-37D633B846F1}">
                <asvg:svgBlip xmlns:asvg="http://schemas.microsoft.com/office/drawing/2016/SVG/main" r:embed="rId4"/>
              </a:ext>
            </a:extLst>
          </a:blip>
          <a:srcRect r="6865"/>
          <a:stretch>
            <a:fillRect/>
          </a:stretch>
        </p:blipFill>
        <p:spPr>
          <a:xfrm rot="16200000">
            <a:off x="10073939" y="126515"/>
            <a:ext cx="1348410" cy="1095375"/>
          </a:xfrm>
          <a:prstGeom prst="rect">
            <a:avLst/>
          </a:prstGeom>
        </p:spPr>
      </p:pic>
      <p:sp>
        <p:nvSpPr>
          <p:cNvPr id="5" name="Footer Placeholder 4">
            <a:extLst>
              <a:ext uri="{FF2B5EF4-FFF2-40B4-BE49-F238E27FC236}">
                <a16:creationId xmlns:a16="http://schemas.microsoft.com/office/drawing/2014/main" id="{F2A4254B-55D4-0929-C427-AAA71A9EF5B9}"/>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241FAC5A-F022-653C-A96C-B80EBBDE19A2}"/>
              </a:ext>
            </a:extLst>
          </p:cNvPr>
          <p:cNvSpPr>
            <a:spLocks noGrp="1"/>
          </p:cNvSpPr>
          <p:nvPr>
            <p:ph type="sldNum" sz="quarter" idx="11"/>
          </p:nvPr>
        </p:nvSpPr>
        <p:spPr/>
        <p:txBody>
          <a:bodyPr/>
          <a:lstStyle/>
          <a:p>
            <a:fld id="{059D0BDF-8BE7-4C3F-9009-83FAF1F2140A}" type="slidenum">
              <a:rPr lang="en-US" smtClean="0"/>
              <a:pPr/>
              <a:t>‹Nr.›</a:t>
            </a:fld>
            <a:endParaRPr lang="en-US"/>
          </a:p>
        </p:txBody>
      </p:sp>
      <p:cxnSp>
        <p:nvCxnSpPr>
          <p:cNvPr id="4" name="Straight Connector 3">
            <a:extLst>
              <a:ext uri="{FF2B5EF4-FFF2-40B4-BE49-F238E27FC236}">
                <a16:creationId xmlns:a16="http://schemas.microsoft.com/office/drawing/2014/main" id="{97BB5BD1-BFD0-3AC6-C718-D5707C28AFDC}"/>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10" name="Graphic 9">
            <a:extLst>
              <a:ext uri="{FF2B5EF4-FFF2-40B4-BE49-F238E27FC236}">
                <a16:creationId xmlns:a16="http://schemas.microsoft.com/office/drawing/2014/main" id="{F753A11D-F30A-BF3A-76C0-84C62D52A100}"/>
              </a:ext>
            </a:extLst>
          </p:cNvPr>
          <p:cNvPicPr>
            <a:picLocks noChangeAspect="1"/>
          </p:cNvPicPr>
          <p:nvPr userDrawn="1"/>
        </p:nvPicPr>
        <p:blipFill>
          <a:blip>
            <a:extLst>
              <a:ext uri="{96DAC541-7B7A-43D3-8B79-37D633B846F1}">
                <asvg:svgBlip xmlns:asvg="http://schemas.microsoft.com/office/drawing/2016/SVG/main" r:embed="rId5"/>
              </a:ext>
            </a:extLst>
          </a:blip>
          <a:srcRect b="4943"/>
          <a:stretch>
            <a:fillRect/>
          </a:stretch>
        </p:blipFill>
        <p:spPr>
          <a:xfrm>
            <a:off x="5088000" y="2349000"/>
            <a:ext cx="4743450" cy="4509000"/>
          </a:xfrm>
          <a:prstGeom prst="rect">
            <a:avLst/>
          </a:prstGeom>
        </p:spPr>
      </p:pic>
    </p:spTree>
    <p:extLst>
      <p:ext uri="{BB962C8B-B14F-4D97-AF65-F5344CB8AC3E}">
        <p14:creationId xmlns:p14="http://schemas.microsoft.com/office/powerpoint/2010/main" val="3727715584"/>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11088000" cy="4895850"/>
          </a:xfrm>
        </p:spPr>
        <p:txBody>
          <a:bodyPr>
            <a:noAutofit/>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626727E6-3E50-B9E4-63BF-50ED7121B7F3}"/>
              </a:ext>
            </a:extLst>
          </p:cNvPr>
          <p:cNvSpPr>
            <a:spLocks noGrp="1"/>
          </p:cNvSpPr>
          <p:nvPr>
            <p:ph type="sldNum" sz="quarter" idx="14"/>
          </p:nvPr>
        </p:nvSpPr>
        <p:spPr/>
        <p:txBody>
          <a:bodyPr/>
          <a:lstStyle/>
          <a:p>
            <a:fld id="{5AC94115-40D6-4F9E-B464-3718F525A7D7}" type="slidenum">
              <a:rPr lang="en-US" smtClean="0"/>
              <a:pPr/>
              <a:t>‹Nr.›</a:t>
            </a:fld>
            <a:endParaRPr lang="en-US"/>
          </a:p>
        </p:txBody>
      </p:sp>
      <p:sp>
        <p:nvSpPr>
          <p:cNvPr id="8" name="Footer Placeholder 7">
            <a:extLst>
              <a:ext uri="{FF2B5EF4-FFF2-40B4-BE49-F238E27FC236}">
                <a16:creationId xmlns:a16="http://schemas.microsoft.com/office/drawing/2014/main" id="{F7C3F64E-056C-D872-A9ED-DF83D727578B}"/>
              </a:ext>
            </a:extLst>
          </p:cNvPr>
          <p:cNvSpPr>
            <a:spLocks noGrp="1"/>
          </p:cNvSpPr>
          <p:nvPr>
            <p:ph type="ftr" sz="quarter" idx="15"/>
          </p:nvPr>
        </p:nvSpPr>
        <p:spPr/>
        <p:txBody>
          <a:bodyPr/>
          <a:lstStyle/>
          <a:p>
            <a:r>
              <a:rPr lang="en-US"/>
              <a:t>© Solace   |   Proprietary &amp; Confidential</a:t>
            </a:r>
          </a:p>
        </p:txBody>
      </p:sp>
      <p:pic>
        <p:nvPicPr>
          <p:cNvPr id="17" name="Graphic 16">
            <a:extLst>
              <a:ext uri="{FF2B5EF4-FFF2-40B4-BE49-F238E27FC236}">
                <a16:creationId xmlns:a16="http://schemas.microsoft.com/office/drawing/2014/main" id="{BC43C65B-EE3D-2FD9-3D97-F97D35EE21BE}"/>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01ED6644-69AC-3ADF-6B36-0787BCF71DBC}"/>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32482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2118"/>
            <a:ext cx="5473179" cy="4895169"/>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52D405B3-1349-FF5A-7235-8E36AF73BDB9}"/>
              </a:ext>
            </a:extLst>
          </p:cNvPr>
          <p:cNvSpPr>
            <a:spLocks noGrp="1"/>
          </p:cNvSpPr>
          <p:nvPr>
            <p:ph sz="quarter" idx="13"/>
          </p:nvPr>
        </p:nvSpPr>
        <p:spPr>
          <a:xfrm>
            <a:off x="6168008" y="1341439"/>
            <a:ext cx="5472000" cy="4895626"/>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DA7825DC-AD43-9051-80AF-E7A8AFD6F64D}"/>
              </a:ext>
            </a:extLst>
          </p:cNvPr>
          <p:cNvSpPr>
            <a:spLocks noGrp="1"/>
          </p:cNvSpPr>
          <p:nvPr>
            <p:ph type="sldNum" sz="quarter" idx="15"/>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8A30519D-D8F1-A3CE-E0C1-CB9E249A275B}"/>
              </a:ext>
            </a:extLst>
          </p:cNvPr>
          <p:cNvSpPr>
            <a:spLocks noGrp="1"/>
          </p:cNvSpPr>
          <p:nvPr>
            <p:ph type="ftr" sz="quarter" idx="16"/>
          </p:nvPr>
        </p:nvSpPr>
        <p:spPr/>
        <p:txBody>
          <a:bodyPr/>
          <a:lstStyle/>
          <a:p>
            <a:r>
              <a:rPr lang="en-US"/>
              <a:t>© Solace   |   Proprietary &amp; Confidential</a:t>
            </a:r>
          </a:p>
        </p:txBody>
      </p:sp>
      <p:pic>
        <p:nvPicPr>
          <p:cNvPr id="10" name="Graphic 9">
            <a:extLst>
              <a:ext uri="{FF2B5EF4-FFF2-40B4-BE49-F238E27FC236}">
                <a16:creationId xmlns:a16="http://schemas.microsoft.com/office/drawing/2014/main" id="{C55940C4-7AAB-5365-F666-2CB4424DEBBD}"/>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57A0D8DA-8C36-793D-9787-BA538549FAA0}"/>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355856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3600450"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295775" y="1341438"/>
            <a:ext cx="3600450"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040688" y="1341438"/>
            <a:ext cx="3600450"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967440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3360000"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6168177"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3" name="Content Placeholder 9">
            <a:extLst>
              <a:ext uri="{FF2B5EF4-FFF2-40B4-BE49-F238E27FC236}">
                <a16:creationId xmlns:a16="http://schemas.microsoft.com/office/drawing/2014/main" id="{2901DD2F-961E-E16A-872E-7E290BCEF9D1}"/>
              </a:ext>
            </a:extLst>
          </p:cNvPr>
          <p:cNvSpPr>
            <a:spLocks noGrp="1"/>
          </p:cNvSpPr>
          <p:nvPr>
            <p:ph sz="quarter" idx="18"/>
          </p:nvPr>
        </p:nvSpPr>
        <p:spPr>
          <a:xfrm>
            <a:off x="8976000" y="1341000"/>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94225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3 Column">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CB4608A-65F3-45F5-ADA3-5E51EE3F9A31}"/>
              </a:ext>
            </a:extLst>
          </p:cNvPr>
          <p:cNvSpPr/>
          <p:nvPr userDrawn="1"/>
        </p:nvSpPr>
        <p:spPr>
          <a:xfrm>
            <a:off x="0" y="1052513"/>
            <a:ext cx="4151313" cy="580548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438638" y="1341438"/>
            <a:ext cx="3457588"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040000" y="1341438"/>
            <a:ext cx="3601138"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lvl1pPr>
              <a:defRPr>
                <a:solidFill>
                  <a:schemeClr val="bg1"/>
                </a:solidFill>
              </a:defRPr>
            </a:lvl1p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5" name="Straight Connector 4">
            <a:extLst>
              <a:ext uri="{FF2B5EF4-FFF2-40B4-BE49-F238E27FC236}">
                <a16:creationId xmlns:a16="http://schemas.microsoft.com/office/drawing/2014/main" id="{72241618-4F93-97B3-6A17-BA69004DC010}"/>
              </a:ext>
            </a:extLst>
          </p:cNvPr>
          <p:cNvCxnSpPr>
            <a:cxnSpLocks/>
          </p:cNvCxnSpPr>
          <p:nvPr userDrawn="1"/>
        </p:nvCxnSpPr>
        <p:spPr>
          <a:xfrm>
            <a:off x="0" y="1053000"/>
            <a:ext cx="4151313"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38B5FB8E-99A3-5FA0-D9BE-B8532DF15148}"/>
              </a:ext>
            </a:extLst>
          </p:cNvPr>
          <p:cNvSpPr>
            <a:spLocks noGrp="1"/>
          </p:cNvSpPr>
          <p:nvPr>
            <p:ph sz="quarter" idx="18"/>
          </p:nvPr>
        </p:nvSpPr>
        <p:spPr>
          <a:xfrm>
            <a:off x="552000" y="1341438"/>
            <a:ext cx="3456000" cy="4895850"/>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6" name="Oval 15">
            <a:extLst>
              <a:ext uri="{FF2B5EF4-FFF2-40B4-BE49-F238E27FC236}">
                <a16:creationId xmlns:a16="http://schemas.microsoft.com/office/drawing/2014/main" id="{08C9968E-4DFA-912D-4377-EB93C27C612D}"/>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a:xfrm>
            <a:off x="552000" y="6381000"/>
            <a:ext cx="216000" cy="216000"/>
          </a:xfrm>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41692531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3 Column">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CB4608A-65F3-45F5-ADA3-5E51EE3F9A31}"/>
              </a:ext>
            </a:extLst>
          </p:cNvPr>
          <p:cNvSpPr/>
          <p:nvPr userDrawn="1"/>
        </p:nvSpPr>
        <p:spPr>
          <a:xfrm>
            <a:off x="8040688" y="1"/>
            <a:ext cx="4151313"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7346501"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552000" y="1341438"/>
            <a:ext cx="3600450" cy="48958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4296913" y="1341438"/>
            <a:ext cx="3600450" cy="48958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lvl1pPr>
              <a:defRPr>
                <a:solidFill>
                  <a:schemeClr val="tx1"/>
                </a:solidFill>
              </a:defRPr>
            </a:lvl1pPr>
          </a:lstStyle>
          <a:p>
            <a:r>
              <a:rPr lang="en-US"/>
              <a:t>© Solace   |   Proprietary &amp; Confidential</a:t>
            </a:r>
          </a:p>
        </p:txBody>
      </p:sp>
      <p:cxnSp>
        <p:nvCxnSpPr>
          <p:cNvPr id="5" name="Straight Connector 4">
            <a:extLst>
              <a:ext uri="{FF2B5EF4-FFF2-40B4-BE49-F238E27FC236}">
                <a16:creationId xmlns:a16="http://schemas.microsoft.com/office/drawing/2014/main" id="{72241618-4F93-97B3-6A17-BA69004DC010}"/>
              </a:ext>
            </a:extLst>
          </p:cNvPr>
          <p:cNvCxnSpPr>
            <a:cxnSpLocks/>
          </p:cNvCxnSpPr>
          <p:nvPr userDrawn="1"/>
        </p:nvCxnSpPr>
        <p:spPr>
          <a:xfrm flipV="1">
            <a:off x="0" y="1052513"/>
            <a:ext cx="3214688"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38B5FB8E-99A3-5FA0-D9BE-B8532DF15148}"/>
              </a:ext>
            </a:extLst>
          </p:cNvPr>
          <p:cNvSpPr>
            <a:spLocks noGrp="1"/>
          </p:cNvSpPr>
          <p:nvPr>
            <p:ph sz="quarter" idx="18"/>
          </p:nvPr>
        </p:nvSpPr>
        <p:spPr>
          <a:xfrm>
            <a:off x="8328000" y="1341438"/>
            <a:ext cx="3456000" cy="4895850"/>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Graphic 3">
            <a:extLst>
              <a:ext uri="{FF2B5EF4-FFF2-40B4-BE49-F238E27FC236}">
                <a16:creationId xmlns:a16="http://schemas.microsoft.com/office/drawing/2014/main" id="{1AE25BF3-AC2D-32B1-102C-6EC98D2B9A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704512" y="6375697"/>
            <a:ext cx="936103" cy="240350"/>
          </a:xfrm>
          <a:prstGeom prst="rect">
            <a:avLst/>
          </a:prstGeom>
        </p:spPr>
      </p:pic>
      <p:pic>
        <p:nvPicPr>
          <p:cNvPr id="19" name="Graphic 18">
            <a:extLst>
              <a:ext uri="{FF2B5EF4-FFF2-40B4-BE49-F238E27FC236}">
                <a16:creationId xmlns:a16="http://schemas.microsoft.com/office/drawing/2014/main" id="{A6F05B82-A22E-88BD-8A82-508967D6F51E}"/>
              </a:ext>
            </a:extLst>
          </p:cNvPr>
          <p:cNvPicPr>
            <a:picLocks noChangeAspect="1"/>
          </p:cNvPicPr>
          <p:nvPr userDrawn="1"/>
        </p:nvPicPr>
        <p:blipFill>
          <a:blip>
            <a:extLst>
              <a:ext uri="{96DAC541-7B7A-43D3-8B79-37D633B846F1}">
                <asvg:svgBlip xmlns:asvg="http://schemas.microsoft.com/office/drawing/2016/SVG/main" r:embed="rId3"/>
              </a:ext>
            </a:extLst>
          </a:blip>
          <a:srcRect t="7453" r="5598"/>
          <a:stretch>
            <a:fillRect/>
          </a:stretch>
        </p:blipFill>
        <p:spPr>
          <a:xfrm>
            <a:off x="10492763" y="-3126"/>
            <a:ext cx="1699237" cy="1052513"/>
          </a:xfrm>
          <a:prstGeom prst="rect">
            <a:avLst/>
          </a:prstGeom>
        </p:spPr>
      </p:pic>
    </p:spTree>
    <p:extLst>
      <p:ext uri="{BB962C8B-B14F-4D97-AF65-F5344CB8AC3E}">
        <p14:creationId xmlns:p14="http://schemas.microsoft.com/office/powerpoint/2010/main" val="13032190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ft side bar - 2 col">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07B9A9-00A6-A5E6-47EC-60C7604E45D6}"/>
              </a:ext>
            </a:extLst>
          </p:cNvPr>
          <p:cNvSpPr/>
          <p:nvPr userDrawn="1"/>
        </p:nvSpPr>
        <p:spPr>
          <a:xfrm>
            <a:off x="0" y="1052514"/>
            <a:ext cx="3214688" cy="5805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C251F-4810-3650-ACAD-BE6F5660C5A3}"/>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43B0ED86-D2A2-19F7-E05C-D4D41DC0AF4D}"/>
              </a:ext>
            </a:extLst>
          </p:cNvPr>
          <p:cNvSpPr>
            <a:spLocks noGrp="1"/>
          </p:cNvSpPr>
          <p:nvPr>
            <p:ph sz="quarter" idx="13"/>
          </p:nvPr>
        </p:nvSpPr>
        <p:spPr>
          <a:xfrm>
            <a:off x="3504000" y="1341439"/>
            <a:ext cx="3960152" cy="4895849"/>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7">
            <a:extLst>
              <a:ext uri="{FF2B5EF4-FFF2-40B4-BE49-F238E27FC236}">
                <a16:creationId xmlns:a16="http://schemas.microsoft.com/office/drawing/2014/main" id="{9B72684C-0911-88D3-2805-D8FFCADDADC3}"/>
              </a:ext>
            </a:extLst>
          </p:cNvPr>
          <p:cNvSpPr>
            <a:spLocks noGrp="1"/>
          </p:cNvSpPr>
          <p:nvPr>
            <p:ph sz="quarter" idx="14"/>
          </p:nvPr>
        </p:nvSpPr>
        <p:spPr>
          <a:xfrm>
            <a:off x="7753464" y="1341439"/>
            <a:ext cx="3887152" cy="4895849"/>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Graphic 12">
            <a:extLst>
              <a:ext uri="{FF2B5EF4-FFF2-40B4-BE49-F238E27FC236}">
                <a16:creationId xmlns:a16="http://schemas.microsoft.com/office/drawing/2014/main" id="{BB75A4D9-86E1-C9F6-E1B8-6B505D8E53C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sp>
        <p:nvSpPr>
          <p:cNvPr id="12" name="Footer Placeholder 11">
            <a:extLst>
              <a:ext uri="{FF2B5EF4-FFF2-40B4-BE49-F238E27FC236}">
                <a16:creationId xmlns:a16="http://schemas.microsoft.com/office/drawing/2014/main" id="{58FE70BD-DC74-A24F-FB10-C11CC4FE53E9}"/>
              </a:ext>
            </a:extLst>
          </p:cNvPr>
          <p:cNvSpPr>
            <a:spLocks noGrp="1"/>
          </p:cNvSpPr>
          <p:nvPr>
            <p:ph type="ftr" sz="quarter" idx="17"/>
          </p:nvPr>
        </p:nvSpPr>
        <p:spPr/>
        <p:txBody>
          <a:bodyPr/>
          <a:lstStyle>
            <a:lvl1pPr>
              <a:defRPr>
                <a:solidFill>
                  <a:schemeClr val="bg1"/>
                </a:solidFill>
              </a:defRPr>
            </a:lvl1pPr>
          </a:lstStyle>
          <a:p>
            <a:r>
              <a:rPr lang="en-US"/>
              <a:t>© Solace   |   Proprietary &amp; Confidential</a:t>
            </a:r>
          </a:p>
        </p:txBody>
      </p:sp>
      <p:cxnSp>
        <p:nvCxnSpPr>
          <p:cNvPr id="5" name="Straight Connector 4">
            <a:extLst>
              <a:ext uri="{FF2B5EF4-FFF2-40B4-BE49-F238E27FC236}">
                <a16:creationId xmlns:a16="http://schemas.microsoft.com/office/drawing/2014/main" id="{B2A4232A-AA9F-0E7F-0D31-CBEE32B5690F}"/>
              </a:ext>
            </a:extLst>
          </p:cNvPr>
          <p:cNvCxnSpPr>
            <a:cxnSpLocks/>
          </p:cNvCxnSpPr>
          <p:nvPr userDrawn="1"/>
        </p:nvCxnSpPr>
        <p:spPr>
          <a:xfrm flipV="1">
            <a:off x="0" y="1052513"/>
            <a:ext cx="3214689"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F9E2296F-52FB-07A9-1254-1E6F8EB4656C}"/>
              </a:ext>
            </a:extLst>
          </p:cNvPr>
          <p:cNvSpPr>
            <a:spLocks noGrp="1"/>
          </p:cNvSpPr>
          <p:nvPr>
            <p:ph sz="quarter" idx="18"/>
          </p:nvPr>
        </p:nvSpPr>
        <p:spPr>
          <a:xfrm>
            <a:off x="552000" y="1341439"/>
            <a:ext cx="2520000" cy="4895849"/>
          </a:xfrm>
        </p:spPr>
        <p:txBody>
          <a:bodyPr t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6" name="Oval 15">
            <a:extLst>
              <a:ext uri="{FF2B5EF4-FFF2-40B4-BE49-F238E27FC236}">
                <a16:creationId xmlns:a16="http://schemas.microsoft.com/office/drawing/2014/main" id="{82E1F085-E5BC-D9F6-74D8-B83A19A251A6}"/>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10">
            <a:extLst>
              <a:ext uri="{FF2B5EF4-FFF2-40B4-BE49-F238E27FC236}">
                <a16:creationId xmlns:a16="http://schemas.microsoft.com/office/drawing/2014/main" id="{3D4985E6-1D80-E0A6-15BF-AEADABFAEEFB}"/>
              </a:ext>
            </a:extLst>
          </p:cNvPr>
          <p:cNvSpPr>
            <a:spLocks noGrp="1"/>
          </p:cNvSpPr>
          <p:nvPr>
            <p:ph type="sldNum" sz="quarter" idx="16"/>
          </p:nvPr>
        </p:nvSpPr>
        <p:spPr>
          <a:xfrm>
            <a:off x="552000" y="6381000"/>
            <a:ext cx="216000" cy="216000"/>
          </a:xfrm>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29637842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right side bar - 2 co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93B80EB-3E23-BA58-DF6D-C66EA954939E}"/>
              </a:ext>
            </a:extLst>
          </p:cNvPr>
          <p:cNvSpPr/>
          <p:nvPr userDrawn="1"/>
        </p:nvSpPr>
        <p:spPr>
          <a:xfrm>
            <a:off x="8976000" y="0"/>
            <a:ext cx="3216275"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C251F-4810-3650-ACAD-BE6F5660C5A3}"/>
              </a:ext>
            </a:extLst>
          </p:cNvPr>
          <p:cNvSpPr>
            <a:spLocks noGrp="1"/>
          </p:cNvSpPr>
          <p:nvPr>
            <p:ph type="title"/>
          </p:nvPr>
        </p:nvSpPr>
        <p:spPr>
          <a:xfrm>
            <a:off x="550862" y="332712"/>
            <a:ext cx="8280986"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43B0ED86-D2A2-19F7-E05C-D4D41DC0AF4D}"/>
              </a:ext>
            </a:extLst>
          </p:cNvPr>
          <p:cNvSpPr>
            <a:spLocks noGrp="1"/>
          </p:cNvSpPr>
          <p:nvPr>
            <p:ph sz="quarter" idx="13"/>
          </p:nvPr>
        </p:nvSpPr>
        <p:spPr>
          <a:xfrm>
            <a:off x="551384" y="1341438"/>
            <a:ext cx="4104000" cy="4895850"/>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7">
            <a:extLst>
              <a:ext uri="{FF2B5EF4-FFF2-40B4-BE49-F238E27FC236}">
                <a16:creationId xmlns:a16="http://schemas.microsoft.com/office/drawing/2014/main" id="{9B72684C-0911-88D3-2805-D8FFCADDADC3}"/>
              </a:ext>
            </a:extLst>
          </p:cNvPr>
          <p:cNvSpPr>
            <a:spLocks noGrp="1"/>
          </p:cNvSpPr>
          <p:nvPr>
            <p:ph sz="quarter" idx="14"/>
          </p:nvPr>
        </p:nvSpPr>
        <p:spPr>
          <a:xfrm>
            <a:off x="4801154" y="1341438"/>
            <a:ext cx="4030694" cy="4895850"/>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F5F82E6-3353-5842-9167-0E5A71FDF1FD}"/>
              </a:ext>
            </a:extLst>
          </p:cNvPr>
          <p:cNvSpPr>
            <a:spLocks noGrp="1"/>
          </p:cNvSpPr>
          <p:nvPr>
            <p:ph type="ftr" sz="quarter" idx="15"/>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236229F6-7907-4A2F-F45C-82E6B4DC9AC9}"/>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12" name="Content Placeholder 7">
            <a:extLst>
              <a:ext uri="{FF2B5EF4-FFF2-40B4-BE49-F238E27FC236}">
                <a16:creationId xmlns:a16="http://schemas.microsoft.com/office/drawing/2014/main" id="{AA892997-8AEA-E582-5155-86393FF8A466}"/>
              </a:ext>
            </a:extLst>
          </p:cNvPr>
          <p:cNvSpPr>
            <a:spLocks noGrp="1"/>
          </p:cNvSpPr>
          <p:nvPr>
            <p:ph sz="quarter" idx="18"/>
          </p:nvPr>
        </p:nvSpPr>
        <p:spPr>
          <a:xfrm>
            <a:off x="9264000" y="1341151"/>
            <a:ext cx="2520000" cy="4895849"/>
          </a:xfrm>
        </p:spPr>
        <p:txBody>
          <a:bodyPr t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a:extLst>
              <a:ext uri="{FF2B5EF4-FFF2-40B4-BE49-F238E27FC236}">
                <a16:creationId xmlns:a16="http://schemas.microsoft.com/office/drawing/2014/main" id="{2B91AE49-EEDF-AD0F-00E0-ACA66FB52882}"/>
              </a:ext>
            </a:extLst>
          </p:cNvPr>
          <p:cNvCxnSpPr>
            <a:cxnSpLocks/>
          </p:cNvCxnSpPr>
          <p:nvPr userDrawn="1"/>
        </p:nvCxnSpPr>
        <p:spPr>
          <a:xfrm flipV="1">
            <a:off x="0" y="1052513"/>
            <a:ext cx="3214689"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14" name="Graphic 13">
            <a:extLst>
              <a:ext uri="{FF2B5EF4-FFF2-40B4-BE49-F238E27FC236}">
                <a16:creationId xmlns:a16="http://schemas.microsoft.com/office/drawing/2014/main" id="{45ACE350-03A9-ED00-FA00-76793D7A0D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704512" y="6375697"/>
            <a:ext cx="936103" cy="240350"/>
          </a:xfrm>
          <a:prstGeom prst="rect">
            <a:avLst/>
          </a:prstGeom>
        </p:spPr>
      </p:pic>
      <p:pic>
        <p:nvPicPr>
          <p:cNvPr id="15" name="Graphic 14">
            <a:extLst>
              <a:ext uri="{FF2B5EF4-FFF2-40B4-BE49-F238E27FC236}">
                <a16:creationId xmlns:a16="http://schemas.microsoft.com/office/drawing/2014/main" id="{7090BE54-7171-7DEE-748E-51B67047CFDD}"/>
              </a:ext>
            </a:extLst>
          </p:cNvPr>
          <p:cNvPicPr>
            <a:picLocks noChangeAspect="1"/>
          </p:cNvPicPr>
          <p:nvPr userDrawn="1"/>
        </p:nvPicPr>
        <p:blipFill>
          <a:blip>
            <a:extLst>
              <a:ext uri="{96DAC541-7B7A-43D3-8B79-37D633B846F1}">
                <asvg:svgBlip xmlns:asvg="http://schemas.microsoft.com/office/drawing/2016/SVG/main" r:embed="rId3"/>
              </a:ext>
            </a:extLst>
          </a:blip>
          <a:srcRect t="7453" r="5598"/>
          <a:stretch>
            <a:fillRect/>
          </a:stretch>
        </p:blipFill>
        <p:spPr>
          <a:xfrm>
            <a:off x="10492763" y="-3126"/>
            <a:ext cx="1699237" cy="1052513"/>
          </a:xfrm>
          <a:prstGeom prst="rect">
            <a:avLst/>
          </a:prstGeom>
        </p:spPr>
      </p:pic>
    </p:spTree>
    <p:extLst>
      <p:ext uri="{BB962C8B-B14F-4D97-AF65-F5344CB8AC3E}">
        <p14:creationId xmlns:p14="http://schemas.microsoft.com/office/powerpoint/2010/main" val="997921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2 Images - 2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C68BE-3081-1A2B-BB49-35D49CD95E96}"/>
              </a:ext>
            </a:extLst>
          </p:cNvPr>
          <p:cNvSpPr>
            <a:spLocks noGrp="1"/>
          </p:cNvSpPr>
          <p:nvPr>
            <p:ph type="title"/>
          </p:nvPr>
        </p:nvSpPr>
        <p:spPr/>
        <p:txBody>
          <a:bodyPr/>
          <a:lstStyle/>
          <a:p>
            <a:r>
              <a:rPr lang="en-US"/>
              <a:t>Click to edit Master title style</a:t>
            </a:r>
          </a:p>
        </p:txBody>
      </p:sp>
      <p:sp>
        <p:nvSpPr>
          <p:cNvPr id="5" name="Content Placeholder 8">
            <a:extLst>
              <a:ext uri="{FF2B5EF4-FFF2-40B4-BE49-F238E27FC236}">
                <a16:creationId xmlns:a16="http://schemas.microsoft.com/office/drawing/2014/main" id="{2CD88B82-0A13-D547-DBE3-14AE0A23FB86}"/>
              </a:ext>
            </a:extLst>
          </p:cNvPr>
          <p:cNvSpPr>
            <a:spLocks noGrp="1"/>
          </p:cNvSpPr>
          <p:nvPr>
            <p:ph sz="quarter" idx="12" hasCustomPrompt="1"/>
          </p:nvPr>
        </p:nvSpPr>
        <p:spPr>
          <a:xfrm>
            <a:off x="551992" y="1341116"/>
            <a:ext cx="5472571" cy="2304132"/>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6" name="Content Placeholder 8">
            <a:extLst>
              <a:ext uri="{FF2B5EF4-FFF2-40B4-BE49-F238E27FC236}">
                <a16:creationId xmlns:a16="http://schemas.microsoft.com/office/drawing/2014/main" id="{32BEC77D-2BB4-F043-29AD-5383444EFDF4}"/>
              </a:ext>
            </a:extLst>
          </p:cNvPr>
          <p:cNvSpPr>
            <a:spLocks noGrp="1"/>
          </p:cNvSpPr>
          <p:nvPr>
            <p:ph sz="quarter" idx="13" hasCustomPrompt="1"/>
          </p:nvPr>
        </p:nvSpPr>
        <p:spPr>
          <a:xfrm>
            <a:off x="6168008" y="1340769"/>
            <a:ext cx="5470854" cy="2304132"/>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7" name="Content Placeholder 12">
            <a:extLst>
              <a:ext uri="{FF2B5EF4-FFF2-40B4-BE49-F238E27FC236}">
                <a16:creationId xmlns:a16="http://schemas.microsoft.com/office/drawing/2014/main" id="{456251D7-7010-E4DB-F881-6FCC5A1219A3}"/>
              </a:ext>
            </a:extLst>
          </p:cNvPr>
          <p:cNvSpPr>
            <a:spLocks noGrp="1"/>
          </p:cNvSpPr>
          <p:nvPr>
            <p:ph sz="quarter" idx="14"/>
          </p:nvPr>
        </p:nvSpPr>
        <p:spPr>
          <a:xfrm>
            <a:off x="551992" y="3789040"/>
            <a:ext cx="5472571" cy="24482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12">
            <a:extLst>
              <a:ext uri="{FF2B5EF4-FFF2-40B4-BE49-F238E27FC236}">
                <a16:creationId xmlns:a16="http://schemas.microsoft.com/office/drawing/2014/main" id="{1D31F5ED-F6F5-DCDE-82DD-6D532DBFEF0A}"/>
              </a:ext>
            </a:extLst>
          </p:cNvPr>
          <p:cNvSpPr>
            <a:spLocks noGrp="1"/>
          </p:cNvSpPr>
          <p:nvPr>
            <p:ph sz="quarter" idx="15"/>
          </p:nvPr>
        </p:nvSpPr>
        <p:spPr>
          <a:xfrm>
            <a:off x="6168008" y="3789040"/>
            <a:ext cx="5470854" cy="24482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67CCF2EC-1608-8987-8611-1F2C9B21E7E4}"/>
              </a:ext>
            </a:extLst>
          </p:cNvPr>
          <p:cNvSpPr>
            <a:spLocks noGrp="1"/>
          </p:cNvSpPr>
          <p:nvPr>
            <p:ph type="ftr" sz="quarter" idx="16"/>
          </p:nvPr>
        </p:nvSpPr>
        <p:spPr/>
        <p:txBody>
          <a:bodyPr/>
          <a:lstStyle/>
          <a:p>
            <a:r>
              <a:rPr lang="en-US"/>
              <a:t>© Solace   |   Proprietary &amp; Confidential</a:t>
            </a:r>
          </a:p>
        </p:txBody>
      </p:sp>
      <p:sp>
        <p:nvSpPr>
          <p:cNvPr id="10" name="Slide Number Placeholder 9">
            <a:extLst>
              <a:ext uri="{FF2B5EF4-FFF2-40B4-BE49-F238E27FC236}">
                <a16:creationId xmlns:a16="http://schemas.microsoft.com/office/drawing/2014/main" id="{F93B81FA-19E0-B750-C7D4-57D119893882}"/>
              </a:ext>
            </a:extLst>
          </p:cNvPr>
          <p:cNvSpPr>
            <a:spLocks noGrp="1"/>
          </p:cNvSpPr>
          <p:nvPr>
            <p:ph type="sldNum" sz="quarter" idx="17"/>
          </p:nvPr>
        </p:nvSpPr>
        <p:spPr/>
        <p:txBody>
          <a:bodyPr/>
          <a:lstStyle/>
          <a:p>
            <a:fld id="{5AC94115-40D6-4F9E-B464-3718F525A7D7}" type="slidenum">
              <a:rPr lang="en-US" smtClean="0"/>
              <a:pPr/>
              <a:t>‹Nr.›</a:t>
            </a:fld>
            <a:endParaRPr lang="en-US"/>
          </a:p>
        </p:txBody>
      </p:sp>
      <p:pic>
        <p:nvPicPr>
          <p:cNvPr id="11" name="Graphic 10">
            <a:extLst>
              <a:ext uri="{FF2B5EF4-FFF2-40B4-BE49-F238E27FC236}">
                <a16:creationId xmlns:a16="http://schemas.microsoft.com/office/drawing/2014/main" id="{E18A6110-D053-650E-4FCA-1E04B3685C7E}"/>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3B7D9456-6AE0-4917-1908-9B35BC42C1D8}"/>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550816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3 Images - 3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97F1-0814-B267-1984-6756C0C76095}"/>
              </a:ext>
            </a:extLst>
          </p:cNvPr>
          <p:cNvSpPr>
            <a:spLocks noGrp="1"/>
          </p:cNvSpPr>
          <p:nvPr>
            <p:ph type="title"/>
          </p:nvPr>
        </p:nvSpPr>
        <p:spPr/>
        <p:txBody>
          <a:bodyPr/>
          <a:lstStyle/>
          <a:p>
            <a:r>
              <a:rPr lang="en-US"/>
              <a:t>Click to edit Master title style</a:t>
            </a:r>
          </a:p>
        </p:txBody>
      </p:sp>
      <p:sp>
        <p:nvSpPr>
          <p:cNvPr id="9" name="Content Placeholder 8">
            <a:extLst>
              <a:ext uri="{FF2B5EF4-FFF2-40B4-BE49-F238E27FC236}">
                <a16:creationId xmlns:a16="http://schemas.microsoft.com/office/drawing/2014/main" id="{B1A0B438-08D8-A1E9-0E9D-4C575AC9F421}"/>
              </a:ext>
            </a:extLst>
          </p:cNvPr>
          <p:cNvSpPr>
            <a:spLocks noGrp="1"/>
          </p:cNvSpPr>
          <p:nvPr>
            <p:ph sz="quarter" idx="12" hasCustomPrompt="1"/>
          </p:nvPr>
        </p:nvSpPr>
        <p:spPr>
          <a:xfrm>
            <a:off x="551992" y="1341463"/>
            <a:ext cx="3599321"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1" name="Content Placeholder 8">
            <a:extLst>
              <a:ext uri="{FF2B5EF4-FFF2-40B4-BE49-F238E27FC236}">
                <a16:creationId xmlns:a16="http://schemas.microsoft.com/office/drawing/2014/main" id="{43FD8630-1A63-02B3-646A-3AEE4FC3A86C}"/>
              </a:ext>
            </a:extLst>
          </p:cNvPr>
          <p:cNvSpPr>
            <a:spLocks noGrp="1"/>
          </p:cNvSpPr>
          <p:nvPr>
            <p:ph sz="quarter" idx="13" hasCustomPrompt="1"/>
          </p:nvPr>
        </p:nvSpPr>
        <p:spPr>
          <a:xfrm>
            <a:off x="4295800" y="1341116"/>
            <a:ext cx="3599321"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3" name="Content Placeholder 12">
            <a:extLst>
              <a:ext uri="{FF2B5EF4-FFF2-40B4-BE49-F238E27FC236}">
                <a16:creationId xmlns:a16="http://schemas.microsoft.com/office/drawing/2014/main" id="{0456104A-6D81-C64D-817B-67E2A3A9BE0C}"/>
              </a:ext>
            </a:extLst>
          </p:cNvPr>
          <p:cNvSpPr>
            <a:spLocks noGrp="1"/>
          </p:cNvSpPr>
          <p:nvPr>
            <p:ph sz="quarter" idx="14"/>
          </p:nvPr>
        </p:nvSpPr>
        <p:spPr>
          <a:xfrm>
            <a:off x="551992" y="3789040"/>
            <a:ext cx="3599321" cy="2447925"/>
          </a:xfrm>
        </p:spPr>
        <p:txBody>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2">
            <a:extLst>
              <a:ext uri="{FF2B5EF4-FFF2-40B4-BE49-F238E27FC236}">
                <a16:creationId xmlns:a16="http://schemas.microsoft.com/office/drawing/2014/main" id="{F65C997E-2278-4E56-37A6-EB4C7EEC1C52}"/>
              </a:ext>
            </a:extLst>
          </p:cNvPr>
          <p:cNvSpPr>
            <a:spLocks noGrp="1"/>
          </p:cNvSpPr>
          <p:nvPr>
            <p:ph sz="quarter" idx="15"/>
          </p:nvPr>
        </p:nvSpPr>
        <p:spPr>
          <a:xfrm>
            <a:off x="4295800" y="3789040"/>
            <a:ext cx="3599321" cy="2447925"/>
          </a:xfrm>
        </p:spPr>
        <p:txBody>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5" name="Content Placeholder 8">
            <a:extLst>
              <a:ext uri="{FF2B5EF4-FFF2-40B4-BE49-F238E27FC236}">
                <a16:creationId xmlns:a16="http://schemas.microsoft.com/office/drawing/2014/main" id="{4A711886-7106-5E98-C36A-B33A10E6109E}"/>
              </a:ext>
            </a:extLst>
          </p:cNvPr>
          <p:cNvSpPr>
            <a:spLocks noGrp="1"/>
          </p:cNvSpPr>
          <p:nvPr>
            <p:ph sz="quarter" idx="16" hasCustomPrompt="1"/>
          </p:nvPr>
        </p:nvSpPr>
        <p:spPr>
          <a:xfrm>
            <a:off x="8040216" y="1341116"/>
            <a:ext cx="3599321"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6" name="Content Placeholder 12">
            <a:extLst>
              <a:ext uri="{FF2B5EF4-FFF2-40B4-BE49-F238E27FC236}">
                <a16:creationId xmlns:a16="http://schemas.microsoft.com/office/drawing/2014/main" id="{B8F42862-A11A-2F19-16B9-AC6652A9EFCE}"/>
              </a:ext>
            </a:extLst>
          </p:cNvPr>
          <p:cNvSpPr>
            <a:spLocks noGrp="1"/>
          </p:cNvSpPr>
          <p:nvPr>
            <p:ph sz="quarter" idx="17"/>
          </p:nvPr>
        </p:nvSpPr>
        <p:spPr>
          <a:xfrm>
            <a:off x="8040216" y="3789040"/>
            <a:ext cx="3599321" cy="2447925"/>
          </a:xfrm>
        </p:spPr>
        <p:txBody>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0674A97-3954-8CFE-B213-50815C88DB0D}"/>
              </a:ext>
            </a:extLst>
          </p:cNvPr>
          <p:cNvSpPr>
            <a:spLocks noGrp="1"/>
          </p:cNvSpPr>
          <p:nvPr>
            <p:ph type="ftr" sz="quarter" idx="18"/>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4E7A0E0C-0C46-F7EC-4BAF-F889359B86E1}"/>
              </a:ext>
            </a:extLst>
          </p:cNvPr>
          <p:cNvSpPr>
            <a:spLocks noGrp="1"/>
          </p:cNvSpPr>
          <p:nvPr>
            <p:ph type="sldNum" sz="quarter" idx="19"/>
          </p:nvPr>
        </p:nvSpPr>
        <p:spPr/>
        <p:txBody>
          <a:bodyPr/>
          <a:lstStyle/>
          <a:p>
            <a:fld id="{5AC94115-40D6-4F9E-B464-3718F525A7D7}" type="slidenum">
              <a:rPr lang="en-US" smtClean="0"/>
              <a:pPr/>
              <a:t>‹Nr.›</a:t>
            </a:fld>
            <a:endParaRPr lang="en-US"/>
          </a:p>
        </p:txBody>
      </p:sp>
      <p:pic>
        <p:nvPicPr>
          <p:cNvPr id="7" name="Graphic 6">
            <a:extLst>
              <a:ext uri="{FF2B5EF4-FFF2-40B4-BE49-F238E27FC236}">
                <a16:creationId xmlns:a16="http://schemas.microsoft.com/office/drawing/2014/main" id="{7B0E0F71-F98B-B020-E3FA-3BF87B2103B4}"/>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31189568-842F-EBA0-9A9E-1020756811D7}"/>
              </a:ext>
            </a:extLst>
          </p:cNvPr>
          <p:cNvCxnSpPr>
            <a:cxnSpLocks/>
          </p:cNvCxnSpPr>
          <p:nvPr userDrawn="1"/>
        </p:nvCxnSpPr>
        <p:spPr>
          <a:xfrm flipH="1" flipV="1">
            <a:off x="0" y="1052513"/>
            <a:ext cx="3214688"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880906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4 Images - 4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97F1-0814-B267-1984-6756C0C76095}"/>
              </a:ext>
            </a:extLst>
          </p:cNvPr>
          <p:cNvSpPr>
            <a:spLocks noGrp="1"/>
          </p:cNvSpPr>
          <p:nvPr>
            <p:ph type="title"/>
          </p:nvPr>
        </p:nvSpPr>
        <p:spPr/>
        <p:txBody>
          <a:bodyPr/>
          <a:lstStyle/>
          <a:p>
            <a:r>
              <a:rPr lang="en-US"/>
              <a:t>Click to edit Master title style</a:t>
            </a:r>
          </a:p>
        </p:txBody>
      </p:sp>
      <p:sp>
        <p:nvSpPr>
          <p:cNvPr id="9" name="Content Placeholder 8">
            <a:extLst>
              <a:ext uri="{FF2B5EF4-FFF2-40B4-BE49-F238E27FC236}">
                <a16:creationId xmlns:a16="http://schemas.microsoft.com/office/drawing/2014/main" id="{B1A0B438-08D8-A1E9-0E9D-4C575AC9F421}"/>
              </a:ext>
            </a:extLst>
          </p:cNvPr>
          <p:cNvSpPr>
            <a:spLocks noGrp="1"/>
          </p:cNvSpPr>
          <p:nvPr>
            <p:ph sz="quarter" idx="12" hasCustomPrompt="1"/>
          </p:nvPr>
        </p:nvSpPr>
        <p:spPr>
          <a:xfrm>
            <a:off x="551993"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3" name="Content Placeholder 12">
            <a:extLst>
              <a:ext uri="{FF2B5EF4-FFF2-40B4-BE49-F238E27FC236}">
                <a16:creationId xmlns:a16="http://schemas.microsoft.com/office/drawing/2014/main" id="{0456104A-6D81-C64D-817B-67E2A3A9BE0C}"/>
              </a:ext>
            </a:extLst>
          </p:cNvPr>
          <p:cNvSpPr>
            <a:spLocks noGrp="1"/>
          </p:cNvSpPr>
          <p:nvPr>
            <p:ph sz="quarter" idx="14"/>
          </p:nvPr>
        </p:nvSpPr>
        <p:spPr>
          <a:xfrm>
            <a:off x="551993"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6" name="Content Placeholder 8">
            <a:extLst>
              <a:ext uri="{FF2B5EF4-FFF2-40B4-BE49-F238E27FC236}">
                <a16:creationId xmlns:a16="http://schemas.microsoft.com/office/drawing/2014/main" id="{0EE81861-DC94-4446-2135-60944D8CBEE6}"/>
              </a:ext>
            </a:extLst>
          </p:cNvPr>
          <p:cNvSpPr>
            <a:spLocks noGrp="1"/>
          </p:cNvSpPr>
          <p:nvPr>
            <p:ph sz="quarter" idx="15" hasCustomPrompt="1"/>
          </p:nvPr>
        </p:nvSpPr>
        <p:spPr>
          <a:xfrm>
            <a:off x="3359696"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7" name="Content Placeholder 12">
            <a:extLst>
              <a:ext uri="{FF2B5EF4-FFF2-40B4-BE49-F238E27FC236}">
                <a16:creationId xmlns:a16="http://schemas.microsoft.com/office/drawing/2014/main" id="{3725FA80-7CD4-C867-D690-2FE699FED765}"/>
              </a:ext>
            </a:extLst>
          </p:cNvPr>
          <p:cNvSpPr>
            <a:spLocks noGrp="1"/>
          </p:cNvSpPr>
          <p:nvPr>
            <p:ph sz="quarter" idx="16"/>
          </p:nvPr>
        </p:nvSpPr>
        <p:spPr>
          <a:xfrm>
            <a:off x="3359696"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a:extLst>
              <a:ext uri="{FF2B5EF4-FFF2-40B4-BE49-F238E27FC236}">
                <a16:creationId xmlns:a16="http://schemas.microsoft.com/office/drawing/2014/main" id="{5B91C2C9-8C4D-2CD0-97E7-6ADC5C0E0B2A}"/>
              </a:ext>
            </a:extLst>
          </p:cNvPr>
          <p:cNvSpPr>
            <a:spLocks noGrp="1"/>
          </p:cNvSpPr>
          <p:nvPr>
            <p:ph sz="quarter" idx="17" hasCustomPrompt="1"/>
          </p:nvPr>
        </p:nvSpPr>
        <p:spPr>
          <a:xfrm>
            <a:off x="6168008"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0" name="Content Placeholder 12">
            <a:extLst>
              <a:ext uri="{FF2B5EF4-FFF2-40B4-BE49-F238E27FC236}">
                <a16:creationId xmlns:a16="http://schemas.microsoft.com/office/drawing/2014/main" id="{C080695C-2AD3-8D41-C7CB-09FC2299ACDA}"/>
              </a:ext>
            </a:extLst>
          </p:cNvPr>
          <p:cNvSpPr>
            <a:spLocks noGrp="1"/>
          </p:cNvSpPr>
          <p:nvPr>
            <p:ph sz="quarter" idx="18"/>
          </p:nvPr>
        </p:nvSpPr>
        <p:spPr>
          <a:xfrm>
            <a:off x="6168008"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2" name="Content Placeholder 8">
            <a:extLst>
              <a:ext uri="{FF2B5EF4-FFF2-40B4-BE49-F238E27FC236}">
                <a16:creationId xmlns:a16="http://schemas.microsoft.com/office/drawing/2014/main" id="{8D34A93E-2FC6-BF8D-2772-A48A947530BC}"/>
              </a:ext>
            </a:extLst>
          </p:cNvPr>
          <p:cNvSpPr>
            <a:spLocks noGrp="1"/>
          </p:cNvSpPr>
          <p:nvPr>
            <p:ph sz="quarter" idx="19" hasCustomPrompt="1"/>
          </p:nvPr>
        </p:nvSpPr>
        <p:spPr>
          <a:xfrm>
            <a:off x="8976320"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7" name="Content Placeholder 12">
            <a:extLst>
              <a:ext uri="{FF2B5EF4-FFF2-40B4-BE49-F238E27FC236}">
                <a16:creationId xmlns:a16="http://schemas.microsoft.com/office/drawing/2014/main" id="{66302D6E-7936-7865-9424-8BE5687EBC81}"/>
              </a:ext>
            </a:extLst>
          </p:cNvPr>
          <p:cNvSpPr>
            <a:spLocks noGrp="1"/>
          </p:cNvSpPr>
          <p:nvPr>
            <p:ph sz="quarter" idx="20"/>
          </p:nvPr>
        </p:nvSpPr>
        <p:spPr>
          <a:xfrm>
            <a:off x="8976320"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66FAD3B0-E777-72B3-DB57-12267A7F8D3E}"/>
              </a:ext>
            </a:extLst>
          </p:cNvPr>
          <p:cNvSpPr>
            <a:spLocks noGrp="1"/>
          </p:cNvSpPr>
          <p:nvPr>
            <p:ph type="ftr" sz="quarter" idx="21"/>
          </p:nvPr>
        </p:nvSpPr>
        <p:spPr/>
        <p:txBody>
          <a:bodyPr/>
          <a:lstStyle/>
          <a:p>
            <a:r>
              <a:rPr lang="en-US"/>
              <a:t>© Solace   |   Proprietary &amp; Confidential</a:t>
            </a:r>
          </a:p>
        </p:txBody>
      </p:sp>
      <p:sp>
        <p:nvSpPr>
          <p:cNvPr id="11" name="Slide Number Placeholder 10">
            <a:extLst>
              <a:ext uri="{FF2B5EF4-FFF2-40B4-BE49-F238E27FC236}">
                <a16:creationId xmlns:a16="http://schemas.microsoft.com/office/drawing/2014/main" id="{870057FD-E157-5A46-DAE1-FF42B8EEA5BC}"/>
              </a:ext>
            </a:extLst>
          </p:cNvPr>
          <p:cNvSpPr>
            <a:spLocks noGrp="1"/>
          </p:cNvSpPr>
          <p:nvPr>
            <p:ph type="sldNum" sz="quarter" idx="22"/>
          </p:nvPr>
        </p:nvSpPr>
        <p:spPr/>
        <p:txBody>
          <a:bodyPr/>
          <a:lstStyle/>
          <a:p>
            <a:fld id="{5AC94115-40D6-4F9E-B464-3718F525A7D7}" type="slidenum">
              <a:rPr lang="en-US" smtClean="0"/>
              <a:pPr/>
              <a:t>‹Nr.›</a:t>
            </a:fld>
            <a:endParaRPr lang="en-US"/>
          </a:p>
        </p:txBody>
      </p:sp>
      <p:pic>
        <p:nvPicPr>
          <p:cNvPr id="14" name="Graphic 13">
            <a:extLst>
              <a:ext uri="{FF2B5EF4-FFF2-40B4-BE49-F238E27FC236}">
                <a16:creationId xmlns:a16="http://schemas.microsoft.com/office/drawing/2014/main" id="{DDC5E3ED-7D13-8763-FE4F-62C4B85DFCF9}"/>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1B7DE9C0-6046-F3BA-0316-F4E3DCA6959E}"/>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978960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21A3070F-9DB2-F271-021B-1C92769361C4}"/>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698D5853-4B3D-051C-8D9D-E321462F48C7}"/>
              </a:ext>
            </a:extLst>
          </p:cNvPr>
          <p:cNvSpPr>
            <a:spLocks noGrp="1"/>
          </p:cNvSpPr>
          <p:nvPr>
            <p:ph type="sldNum" sz="quarter" idx="11"/>
          </p:nvPr>
        </p:nvSpPr>
        <p:spPr/>
        <p:txBody>
          <a:bodyPr/>
          <a:lstStyle/>
          <a:p>
            <a:fld id="{5AC94115-40D6-4F9E-B464-3718F525A7D7}" type="slidenum">
              <a:rPr lang="en-US" smtClean="0"/>
              <a:pPr/>
              <a:t>‹Nr.›</a:t>
            </a:fld>
            <a:endParaRPr lang="en-US"/>
          </a:p>
        </p:txBody>
      </p:sp>
      <p:pic>
        <p:nvPicPr>
          <p:cNvPr id="7" name="Graphic 6">
            <a:extLst>
              <a:ext uri="{FF2B5EF4-FFF2-40B4-BE49-F238E27FC236}">
                <a16:creationId xmlns:a16="http://schemas.microsoft.com/office/drawing/2014/main" id="{8812C075-3D4E-3811-1E61-A7B407260BD9}"/>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8A503B0A-D8DF-54EE-CDBD-F9C6809DCDB3}"/>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2761329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FCE768-1505-F030-A53C-BAB695764A2A}"/>
              </a:ext>
            </a:extLst>
          </p:cNvPr>
          <p:cNvSpPr/>
          <p:nvPr userDrawn="1"/>
        </p:nvSpPr>
        <p:spPr>
          <a:xfrm>
            <a:off x="467292" y="896136"/>
            <a:ext cx="2892124" cy="3008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29C5FB10-C409-132C-242C-6C748B22E98F}"/>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12681A06-B32F-52FD-FF64-A02A4DD17A95}"/>
              </a:ext>
            </a:extLst>
          </p:cNvPr>
          <p:cNvSpPr>
            <a:spLocks noGrp="1"/>
          </p:cNvSpPr>
          <p:nvPr>
            <p:ph type="sldNum" sz="quarter" idx="11"/>
          </p:nvPr>
        </p:nvSpPr>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202669525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ark - 1 Cont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11088000" cy="48958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6E2CAB5-296D-94D4-1BB6-CCD1571B71DA}"/>
              </a:ext>
            </a:extLst>
          </p:cNvPr>
          <p:cNvSpPr>
            <a:spLocks noGrp="1"/>
          </p:cNvSpPr>
          <p:nvPr>
            <p:ph type="ftr" sz="quarter" idx="13"/>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D830D639-FA78-7044-BCF1-A6E5FBC67ED9}"/>
              </a:ext>
            </a:extLst>
          </p:cNvPr>
          <p:cNvSpPr>
            <a:spLocks noGrp="1"/>
          </p:cNvSpPr>
          <p:nvPr>
            <p:ph type="sldNum" sz="quarter" idx="14"/>
          </p:nvPr>
        </p:nvSpPr>
        <p:spPr/>
        <p:txBody>
          <a:bodyPr/>
          <a:lstStyle/>
          <a:p>
            <a:fld id="{5AC94115-40D6-4F9E-B464-3718F525A7D7}" type="slidenum">
              <a:rPr lang="en-US" smtClean="0"/>
              <a:pPr/>
              <a:t>‹Nr.›</a:t>
            </a:fld>
            <a:endParaRPr lang="en-US"/>
          </a:p>
        </p:txBody>
      </p:sp>
      <p:pic>
        <p:nvPicPr>
          <p:cNvPr id="9" name="Graphic 8">
            <a:extLst>
              <a:ext uri="{FF2B5EF4-FFF2-40B4-BE49-F238E27FC236}">
                <a16:creationId xmlns:a16="http://schemas.microsoft.com/office/drawing/2014/main" id="{51D499B9-9372-735A-E6DC-DBB0AE4555D2}"/>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3B6B5A86-6C16-F8B4-CB19-FD382B53F1A6}"/>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55357384"/>
      </p:ext>
    </p:extLst>
  </p:cSld>
  <p:clrMapOvr>
    <a:overrideClrMapping bg1="dk1" tx1="lt1" bg2="dk2" tx2="lt2" accent1="accent1" accent2="accent2" accent3="accent3" accent4="accent4" accent5="accent5" accent6="accent6" hlink="hlink" folHlink="folHlink"/>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Dark - 2 Contents">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5473179" cy="4895850"/>
          </a:xfrm>
        </p:spPr>
        <p:txBody>
          <a:bodyPr r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52D405B3-1349-FF5A-7235-8E36AF73BDB9}"/>
              </a:ext>
            </a:extLst>
          </p:cNvPr>
          <p:cNvSpPr>
            <a:spLocks noGrp="1"/>
          </p:cNvSpPr>
          <p:nvPr>
            <p:ph sz="quarter" idx="13"/>
          </p:nvPr>
        </p:nvSpPr>
        <p:spPr>
          <a:xfrm>
            <a:off x="6168008" y="1340757"/>
            <a:ext cx="5472000" cy="4896308"/>
          </a:xfrm>
        </p:spPr>
        <p:txBody>
          <a:bodyPr r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8FC56697-9B1A-277A-7F26-7D15BD39DEB0}"/>
              </a:ext>
            </a:extLst>
          </p:cNvPr>
          <p:cNvSpPr>
            <a:spLocks noGrp="1"/>
          </p:cNvSpPr>
          <p:nvPr>
            <p:ph type="ftr" sz="quarter" idx="14"/>
          </p:nvPr>
        </p:nvSpPr>
        <p:spPr/>
        <p:txBody>
          <a:bodyPr/>
          <a:lstStyle/>
          <a:p>
            <a:r>
              <a:rPr lang="en-US"/>
              <a:t>© Solace   |   Proprietary &amp; Confidential</a:t>
            </a:r>
          </a:p>
        </p:txBody>
      </p:sp>
      <p:sp>
        <p:nvSpPr>
          <p:cNvPr id="8" name="Slide Number Placeholder 7">
            <a:extLst>
              <a:ext uri="{FF2B5EF4-FFF2-40B4-BE49-F238E27FC236}">
                <a16:creationId xmlns:a16="http://schemas.microsoft.com/office/drawing/2014/main" id="{F7800F81-97F2-29EB-AC13-17A9C7C48A34}"/>
              </a:ext>
            </a:extLst>
          </p:cNvPr>
          <p:cNvSpPr>
            <a:spLocks noGrp="1"/>
          </p:cNvSpPr>
          <p:nvPr>
            <p:ph type="sldNum" sz="quarter" idx="15"/>
          </p:nvPr>
        </p:nvSpPr>
        <p:spPr/>
        <p:txBody>
          <a:bodyPr/>
          <a:lstStyle/>
          <a:p>
            <a:fld id="{5AC94115-40D6-4F9E-B464-3718F525A7D7}" type="slidenum">
              <a:rPr lang="en-US" smtClean="0"/>
              <a:pPr/>
              <a:t>‹Nr.›</a:t>
            </a:fld>
            <a:endParaRPr lang="en-US"/>
          </a:p>
        </p:txBody>
      </p:sp>
      <p:pic>
        <p:nvPicPr>
          <p:cNvPr id="9" name="Graphic 8">
            <a:extLst>
              <a:ext uri="{FF2B5EF4-FFF2-40B4-BE49-F238E27FC236}">
                <a16:creationId xmlns:a16="http://schemas.microsoft.com/office/drawing/2014/main" id="{CA0A5A94-FCCD-9F4D-E780-3544958B400E}"/>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9EDAAC7C-AAD0-4789-E61A-DCEF4FE2A30D}"/>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4700918"/>
      </p:ext>
    </p:extLst>
  </p:cSld>
  <p:clrMapOvr>
    <a:overrideClrMapping bg1="dk1" tx1="lt1" bg2="dk2" tx2="lt2" accent1="accent1" accent2="accent2" accent3="accent3" accent4="accent4" accent5="accent5" accent6="accent6" hlink="hlink" folHlink="folHlink"/>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Dark - 3 Contents">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93762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0768"/>
            <a:ext cx="3600450" cy="4896520"/>
          </a:xfrm>
        </p:spPr>
        <p:txBody>
          <a:bodyPr rIns="72000"/>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295775" y="1340768"/>
            <a:ext cx="3600450" cy="4896520"/>
          </a:xfrm>
        </p:spPr>
        <p:txBody>
          <a:bodyPr rIns="72000"/>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040688" y="1340768"/>
            <a:ext cx="3600450" cy="4896520"/>
          </a:xfrm>
        </p:spPr>
        <p:txBody>
          <a:bodyPr rIns="72000"/>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5C2DB3-D4C8-2593-17AF-9A30C58CAF74}"/>
              </a:ext>
            </a:extLst>
          </p:cNvPr>
          <p:cNvSpPr>
            <a:spLocks noGrp="1"/>
          </p:cNvSpPr>
          <p:nvPr>
            <p:ph type="ftr" sz="quarter" idx="15"/>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AD9FF6EE-8AD6-0FE7-232C-72203DD7916D}"/>
              </a:ext>
            </a:extLst>
          </p:cNvPr>
          <p:cNvSpPr>
            <a:spLocks noGrp="1"/>
          </p:cNvSpPr>
          <p:nvPr>
            <p:ph type="sldNum" sz="quarter" idx="16"/>
          </p:nvPr>
        </p:nvSpPr>
        <p:spPr/>
        <p:txBody>
          <a:bodyPr/>
          <a:lstStyle/>
          <a:p>
            <a:fld id="{5AC94115-40D6-4F9E-B464-3718F525A7D7}" type="slidenum">
              <a:rPr lang="en-US" smtClean="0"/>
              <a:pPr/>
              <a:t>‹Nr.›</a:t>
            </a:fld>
            <a:endParaRPr lang="en-US"/>
          </a:p>
        </p:txBody>
      </p:sp>
      <p:pic>
        <p:nvPicPr>
          <p:cNvPr id="9" name="Graphic 8">
            <a:extLst>
              <a:ext uri="{FF2B5EF4-FFF2-40B4-BE49-F238E27FC236}">
                <a16:creationId xmlns:a16="http://schemas.microsoft.com/office/drawing/2014/main" id="{78CFB60E-7806-65A1-4021-C13EAFA7179B}"/>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E16117B3-6020-CD6B-5ED8-EE7A26663BFD}"/>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3542795"/>
      </p:ext>
    </p:extLst>
  </p:cSld>
  <p:clrMapOvr>
    <a:overrideClrMapping bg1="dk1" tx1="lt1" bg2="dk2" tx2="lt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4_3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3360000"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6168177"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3" name="Content Placeholder 9">
            <a:extLst>
              <a:ext uri="{FF2B5EF4-FFF2-40B4-BE49-F238E27FC236}">
                <a16:creationId xmlns:a16="http://schemas.microsoft.com/office/drawing/2014/main" id="{2901DD2F-961E-E16A-872E-7E290BCEF9D1}"/>
              </a:ext>
            </a:extLst>
          </p:cNvPr>
          <p:cNvSpPr>
            <a:spLocks noGrp="1"/>
          </p:cNvSpPr>
          <p:nvPr>
            <p:ph sz="quarter" idx="18"/>
          </p:nvPr>
        </p:nvSpPr>
        <p:spPr>
          <a:xfrm>
            <a:off x="8976000" y="1341000"/>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8465207"/>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Dark - Headline only">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9E51A7F-E421-5EC1-1ADC-04FB5424CD29}"/>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72D916F8-CCCE-6B5D-9141-06BFE20678C8}"/>
              </a:ext>
            </a:extLst>
          </p:cNvPr>
          <p:cNvSpPr>
            <a:spLocks noGrp="1"/>
          </p:cNvSpPr>
          <p:nvPr>
            <p:ph type="sldNum" sz="quarter" idx="11"/>
          </p:nvPr>
        </p:nvSpPr>
        <p:spPr/>
        <p:txBody>
          <a:bodyPr/>
          <a:lstStyle/>
          <a:p>
            <a:fld id="{5AC94115-40D6-4F9E-B464-3718F525A7D7}" type="slidenum">
              <a:rPr lang="en-US" smtClean="0"/>
              <a:pPr/>
              <a:t>‹Nr.›</a:t>
            </a:fld>
            <a:endParaRPr lang="en-US"/>
          </a:p>
        </p:txBody>
      </p:sp>
      <p:pic>
        <p:nvPicPr>
          <p:cNvPr id="7" name="Graphic 6">
            <a:extLst>
              <a:ext uri="{FF2B5EF4-FFF2-40B4-BE49-F238E27FC236}">
                <a16:creationId xmlns:a16="http://schemas.microsoft.com/office/drawing/2014/main" id="{7B1FCFD5-29C1-81B3-2B52-E63E20868894}"/>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CEBCE7D6-70D5-7B55-6917-2C3D17D8A048}"/>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04970363"/>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ark blank">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3A67EF-A272-5F83-24BD-FBD5270D9812}"/>
              </a:ext>
            </a:extLst>
          </p:cNvPr>
          <p:cNvSpPr/>
          <p:nvPr userDrawn="1"/>
        </p:nvSpPr>
        <p:spPr>
          <a:xfrm>
            <a:off x="475346" y="912248"/>
            <a:ext cx="2884069" cy="2847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2B7971A4-9111-97BA-6DA6-8EBEC8F4E41C}"/>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C2063EDF-0B35-56EB-D3E7-E6B3B4685986}"/>
              </a:ext>
            </a:extLst>
          </p:cNvPr>
          <p:cNvSpPr>
            <a:spLocks noGrp="1"/>
          </p:cNvSpPr>
          <p:nvPr>
            <p:ph type="sldNum" sz="quarter" idx="11"/>
          </p:nvPr>
        </p:nvSpPr>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475341611"/>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losing slide">
    <p:bg>
      <p:bgRef idx="1001">
        <a:schemeClr val="bg2"/>
      </p:bgRef>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EC7C0BC-5674-0AED-EF57-154671B8B5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14687" y="2309857"/>
            <a:ext cx="5761037" cy="1479183"/>
          </a:xfrm>
          <a:prstGeom prst="rect">
            <a:avLst/>
          </a:prstGeom>
        </p:spPr>
      </p:pic>
      <p:sp>
        <p:nvSpPr>
          <p:cNvPr id="6" name="Rectangle 5">
            <a:extLst>
              <a:ext uri="{FF2B5EF4-FFF2-40B4-BE49-F238E27FC236}">
                <a16:creationId xmlns:a16="http://schemas.microsoft.com/office/drawing/2014/main" id="{3A9952A3-2A2C-E497-750E-279144C91590}"/>
              </a:ext>
            </a:extLst>
          </p:cNvPr>
          <p:cNvSpPr/>
          <p:nvPr userDrawn="1"/>
        </p:nvSpPr>
        <p:spPr>
          <a:xfrm>
            <a:off x="10632504" y="6237288"/>
            <a:ext cx="1080120" cy="4320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5C827AB-1EB7-CB92-678D-61092303A0A8}"/>
              </a:ext>
            </a:extLst>
          </p:cNvPr>
          <p:cNvSpPr/>
          <p:nvPr userDrawn="1"/>
        </p:nvSpPr>
        <p:spPr>
          <a:xfrm>
            <a:off x="479376" y="980728"/>
            <a:ext cx="2808624" cy="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ooter Placeholder 6">
            <a:extLst>
              <a:ext uri="{FF2B5EF4-FFF2-40B4-BE49-F238E27FC236}">
                <a16:creationId xmlns:a16="http://schemas.microsoft.com/office/drawing/2014/main" id="{FEAA3882-0F07-1611-6982-B73F2499D7FE}"/>
              </a:ext>
            </a:extLst>
          </p:cNvPr>
          <p:cNvSpPr>
            <a:spLocks noGrp="1"/>
          </p:cNvSpPr>
          <p:nvPr>
            <p:ph type="ftr" sz="quarter" idx="10"/>
          </p:nvPr>
        </p:nvSpPr>
        <p:spPr/>
        <p:txBody>
          <a:bodyPr/>
          <a:lstStyle/>
          <a:p>
            <a:r>
              <a:rPr lang="en-US"/>
              <a:t>© Solace   |   Proprietary &amp; Confidential</a:t>
            </a:r>
          </a:p>
        </p:txBody>
      </p:sp>
      <p:sp>
        <p:nvSpPr>
          <p:cNvPr id="8" name="Slide Number Placeholder 7">
            <a:extLst>
              <a:ext uri="{FF2B5EF4-FFF2-40B4-BE49-F238E27FC236}">
                <a16:creationId xmlns:a16="http://schemas.microsoft.com/office/drawing/2014/main" id="{45A6A25A-C693-498C-9768-D1E8D6C2C172}"/>
              </a:ext>
            </a:extLst>
          </p:cNvPr>
          <p:cNvSpPr>
            <a:spLocks noGrp="1"/>
          </p:cNvSpPr>
          <p:nvPr>
            <p:ph type="sldNum" sz="quarter" idx="11"/>
          </p:nvPr>
        </p:nvSpPr>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1603873855"/>
      </p:ext>
    </p:extLst>
  </p:cSld>
  <p:clrMapOvr>
    <a:overrideClrMapping bg1="dk1" tx1="lt1" bg2="dk2" tx2="lt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360820" y="1620000"/>
            <a:ext cx="5326613"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3870" y="1620000"/>
            <a:ext cx="5326613"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3870" y="504000"/>
            <a:ext cx="11183564"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958524619"/>
      </p:ext>
    </p:extLst>
  </p:cSld>
  <p:clrMapOvr>
    <a:masterClrMapping/>
  </p:clrMapOvr>
  <p:extLst>
    <p:ext uri="{DCECCB84-F9BA-43D5-87BE-67443E8EF086}">
      <p15:sldGuideLst xmlns:p15="http://schemas.microsoft.com/office/powerpoint/2012/main">
        <p15:guide id="1" pos="317">
          <p15:clr>
            <a:srgbClr val="FBAE40"/>
          </p15:clr>
        </p15:guide>
        <p15:guide id="2" orient="horz" pos="3991">
          <p15:clr>
            <a:srgbClr val="FBAE40"/>
          </p15:clr>
        </p15:guide>
        <p15:guide id="3" pos="7364">
          <p15:clr>
            <a:srgbClr val="FBAE40"/>
          </p15:clr>
        </p15:guide>
        <p15:guide id="4" pos="3674">
          <p15:clr>
            <a:srgbClr val="FBAE40"/>
          </p15:clr>
        </p15:guide>
        <p15:guide id="5" pos="4007">
          <p15:clr>
            <a:srgbClr val="FBAE40"/>
          </p15:clr>
        </p15:guide>
        <p15:guide id="6" orient="horz" pos="317">
          <p15:clr>
            <a:srgbClr val="FBAE40"/>
          </p15:clr>
        </p15:guide>
        <p15:guide id="7" orient="horz" pos="551">
          <p15:clr>
            <a:srgbClr val="FBAE40"/>
          </p15:clr>
        </p15:guide>
        <p15:guide id="8" orient="horz" pos="10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lvl1pPr>
              <a:defRPr b="0" i="0">
                <a:latin typeface="72 Brand Medium" panose="020B0504030603020204" pitchFamily="34" charset="0"/>
              </a:defRPr>
            </a:lvl1pPr>
          </a:lstStyle>
          <a:p>
            <a:r>
              <a:rPr lang="en-US" noProof="0"/>
              <a:t>Insert page title (sentence case)</a:t>
            </a:r>
            <a:endParaRPr lang="en-US"/>
          </a:p>
        </p:txBody>
      </p:sp>
    </p:spTree>
    <p:extLst>
      <p:ext uri="{BB962C8B-B14F-4D97-AF65-F5344CB8AC3E}">
        <p14:creationId xmlns:p14="http://schemas.microsoft.com/office/powerpoint/2010/main" val="833636541"/>
      </p:ext>
    </p:extLst>
  </p:cSld>
  <p:clrMapOvr>
    <a:masterClrMapping/>
  </p:clrMapOvr>
  <p:extLst>
    <p:ext uri="{DCECCB84-F9BA-43D5-87BE-67443E8EF086}">
      <p15:sldGuideLst xmlns:p15="http://schemas.microsoft.com/office/powerpoint/2012/main">
        <p15:guide id="1" pos="303">
          <p15:clr>
            <a:srgbClr val="FBAE40"/>
          </p15:clr>
        </p15:guide>
        <p15:guide id="2" orient="horz" pos="317">
          <p15:clr>
            <a:srgbClr val="FBAE40"/>
          </p15:clr>
        </p15:guide>
        <p15:guide id="3" pos="7364">
          <p15:clr>
            <a:srgbClr val="FBAE40"/>
          </p15:clr>
        </p15:guide>
        <p15:guide id="4" orient="horz" pos="551">
          <p15:clr>
            <a:srgbClr val="FBAE40"/>
          </p15:clr>
        </p15:guide>
        <p15:guide id="5" orient="horz" pos="3992">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Title and Text with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5059" y="252000"/>
            <a:ext cx="4066941" cy="6606000"/>
          </a:xfrm>
          <a:solidFill>
            <a:schemeClr val="tx2">
              <a:alpha val="70000"/>
            </a:schemeClr>
          </a:solidFill>
        </p:spPr>
        <p:txBody>
          <a:bodyPr vert="horz" lIns="0" tIns="2448000" rIns="0" bIns="0" rtlCol="0" anchor="t" anchorCtr="0">
            <a:noAutofit/>
          </a:bodyPr>
          <a:lstStyle>
            <a:lvl1pPr marL="0" indent="0" algn="ctr" defTabSz="1087905" rtl="0" eaLnBrk="1" latinLnBrk="0" hangingPunct="1">
              <a:spcBef>
                <a:spcPts val="1927"/>
              </a:spcBef>
              <a:buClr>
                <a:schemeClr val="accent1"/>
              </a:buClr>
              <a:buSzPct val="80000"/>
              <a:buFontTx/>
              <a:buNone/>
              <a:defRPr lang="de-DE" sz="1600" b="0" kern="1200" dirty="0">
                <a:solidFill>
                  <a:schemeClr val="tx1"/>
                </a:solidFill>
                <a:latin typeface="+mn-lt"/>
                <a:ea typeface="+mn-ea"/>
                <a:cs typeface="+mn-cs"/>
              </a:defRPr>
            </a:lvl1pPr>
          </a:lstStyle>
          <a:p>
            <a:r>
              <a:rPr lang="en-US"/>
              <a:t>Click icon to add image</a:t>
            </a:r>
            <a:endParaRPr lang="de-DE"/>
          </a:p>
        </p:txBody>
      </p:sp>
      <p:sp>
        <p:nvSpPr>
          <p:cNvPr id="7" name="Text Placeholder"/>
          <p:cNvSpPr>
            <a:spLocks noGrp="1"/>
          </p:cNvSpPr>
          <p:nvPr>
            <p:ph type="body" sz="quarter" idx="11" hasCustomPrompt="1"/>
          </p:nvPr>
        </p:nvSpPr>
        <p:spPr bwMode="black">
          <a:xfrm>
            <a:off x="503868" y="1620000"/>
            <a:ext cx="7090154"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endParaRPr lang="de-DE"/>
          </a:p>
        </p:txBody>
      </p:sp>
      <p:sp>
        <p:nvSpPr>
          <p:cNvPr id="3" name="Title"/>
          <p:cNvSpPr>
            <a:spLocks noGrp="1"/>
          </p:cNvSpPr>
          <p:nvPr>
            <p:ph type="title" hasCustomPrompt="1"/>
          </p:nvPr>
        </p:nvSpPr>
        <p:spPr>
          <a:xfrm>
            <a:off x="503870" y="504000"/>
            <a:ext cx="7090154"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070673769"/>
      </p:ext>
    </p:extLst>
  </p:cSld>
  <p:clrMapOvr>
    <a:masterClrMapping/>
  </p:clrMapOvr>
  <p:extLst>
    <p:ext uri="{DCECCB84-F9BA-43D5-87BE-67443E8EF086}">
      <p15:sldGuideLst xmlns:p15="http://schemas.microsoft.com/office/powerpoint/2012/main">
        <p15:guide id="1" pos="317">
          <p15:clr>
            <a:srgbClr val="FBAE40"/>
          </p15:clr>
        </p15:guide>
        <p15:guide id="2" orient="horz" pos="3991">
          <p15:clr>
            <a:srgbClr val="FBAE40"/>
          </p15:clr>
        </p15:guide>
        <p15:guide id="3" pos="4786">
          <p15:clr>
            <a:srgbClr val="FBAE40"/>
          </p15:clr>
        </p15:guide>
        <p15:guide id="4" pos="5119">
          <p15:clr>
            <a:srgbClr val="FBAE40"/>
          </p15:clr>
        </p15:guide>
        <p15:guide id="5" orient="horz" pos="317">
          <p15:clr>
            <a:srgbClr val="FBAE40"/>
          </p15:clr>
        </p15:guide>
        <p15:guide id="6" orient="horz" pos="551">
          <p15:clr>
            <a:srgbClr val="FBAE40"/>
          </p15:clr>
        </p15:guide>
        <p15:guide id="7" orient="horz" pos="10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Small Emphasis/Image Left">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2A21E6-C700-F04A-AFBF-D249BF836C0A}"/>
              </a:ext>
            </a:extLst>
          </p:cNvPr>
          <p:cNvSpPr/>
          <p:nvPr userDrawn="1"/>
        </p:nvSpPr>
        <p:spPr>
          <a:xfrm>
            <a:off x="2" y="1091638"/>
            <a:ext cx="3389298" cy="5766362"/>
          </a:xfrm>
          <a:prstGeom prst="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386" tIns="25386" rIns="25386" bIns="25386" numCol="1" spcCol="38100" rtlCol="0" anchor="ctr">
            <a:noAutofit/>
          </a:bodyPr>
          <a:lstStyle/>
          <a:p>
            <a:pPr marL="0" marR="0" indent="0" algn="ctr" defTabSz="437888" rtl="0" fontAlgn="auto" latinLnBrk="0" hangingPunct="0">
              <a:lnSpc>
                <a:spcPct val="100000"/>
              </a:lnSpc>
              <a:spcBef>
                <a:spcPts val="0"/>
              </a:spcBef>
              <a:spcAft>
                <a:spcPts val="0"/>
              </a:spcAft>
              <a:buClrTx/>
              <a:buSzTx/>
              <a:buFontTx/>
              <a:buNone/>
              <a:tabLst/>
            </a:pPr>
            <a:endParaRPr kumimoji="0" lang="en-US" sz="2998" b="0" i="0" u="none" strike="noStrike" cap="none" spc="0" normalizeH="0" baseline="0">
              <a:ln>
                <a:noFill/>
              </a:ln>
              <a:solidFill>
                <a:srgbClr val="FFFFFF"/>
              </a:solidFill>
              <a:effectLst>
                <a:outerShdw blurRad="38100" dist="12700" dir="5400000" rotWithShape="0">
                  <a:srgbClr val="000000">
                    <a:alpha val="50000"/>
                  </a:srgbClr>
                </a:outerShdw>
              </a:effectLst>
              <a:uFillTx/>
              <a:latin typeface="Gill Sans"/>
              <a:ea typeface="Gill Sans"/>
              <a:cs typeface="Gill Sans"/>
              <a:sym typeface="Gill Sans"/>
            </a:endParaRPr>
          </a:p>
        </p:txBody>
      </p:sp>
      <p:sp>
        <p:nvSpPr>
          <p:cNvPr id="8" name="Text Placeholder 7">
            <a:extLst>
              <a:ext uri="{FF2B5EF4-FFF2-40B4-BE49-F238E27FC236}">
                <a16:creationId xmlns:a16="http://schemas.microsoft.com/office/drawing/2014/main" id="{F9A0A295-4F83-4048-980D-CA97A3B9A08F}"/>
              </a:ext>
            </a:extLst>
          </p:cNvPr>
          <p:cNvSpPr>
            <a:spLocks noGrp="1"/>
          </p:cNvSpPr>
          <p:nvPr>
            <p:ph type="body" sz="quarter" idx="12"/>
          </p:nvPr>
        </p:nvSpPr>
        <p:spPr>
          <a:xfrm>
            <a:off x="3646373" y="1337310"/>
            <a:ext cx="3886200" cy="4810760"/>
          </a:xfrm>
        </p:spPr>
        <p:txBody>
          <a:bodyPr/>
          <a:lstStyle/>
          <a:p>
            <a:pPr lvl="0"/>
            <a:r>
              <a:rPr lang="en-US"/>
              <a:t>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1CCF6E24-A6C9-478B-8001-FECF88B8A3BC}"/>
              </a:ext>
            </a:extLst>
          </p:cNvPr>
          <p:cNvSpPr>
            <a:spLocks noGrp="1"/>
          </p:cNvSpPr>
          <p:nvPr>
            <p:ph sz="quarter" idx="14"/>
          </p:nvPr>
        </p:nvSpPr>
        <p:spPr>
          <a:xfrm>
            <a:off x="243840" y="1337310"/>
            <a:ext cx="2743200" cy="481076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a:p>
            <a:pPr lvl="1"/>
            <a:r>
              <a:rPr lang="en-US"/>
              <a:t>Second level</a:t>
            </a:r>
          </a:p>
          <a:p>
            <a:pPr lvl="2"/>
            <a:r>
              <a:rPr lang="en-US"/>
              <a:t>Third level</a:t>
            </a:r>
          </a:p>
        </p:txBody>
      </p:sp>
      <p:sp>
        <p:nvSpPr>
          <p:cNvPr id="12" name="Title 2">
            <a:extLst>
              <a:ext uri="{FF2B5EF4-FFF2-40B4-BE49-F238E27FC236}">
                <a16:creationId xmlns:a16="http://schemas.microsoft.com/office/drawing/2014/main" id="{6FBE0D6B-28F6-4E51-B374-0D80AB41537C}"/>
              </a:ext>
            </a:extLst>
          </p:cNvPr>
          <p:cNvSpPr>
            <a:spLocks noGrp="1"/>
          </p:cNvSpPr>
          <p:nvPr>
            <p:ph type="title"/>
          </p:nvPr>
        </p:nvSpPr>
        <p:spPr>
          <a:xfrm>
            <a:off x="598262" y="348398"/>
            <a:ext cx="11147766" cy="457048"/>
          </a:xfrm>
        </p:spPr>
        <p:txBody>
          <a:bodyPr anchor="ctr" anchorCtr="0"/>
          <a:lstStyle>
            <a:lvl1pPr>
              <a:lnSpc>
                <a:spcPct val="90000"/>
              </a:lnSpc>
              <a:defRPr sz="3298" b="0">
                <a:solidFill>
                  <a:srgbClr val="474747"/>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AD8591F5-7480-4829-801E-64461B408543}"/>
              </a:ext>
            </a:extLst>
          </p:cNvPr>
          <p:cNvSpPr>
            <a:spLocks noGrp="1"/>
          </p:cNvSpPr>
          <p:nvPr>
            <p:ph sz="quarter" idx="15"/>
          </p:nvPr>
        </p:nvSpPr>
        <p:spPr>
          <a:xfrm>
            <a:off x="7859826" y="1337310"/>
            <a:ext cx="3886200" cy="481076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pyright">
            <a:extLst>
              <a:ext uri="{FF2B5EF4-FFF2-40B4-BE49-F238E27FC236}">
                <a16:creationId xmlns:a16="http://schemas.microsoft.com/office/drawing/2014/main" id="{FE7BE675-DF07-A079-5A51-982091CCDC7A}"/>
              </a:ext>
            </a:extLst>
          </p:cNvPr>
          <p:cNvSpPr txBox="1"/>
          <p:nvPr userDrawn="1"/>
        </p:nvSpPr>
        <p:spPr bwMode="black">
          <a:xfrm>
            <a:off x="503870" y="6559837"/>
            <a:ext cx="2269088" cy="92333"/>
          </a:xfrm>
          <a:prstGeom prst="rect">
            <a:avLst/>
          </a:prstGeom>
          <a:noFill/>
        </p:spPr>
        <p:txBody>
          <a:bodyPr wrap="square" lIns="0" tIns="0" rIns="0" bIns="0" rtlCol="0">
            <a:spAutoFit/>
          </a:bodyPr>
          <a:lstStyle/>
          <a:p>
            <a:pPr marL="84071" marR="0" indent="-84071" algn="l" defTabSz="1087905" rtl="0" eaLnBrk="1" fontAlgn="auto" latinLnBrk="0" hangingPunct="1">
              <a:lnSpc>
                <a:spcPct val="100000"/>
              </a:lnSpc>
              <a:spcBef>
                <a:spcPts val="0"/>
              </a:spcBef>
              <a:spcAft>
                <a:spcPts val="0"/>
              </a:spcAft>
              <a:buClr>
                <a:schemeClr val="tx1"/>
              </a:buClr>
              <a:buSzTx/>
              <a:buFont typeface="Arial" pitchFamily="34" charset="0"/>
              <a:buChar char="©"/>
              <a:tabLst/>
              <a:defRPr/>
            </a:pPr>
            <a:r>
              <a:rPr lang="en-US" sz="600" noProof="0">
                <a:solidFill>
                  <a:schemeClr val="tx1"/>
                </a:solidFill>
              </a:rPr>
              <a:t>2022 SAP SE or an SAP affiliate company. All rights reserved.  </a:t>
            </a:r>
            <a:r>
              <a:rPr kumimoji="0" lang="en-US" sz="600" b="0" i="0" u="none" kern="0" baseline="0">
                <a:solidFill>
                  <a:schemeClr val="tx1"/>
                </a:solidFill>
                <a:latin typeface="Arial"/>
                <a:ea typeface="Arial Unicode MS"/>
                <a:cs typeface="Arial Unicode MS" pitchFamily="34" charset="-128"/>
                <a:sym typeface="Arial"/>
              </a:rPr>
              <a:t>ǀ</a:t>
            </a:r>
          </a:p>
        </p:txBody>
      </p:sp>
    </p:spTree>
    <p:extLst>
      <p:ext uri="{BB962C8B-B14F-4D97-AF65-F5344CB8AC3E}">
        <p14:creationId xmlns:p14="http://schemas.microsoft.com/office/powerpoint/2010/main" val="166060721"/>
      </p:ext>
    </p:extLst>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Title a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3869" y="1620000"/>
            <a:ext cx="11183565" cy="471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3870" y="504000"/>
            <a:ext cx="11183564"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669867708"/>
      </p:ext>
    </p:extLst>
  </p:cSld>
  <p:clrMapOvr>
    <a:masterClrMapping/>
  </p:clrMapOvr>
  <p:extLst>
    <p:ext uri="{DCECCB84-F9BA-43D5-87BE-67443E8EF086}">
      <p15:sldGuideLst xmlns:p15="http://schemas.microsoft.com/office/powerpoint/2012/main">
        <p15:guide id="1" pos="316">
          <p15:clr>
            <a:srgbClr val="FBAE40"/>
          </p15:clr>
        </p15:guide>
        <p15:guide id="2" orient="horz" pos="3991">
          <p15:clr>
            <a:srgbClr val="FBAE40"/>
          </p15:clr>
        </p15:guide>
        <p15:guide id="3" pos="7364">
          <p15:clr>
            <a:srgbClr val="FBAE40"/>
          </p15:clr>
        </p15:guide>
        <p15:guide id="4" orient="horz" pos="318">
          <p15:clr>
            <a:srgbClr val="FBAE40"/>
          </p15:clr>
        </p15:guide>
        <p15:guide id="5" orient="horz" pos="552">
          <p15:clr>
            <a:srgbClr val="FBAE40"/>
          </p15:clr>
        </p15:guide>
        <p15:guide id="6" orient="horz" pos="1019">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Titel und Inhal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3869" y="1557338"/>
            <a:ext cx="11182288" cy="4778662"/>
          </a:xfrm>
          <a:noFill/>
        </p:spPr>
        <p:txBody>
          <a:bodyPr tIns="1368000"/>
          <a:lstStyle>
            <a:lvl1pPr algn="ctr">
              <a:defRPr sz="1400" b="0"/>
            </a:lvl1pPr>
          </a:lstStyle>
          <a:p>
            <a:pPr lvl="0"/>
            <a:r>
              <a:rPr lang="en-US"/>
              <a:t>Click to add content</a:t>
            </a:r>
          </a:p>
        </p:txBody>
      </p:sp>
      <p:sp>
        <p:nvSpPr>
          <p:cNvPr id="2"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3419462429"/>
      </p:ext>
    </p:extLst>
  </p:cSld>
  <p:clrMapOvr>
    <a:masterClrMapping/>
  </p:clrMapOvr>
  <p:extLst>
    <p:ext uri="{DCECCB84-F9BA-43D5-87BE-67443E8EF086}">
      <p15:sldGuideLst xmlns:p15="http://schemas.microsoft.com/office/powerpoint/2012/main">
        <p15:guide id="1" pos="317">
          <p15:clr>
            <a:srgbClr val="FBAE40"/>
          </p15:clr>
        </p15:guide>
        <p15:guide id="2" orient="horz" pos="317">
          <p15:clr>
            <a:srgbClr val="FBAE40"/>
          </p15:clr>
        </p15:guide>
        <p15:guide id="3" orient="horz" pos="551">
          <p15:clr>
            <a:srgbClr val="FBAE40"/>
          </p15:clr>
        </p15:guide>
        <p15:guide id="4" orient="horz" pos="981">
          <p15:clr>
            <a:srgbClr val="FBAE40"/>
          </p15:clr>
        </p15:guide>
        <p15:guide id="5" orient="horz" pos="3991">
          <p15:clr>
            <a:srgbClr val="FBAE40"/>
          </p15:clr>
        </p15:guide>
        <p15:guide id="6" pos="7364">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_Green Divider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0B96E-5982-9F5C-E74C-271F54C46AE6}"/>
              </a:ext>
            </a:extLst>
          </p:cNvPr>
          <p:cNvSpPr>
            <a:spLocks noGrp="1"/>
          </p:cNvSpPr>
          <p:nvPr>
            <p:ph type="title"/>
          </p:nvPr>
        </p:nvSpPr>
        <p:spPr>
          <a:xfrm>
            <a:off x="550863" y="1341001"/>
            <a:ext cx="6408737" cy="3240521"/>
          </a:xfrm>
        </p:spPr>
        <p:txBody>
          <a:bodyPr/>
          <a:lstStyle>
            <a:lvl1pPr>
              <a:defRPr sz="4800"/>
            </a:lvl1pPr>
          </a:lstStyle>
          <a:p>
            <a:r>
              <a:rPr lang="en-US"/>
              <a:t>Click to edit Master title style</a:t>
            </a:r>
          </a:p>
        </p:txBody>
      </p:sp>
      <p:pic>
        <p:nvPicPr>
          <p:cNvPr id="7" name="Graphic 6">
            <a:extLst>
              <a:ext uri="{FF2B5EF4-FFF2-40B4-BE49-F238E27FC236}">
                <a16:creationId xmlns:a16="http://schemas.microsoft.com/office/drawing/2014/main" id="{B032D485-ACCA-B604-40F4-1FC1C8085F7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238508" y="6237650"/>
            <a:ext cx="1402108" cy="360000"/>
          </a:xfrm>
          <a:prstGeom prst="rect">
            <a:avLst/>
          </a:prstGeom>
        </p:spPr>
      </p:pic>
      <p:pic>
        <p:nvPicPr>
          <p:cNvPr id="9" name="Graphic 8">
            <a:extLst>
              <a:ext uri="{FF2B5EF4-FFF2-40B4-BE49-F238E27FC236}">
                <a16:creationId xmlns:a16="http://schemas.microsoft.com/office/drawing/2014/main" id="{7E41C8E6-FF96-D1BD-38D7-EFB76879CCA6}"/>
              </a:ext>
            </a:extLst>
          </p:cNvPr>
          <p:cNvPicPr>
            <a:picLocks noChangeAspect="1"/>
          </p:cNvPicPr>
          <p:nvPr userDrawn="1"/>
        </p:nvPicPr>
        <p:blipFill>
          <a:blip>
            <a:extLst>
              <a:ext uri="{96DAC541-7B7A-43D3-8B79-37D633B846F1}">
                <asvg:svgBlip xmlns:asvg="http://schemas.microsoft.com/office/drawing/2016/SVG/main" r:embed="rId3"/>
              </a:ext>
            </a:extLst>
          </a:blip>
          <a:srcRect r="3071"/>
          <a:stretch>
            <a:fillRect/>
          </a:stretch>
        </p:blipFill>
        <p:spPr>
          <a:xfrm>
            <a:off x="8276208" y="1041276"/>
            <a:ext cx="3915791" cy="3951586"/>
          </a:xfrm>
          <a:prstGeom prst="rect">
            <a:avLst/>
          </a:prstGeom>
        </p:spPr>
      </p:pic>
      <p:pic>
        <p:nvPicPr>
          <p:cNvPr id="15" name="Graphic 14">
            <a:extLst>
              <a:ext uri="{FF2B5EF4-FFF2-40B4-BE49-F238E27FC236}">
                <a16:creationId xmlns:a16="http://schemas.microsoft.com/office/drawing/2014/main" id="{31598EF9-C866-B6DA-45C5-F7E455BC8C07}"/>
              </a:ext>
            </a:extLst>
          </p:cNvPr>
          <p:cNvPicPr>
            <a:picLocks noChangeAspect="1"/>
          </p:cNvPicPr>
          <p:nvPr userDrawn="1"/>
        </p:nvPicPr>
        <p:blipFill>
          <a:blip>
            <a:extLst>
              <a:ext uri="{96DAC541-7B7A-43D3-8B79-37D633B846F1}">
                <asvg:svgBlip xmlns:asvg="http://schemas.microsoft.com/office/drawing/2016/SVG/main" r:embed="rId4"/>
              </a:ext>
            </a:extLst>
          </a:blip>
          <a:srcRect r="6865"/>
          <a:stretch>
            <a:fillRect/>
          </a:stretch>
        </p:blipFill>
        <p:spPr>
          <a:xfrm rot="16200000">
            <a:off x="10073939" y="126515"/>
            <a:ext cx="1348410" cy="1095375"/>
          </a:xfrm>
          <a:prstGeom prst="rect">
            <a:avLst/>
          </a:prstGeom>
        </p:spPr>
      </p:pic>
      <p:sp>
        <p:nvSpPr>
          <p:cNvPr id="5" name="Footer Placeholder 4">
            <a:extLst>
              <a:ext uri="{FF2B5EF4-FFF2-40B4-BE49-F238E27FC236}">
                <a16:creationId xmlns:a16="http://schemas.microsoft.com/office/drawing/2014/main" id="{FCDEC10E-2114-E07E-B0AF-9A467A71937F}"/>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07E13032-BFAD-674A-0A2B-9AFD0F129BC1}"/>
              </a:ext>
            </a:extLst>
          </p:cNvPr>
          <p:cNvSpPr>
            <a:spLocks noGrp="1"/>
          </p:cNvSpPr>
          <p:nvPr>
            <p:ph type="sldNum" sz="quarter" idx="11"/>
          </p:nvPr>
        </p:nvSpPr>
        <p:spPr/>
        <p:txBody>
          <a:bodyPr/>
          <a:lstStyle/>
          <a:p>
            <a:fld id="{059D0BDF-8BE7-4C3F-9009-83FAF1F2140A}" type="slidenum">
              <a:rPr lang="en-US" smtClean="0"/>
              <a:pPr/>
              <a:t>‹Nr.›</a:t>
            </a:fld>
            <a:endParaRPr lang="en-US"/>
          </a:p>
        </p:txBody>
      </p:sp>
      <p:cxnSp>
        <p:nvCxnSpPr>
          <p:cNvPr id="11" name="Straight Connector 10">
            <a:extLst>
              <a:ext uri="{FF2B5EF4-FFF2-40B4-BE49-F238E27FC236}">
                <a16:creationId xmlns:a16="http://schemas.microsoft.com/office/drawing/2014/main" id="{A83F231F-CE26-D738-6CCA-D4AF5D2B50DB}"/>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12" name="Graphic 11">
            <a:extLst>
              <a:ext uri="{FF2B5EF4-FFF2-40B4-BE49-F238E27FC236}">
                <a16:creationId xmlns:a16="http://schemas.microsoft.com/office/drawing/2014/main" id="{8EEEE403-D915-90AA-6977-84A123385670}"/>
              </a:ext>
            </a:extLst>
          </p:cNvPr>
          <p:cNvPicPr>
            <a:picLocks noChangeAspect="1"/>
          </p:cNvPicPr>
          <p:nvPr userDrawn="1"/>
        </p:nvPicPr>
        <p:blipFill>
          <a:blip>
            <a:extLst>
              <a:ext uri="{96DAC541-7B7A-43D3-8B79-37D633B846F1}">
                <asvg:svgBlip xmlns:asvg="http://schemas.microsoft.com/office/drawing/2016/SVG/main" r:embed="rId5"/>
              </a:ext>
            </a:extLst>
          </a:blip>
          <a:srcRect b="4943"/>
          <a:stretch>
            <a:fillRect/>
          </a:stretch>
        </p:blipFill>
        <p:spPr>
          <a:xfrm>
            <a:off x="5088000" y="2349000"/>
            <a:ext cx="4743450" cy="4509000"/>
          </a:xfrm>
          <a:prstGeom prst="rect">
            <a:avLst/>
          </a:prstGeom>
        </p:spPr>
      </p:pic>
    </p:spTree>
    <p:extLst>
      <p:ext uri="{BB962C8B-B14F-4D97-AF65-F5344CB8AC3E}">
        <p14:creationId xmlns:p14="http://schemas.microsoft.com/office/powerpoint/2010/main" val="2792832253"/>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11088000" cy="4895850"/>
          </a:xfrm>
        </p:spPr>
        <p:txBody>
          <a:bodyPr>
            <a:noAutofit/>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626727E6-3E50-B9E4-63BF-50ED7121B7F3}"/>
              </a:ext>
            </a:extLst>
          </p:cNvPr>
          <p:cNvSpPr>
            <a:spLocks noGrp="1"/>
          </p:cNvSpPr>
          <p:nvPr>
            <p:ph type="sldNum" sz="quarter" idx="14"/>
          </p:nvPr>
        </p:nvSpPr>
        <p:spPr/>
        <p:txBody>
          <a:bodyPr/>
          <a:lstStyle/>
          <a:p>
            <a:fld id="{5AC94115-40D6-4F9E-B464-3718F525A7D7}" type="slidenum">
              <a:rPr lang="en-US" smtClean="0"/>
              <a:pPr/>
              <a:t>‹Nr.›</a:t>
            </a:fld>
            <a:endParaRPr lang="en-US"/>
          </a:p>
        </p:txBody>
      </p:sp>
      <p:sp>
        <p:nvSpPr>
          <p:cNvPr id="8" name="Footer Placeholder 7">
            <a:extLst>
              <a:ext uri="{FF2B5EF4-FFF2-40B4-BE49-F238E27FC236}">
                <a16:creationId xmlns:a16="http://schemas.microsoft.com/office/drawing/2014/main" id="{F7C3F64E-056C-D872-A9ED-DF83D727578B}"/>
              </a:ext>
            </a:extLst>
          </p:cNvPr>
          <p:cNvSpPr>
            <a:spLocks noGrp="1"/>
          </p:cNvSpPr>
          <p:nvPr>
            <p:ph type="ftr" sz="quarter" idx="15"/>
          </p:nvPr>
        </p:nvSpPr>
        <p:spPr/>
        <p:txBody>
          <a:bodyPr/>
          <a:lstStyle/>
          <a:p>
            <a:r>
              <a:rPr lang="en-US"/>
              <a:t>© Solace   |   Proprietary &amp; Confidential</a:t>
            </a:r>
          </a:p>
        </p:txBody>
      </p:sp>
      <p:pic>
        <p:nvPicPr>
          <p:cNvPr id="17" name="Graphic 16">
            <a:extLst>
              <a:ext uri="{FF2B5EF4-FFF2-40B4-BE49-F238E27FC236}">
                <a16:creationId xmlns:a16="http://schemas.microsoft.com/office/drawing/2014/main" id="{BC43C65B-EE3D-2FD9-3D97-F97D35EE21BE}"/>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01ED6644-69AC-3ADF-6B36-0787BCF71DBC}"/>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1909119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2118"/>
            <a:ext cx="5473179" cy="4895169"/>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52D405B3-1349-FF5A-7235-8E36AF73BDB9}"/>
              </a:ext>
            </a:extLst>
          </p:cNvPr>
          <p:cNvSpPr>
            <a:spLocks noGrp="1"/>
          </p:cNvSpPr>
          <p:nvPr>
            <p:ph sz="quarter" idx="13"/>
          </p:nvPr>
        </p:nvSpPr>
        <p:spPr>
          <a:xfrm>
            <a:off x="6168008" y="1341439"/>
            <a:ext cx="5472000" cy="4895626"/>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DA7825DC-AD43-9051-80AF-E7A8AFD6F64D}"/>
              </a:ext>
            </a:extLst>
          </p:cNvPr>
          <p:cNvSpPr>
            <a:spLocks noGrp="1"/>
          </p:cNvSpPr>
          <p:nvPr>
            <p:ph type="sldNum" sz="quarter" idx="15"/>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8A30519D-D8F1-A3CE-E0C1-CB9E249A275B}"/>
              </a:ext>
            </a:extLst>
          </p:cNvPr>
          <p:cNvSpPr>
            <a:spLocks noGrp="1"/>
          </p:cNvSpPr>
          <p:nvPr>
            <p:ph type="ftr" sz="quarter" idx="16"/>
          </p:nvPr>
        </p:nvSpPr>
        <p:spPr/>
        <p:txBody>
          <a:bodyPr/>
          <a:lstStyle/>
          <a:p>
            <a:r>
              <a:rPr lang="en-US"/>
              <a:t>© Solace   |   Proprietary &amp; Confidential</a:t>
            </a:r>
          </a:p>
        </p:txBody>
      </p:sp>
      <p:pic>
        <p:nvPicPr>
          <p:cNvPr id="10" name="Graphic 9">
            <a:extLst>
              <a:ext uri="{FF2B5EF4-FFF2-40B4-BE49-F238E27FC236}">
                <a16:creationId xmlns:a16="http://schemas.microsoft.com/office/drawing/2014/main" id="{C55940C4-7AAB-5365-F666-2CB4424DEBBD}"/>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57A0D8DA-8C36-793D-9787-BA538549FAA0}"/>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1062658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3600450"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295775" y="1341438"/>
            <a:ext cx="3600450"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040688" y="1341438"/>
            <a:ext cx="3600450"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589281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_3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3360000"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6168177"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3" name="Content Placeholder 9">
            <a:extLst>
              <a:ext uri="{FF2B5EF4-FFF2-40B4-BE49-F238E27FC236}">
                <a16:creationId xmlns:a16="http://schemas.microsoft.com/office/drawing/2014/main" id="{2901DD2F-961E-E16A-872E-7E290BCEF9D1}"/>
              </a:ext>
            </a:extLst>
          </p:cNvPr>
          <p:cNvSpPr>
            <a:spLocks noGrp="1"/>
          </p:cNvSpPr>
          <p:nvPr>
            <p:ph sz="quarter" idx="18"/>
          </p:nvPr>
        </p:nvSpPr>
        <p:spPr>
          <a:xfrm>
            <a:off x="8976000" y="1341000"/>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602031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3 Column">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CB4608A-65F3-45F5-ADA3-5E51EE3F9A31}"/>
              </a:ext>
            </a:extLst>
          </p:cNvPr>
          <p:cNvSpPr/>
          <p:nvPr userDrawn="1"/>
        </p:nvSpPr>
        <p:spPr>
          <a:xfrm>
            <a:off x="0" y="1052513"/>
            <a:ext cx="4151313" cy="5805487"/>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438638" y="1341438"/>
            <a:ext cx="3457588"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040000" y="1341438"/>
            <a:ext cx="3601138" cy="4895850"/>
          </a:xfrm>
        </p:spPr>
        <p:txBody>
          <a:bodyPr>
            <a:noAutofit/>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lvl1pPr>
              <a:defRPr>
                <a:solidFill>
                  <a:schemeClr val="bg1"/>
                </a:solidFill>
              </a:defRPr>
            </a:lvl1p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5" name="Straight Connector 4">
            <a:extLst>
              <a:ext uri="{FF2B5EF4-FFF2-40B4-BE49-F238E27FC236}">
                <a16:creationId xmlns:a16="http://schemas.microsoft.com/office/drawing/2014/main" id="{72241618-4F93-97B3-6A17-BA69004DC010}"/>
              </a:ext>
            </a:extLst>
          </p:cNvPr>
          <p:cNvCxnSpPr>
            <a:cxnSpLocks/>
          </p:cNvCxnSpPr>
          <p:nvPr userDrawn="1"/>
        </p:nvCxnSpPr>
        <p:spPr>
          <a:xfrm>
            <a:off x="0" y="1053000"/>
            <a:ext cx="4151313"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38B5FB8E-99A3-5FA0-D9BE-B8532DF15148}"/>
              </a:ext>
            </a:extLst>
          </p:cNvPr>
          <p:cNvSpPr>
            <a:spLocks noGrp="1"/>
          </p:cNvSpPr>
          <p:nvPr>
            <p:ph sz="quarter" idx="18"/>
          </p:nvPr>
        </p:nvSpPr>
        <p:spPr>
          <a:xfrm>
            <a:off x="552000" y="1341438"/>
            <a:ext cx="3456000" cy="4895850"/>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6" name="Oval 15">
            <a:extLst>
              <a:ext uri="{FF2B5EF4-FFF2-40B4-BE49-F238E27FC236}">
                <a16:creationId xmlns:a16="http://schemas.microsoft.com/office/drawing/2014/main" id="{08C9968E-4DFA-912D-4377-EB93C27C612D}"/>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a:xfrm>
            <a:off x="552000" y="6381000"/>
            <a:ext cx="216000" cy="216000"/>
          </a:xfrm>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245981155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3 Column">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9CB4608A-65F3-45F5-ADA3-5E51EE3F9A31}"/>
              </a:ext>
            </a:extLst>
          </p:cNvPr>
          <p:cNvSpPr/>
          <p:nvPr userDrawn="1"/>
        </p:nvSpPr>
        <p:spPr>
          <a:xfrm>
            <a:off x="8040688" y="1"/>
            <a:ext cx="4151313"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7346501"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552000" y="1341438"/>
            <a:ext cx="3600450" cy="48958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4296913" y="1341438"/>
            <a:ext cx="3600450" cy="4895850"/>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lvl1pPr>
              <a:defRPr>
                <a:solidFill>
                  <a:schemeClr val="tx1"/>
                </a:solidFill>
              </a:defRPr>
            </a:lvl1pPr>
          </a:lstStyle>
          <a:p>
            <a:r>
              <a:rPr lang="en-US"/>
              <a:t>© Solace   |   Proprietary &amp; Confidential</a:t>
            </a:r>
          </a:p>
        </p:txBody>
      </p:sp>
      <p:cxnSp>
        <p:nvCxnSpPr>
          <p:cNvPr id="5" name="Straight Connector 4">
            <a:extLst>
              <a:ext uri="{FF2B5EF4-FFF2-40B4-BE49-F238E27FC236}">
                <a16:creationId xmlns:a16="http://schemas.microsoft.com/office/drawing/2014/main" id="{72241618-4F93-97B3-6A17-BA69004DC010}"/>
              </a:ext>
            </a:extLst>
          </p:cNvPr>
          <p:cNvCxnSpPr>
            <a:cxnSpLocks/>
          </p:cNvCxnSpPr>
          <p:nvPr userDrawn="1"/>
        </p:nvCxnSpPr>
        <p:spPr>
          <a:xfrm flipV="1">
            <a:off x="0" y="1052513"/>
            <a:ext cx="3214688"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38B5FB8E-99A3-5FA0-D9BE-B8532DF15148}"/>
              </a:ext>
            </a:extLst>
          </p:cNvPr>
          <p:cNvSpPr>
            <a:spLocks noGrp="1"/>
          </p:cNvSpPr>
          <p:nvPr>
            <p:ph sz="quarter" idx="18"/>
          </p:nvPr>
        </p:nvSpPr>
        <p:spPr>
          <a:xfrm>
            <a:off x="8328000" y="1341438"/>
            <a:ext cx="3456000" cy="4895850"/>
          </a:xfrm>
        </p:spPr>
        <p:txBody>
          <a:bodyPr>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4" name="Graphic 3">
            <a:extLst>
              <a:ext uri="{FF2B5EF4-FFF2-40B4-BE49-F238E27FC236}">
                <a16:creationId xmlns:a16="http://schemas.microsoft.com/office/drawing/2014/main" id="{1AE25BF3-AC2D-32B1-102C-6EC98D2B9AE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704512" y="6375697"/>
            <a:ext cx="936103" cy="240350"/>
          </a:xfrm>
          <a:prstGeom prst="rect">
            <a:avLst/>
          </a:prstGeom>
        </p:spPr>
      </p:pic>
      <p:pic>
        <p:nvPicPr>
          <p:cNvPr id="19" name="Graphic 18">
            <a:extLst>
              <a:ext uri="{FF2B5EF4-FFF2-40B4-BE49-F238E27FC236}">
                <a16:creationId xmlns:a16="http://schemas.microsoft.com/office/drawing/2014/main" id="{A6F05B82-A22E-88BD-8A82-508967D6F51E}"/>
              </a:ext>
            </a:extLst>
          </p:cNvPr>
          <p:cNvPicPr>
            <a:picLocks noChangeAspect="1"/>
          </p:cNvPicPr>
          <p:nvPr userDrawn="1"/>
        </p:nvPicPr>
        <p:blipFill>
          <a:blip>
            <a:extLst>
              <a:ext uri="{96DAC541-7B7A-43D3-8B79-37D633B846F1}">
                <asvg:svgBlip xmlns:asvg="http://schemas.microsoft.com/office/drawing/2016/SVG/main" r:embed="rId3"/>
              </a:ext>
            </a:extLst>
          </a:blip>
          <a:srcRect t="7453" r="5598"/>
          <a:stretch>
            <a:fillRect/>
          </a:stretch>
        </p:blipFill>
        <p:spPr>
          <a:xfrm>
            <a:off x="10492763" y="-3126"/>
            <a:ext cx="1699237" cy="1052513"/>
          </a:xfrm>
          <a:prstGeom prst="rect">
            <a:avLst/>
          </a:prstGeom>
        </p:spPr>
      </p:pic>
    </p:spTree>
    <p:extLst>
      <p:ext uri="{BB962C8B-B14F-4D97-AF65-F5344CB8AC3E}">
        <p14:creationId xmlns:p14="http://schemas.microsoft.com/office/powerpoint/2010/main" val="90950884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side bar - 2 col">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4207B9A9-00A6-A5E6-47EC-60C7604E45D6}"/>
              </a:ext>
            </a:extLst>
          </p:cNvPr>
          <p:cNvSpPr/>
          <p:nvPr userDrawn="1"/>
        </p:nvSpPr>
        <p:spPr>
          <a:xfrm>
            <a:off x="0" y="1052514"/>
            <a:ext cx="3214688" cy="5805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C251F-4810-3650-ACAD-BE6F5660C5A3}"/>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43B0ED86-D2A2-19F7-E05C-D4D41DC0AF4D}"/>
              </a:ext>
            </a:extLst>
          </p:cNvPr>
          <p:cNvSpPr>
            <a:spLocks noGrp="1"/>
          </p:cNvSpPr>
          <p:nvPr>
            <p:ph sz="quarter" idx="13"/>
          </p:nvPr>
        </p:nvSpPr>
        <p:spPr>
          <a:xfrm>
            <a:off x="3504000" y="1341439"/>
            <a:ext cx="3960152" cy="4895849"/>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7">
            <a:extLst>
              <a:ext uri="{FF2B5EF4-FFF2-40B4-BE49-F238E27FC236}">
                <a16:creationId xmlns:a16="http://schemas.microsoft.com/office/drawing/2014/main" id="{9B72684C-0911-88D3-2805-D8FFCADDADC3}"/>
              </a:ext>
            </a:extLst>
          </p:cNvPr>
          <p:cNvSpPr>
            <a:spLocks noGrp="1"/>
          </p:cNvSpPr>
          <p:nvPr>
            <p:ph sz="quarter" idx="14"/>
          </p:nvPr>
        </p:nvSpPr>
        <p:spPr>
          <a:xfrm>
            <a:off x="7753464" y="1341439"/>
            <a:ext cx="3887152" cy="4895849"/>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3" name="Graphic 12">
            <a:extLst>
              <a:ext uri="{FF2B5EF4-FFF2-40B4-BE49-F238E27FC236}">
                <a16:creationId xmlns:a16="http://schemas.microsoft.com/office/drawing/2014/main" id="{BB75A4D9-86E1-C9F6-E1B8-6B505D8E53C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sp>
        <p:nvSpPr>
          <p:cNvPr id="12" name="Footer Placeholder 11">
            <a:extLst>
              <a:ext uri="{FF2B5EF4-FFF2-40B4-BE49-F238E27FC236}">
                <a16:creationId xmlns:a16="http://schemas.microsoft.com/office/drawing/2014/main" id="{58FE70BD-DC74-A24F-FB10-C11CC4FE53E9}"/>
              </a:ext>
            </a:extLst>
          </p:cNvPr>
          <p:cNvSpPr>
            <a:spLocks noGrp="1"/>
          </p:cNvSpPr>
          <p:nvPr>
            <p:ph type="ftr" sz="quarter" idx="17"/>
          </p:nvPr>
        </p:nvSpPr>
        <p:spPr/>
        <p:txBody>
          <a:bodyPr/>
          <a:lstStyle>
            <a:lvl1pPr>
              <a:defRPr>
                <a:solidFill>
                  <a:schemeClr val="bg1"/>
                </a:solidFill>
              </a:defRPr>
            </a:lvl1pPr>
          </a:lstStyle>
          <a:p>
            <a:r>
              <a:rPr lang="en-US"/>
              <a:t>© Solace   |   Proprietary &amp; Confidential</a:t>
            </a:r>
          </a:p>
        </p:txBody>
      </p:sp>
      <p:cxnSp>
        <p:nvCxnSpPr>
          <p:cNvPr id="5" name="Straight Connector 4">
            <a:extLst>
              <a:ext uri="{FF2B5EF4-FFF2-40B4-BE49-F238E27FC236}">
                <a16:creationId xmlns:a16="http://schemas.microsoft.com/office/drawing/2014/main" id="{B2A4232A-AA9F-0E7F-0D31-CBEE32B5690F}"/>
              </a:ext>
            </a:extLst>
          </p:cNvPr>
          <p:cNvCxnSpPr>
            <a:cxnSpLocks/>
          </p:cNvCxnSpPr>
          <p:nvPr userDrawn="1"/>
        </p:nvCxnSpPr>
        <p:spPr>
          <a:xfrm flipV="1">
            <a:off x="0" y="1052513"/>
            <a:ext cx="3214689"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15" name="Content Placeholder 7">
            <a:extLst>
              <a:ext uri="{FF2B5EF4-FFF2-40B4-BE49-F238E27FC236}">
                <a16:creationId xmlns:a16="http://schemas.microsoft.com/office/drawing/2014/main" id="{F9E2296F-52FB-07A9-1254-1E6F8EB4656C}"/>
              </a:ext>
            </a:extLst>
          </p:cNvPr>
          <p:cNvSpPr>
            <a:spLocks noGrp="1"/>
          </p:cNvSpPr>
          <p:nvPr>
            <p:ph sz="quarter" idx="18"/>
          </p:nvPr>
        </p:nvSpPr>
        <p:spPr>
          <a:xfrm>
            <a:off x="552000" y="1341439"/>
            <a:ext cx="2520000" cy="4895849"/>
          </a:xfrm>
        </p:spPr>
        <p:txBody>
          <a:bodyPr t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6" name="Oval 15">
            <a:extLst>
              <a:ext uri="{FF2B5EF4-FFF2-40B4-BE49-F238E27FC236}">
                <a16:creationId xmlns:a16="http://schemas.microsoft.com/office/drawing/2014/main" id="{82E1F085-E5BC-D9F6-74D8-B83A19A251A6}"/>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Slide Number Placeholder 10">
            <a:extLst>
              <a:ext uri="{FF2B5EF4-FFF2-40B4-BE49-F238E27FC236}">
                <a16:creationId xmlns:a16="http://schemas.microsoft.com/office/drawing/2014/main" id="{3D4985E6-1D80-E0A6-15BF-AEADABFAEEFB}"/>
              </a:ext>
            </a:extLst>
          </p:cNvPr>
          <p:cNvSpPr>
            <a:spLocks noGrp="1"/>
          </p:cNvSpPr>
          <p:nvPr>
            <p:ph type="sldNum" sz="quarter" idx="16"/>
          </p:nvPr>
        </p:nvSpPr>
        <p:spPr>
          <a:xfrm>
            <a:off x="552000" y="6381000"/>
            <a:ext cx="216000" cy="216000"/>
          </a:xfrm>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339852852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right side bar - 2 co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C93B80EB-3E23-BA58-DF6D-C66EA954939E}"/>
              </a:ext>
            </a:extLst>
          </p:cNvPr>
          <p:cNvSpPr/>
          <p:nvPr userDrawn="1"/>
        </p:nvSpPr>
        <p:spPr>
          <a:xfrm>
            <a:off x="8976000" y="0"/>
            <a:ext cx="3216275" cy="6858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DC251F-4810-3650-ACAD-BE6F5660C5A3}"/>
              </a:ext>
            </a:extLst>
          </p:cNvPr>
          <p:cNvSpPr>
            <a:spLocks noGrp="1"/>
          </p:cNvSpPr>
          <p:nvPr>
            <p:ph type="title"/>
          </p:nvPr>
        </p:nvSpPr>
        <p:spPr>
          <a:xfrm>
            <a:off x="550862" y="332712"/>
            <a:ext cx="8280986" cy="504000"/>
          </a:xfrm>
        </p:spPr>
        <p:txBody>
          <a:bodyPr/>
          <a:lstStyle/>
          <a:p>
            <a:r>
              <a:rPr lang="en-US"/>
              <a:t>Click to edit Master title style</a:t>
            </a:r>
          </a:p>
        </p:txBody>
      </p:sp>
      <p:sp>
        <p:nvSpPr>
          <p:cNvPr id="8" name="Content Placeholder 7">
            <a:extLst>
              <a:ext uri="{FF2B5EF4-FFF2-40B4-BE49-F238E27FC236}">
                <a16:creationId xmlns:a16="http://schemas.microsoft.com/office/drawing/2014/main" id="{43B0ED86-D2A2-19F7-E05C-D4D41DC0AF4D}"/>
              </a:ext>
            </a:extLst>
          </p:cNvPr>
          <p:cNvSpPr>
            <a:spLocks noGrp="1"/>
          </p:cNvSpPr>
          <p:nvPr>
            <p:ph sz="quarter" idx="13"/>
          </p:nvPr>
        </p:nvSpPr>
        <p:spPr>
          <a:xfrm>
            <a:off x="551384" y="1341438"/>
            <a:ext cx="4104000" cy="4895850"/>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7">
            <a:extLst>
              <a:ext uri="{FF2B5EF4-FFF2-40B4-BE49-F238E27FC236}">
                <a16:creationId xmlns:a16="http://schemas.microsoft.com/office/drawing/2014/main" id="{9B72684C-0911-88D3-2805-D8FFCADDADC3}"/>
              </a:ext>
            </a:extLst>
          </p:cNvPr>
          <p:cNvSpPr>
            <a:spLocks noGrp="1"/>
          </p:cNvSpPr>
          <p:nvPr>
            <p:ph sz="quarter" idx="14"/>
          </p:nvPr>
        </p:nvSpPr>
        <p:spPr>
          <a:xfrm>
            <a:off x="4801154" y="1341438"/>
            <a:ext cx="4030694" cy="4895850"/>
          </a:xfrm>
        </p:spPr>
        <p:txBody>
          <a:bodyPr tIns="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3F5F82E6-3353-5842-9167-0E5A71FDF1FD}"/>
              </a:ext>
            </a:extLst>
          </p:cNvPr>
          <p:cNvSpPr>
            <a:spLocks noGrp="1"/>
          </p:cNvSpPr>
          <p:nvPr>
            <p:ph type="ftr" sz="quarter" idx="15"/>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236229F6-7907-4A2F-F45C-82E6B4DC9AC9}"/>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12" name="Content Placeholder 7">
            <a:extLst>
              <a:ext uri="{FF2B5EF4-FFF2-40B4-BE49-F238E27FC236}">
                <a16:creationId xmlns:a16="http://schemas.microsoft.com/office/drawing/2014/main" id="{AA892997-8AEA-E582-5155-86393FF8A466}"/>
              </a:ext>
            </a:extLst>
          </p:cNvPr>
          <p:cNvSpPr>
            <a:spLocks noGrp="1"/>
          </p:cNvSpPr>
          <p:nvPr>
            <p:ph sz="quarter" idx="18"/>
          </p:nvPr>
        </p:nvSpPr>
        <p:spPr>
          <a:xfrm>
            <a:off x="9264000" y="1341151"/>
            <a:ext cx="2520000" cy="4895849"/>
          </a:xfrm>
        </p:spPr>
        <p:txBody>
          <a:bodyPr tIns="0">
            <a:no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cxnSp>
        <p:nvCxnSpPr>
          <p:cNvPr id="13" name="Straight Connector 12">
            <a:extLst>
              <a:ext uri="{FF2B5EF4-FFF2-40B4-BE49-F238E27FC236}">
                <a16:creationId xmlns:a16="http://schemas.microsoft.com/office/drawing/2014/main" id="{2B91AE49-EEDF-AD0F-00E0-ACA66FB52882}"/>
              </a:ext>
            </a:extLst>
          </p:cNvPr>
          <p:cNvCxnSpPr>
            <a:cxnSpLocks/>
          </p:cNvCxnSpPr>
          <p:nvPr userDrawn="1"/>
        </p:nvCxnSpPr>
        <p:spPr>
          <a:xfrm flipV="1">
            <a:off x="0" y="1052513"/>
            <a:ext cx="3214689"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14" name="Graphic 13">
            <a:extLst>
              <a:ext uri="{FF2B5EF4-FFF2-40B4-BE49-F238E27FC236}">
                <a16:creationId xmlns:a16="http://schemas.microsoft.com/office/drawing/2014/main" id="{45ACE350-03A9-ED00-FA00-76793D7A0DC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704512" y="6375697"/>
            <a:ext cx="936103" cy="240350"/>
          </a:xfrm>
          <a:prstGeom prst="rect">
            <a:avLst/>
          </a:prstGeom>
        </p:spPr>
      </p:pic>
      <p:pic>
        <p:nvPicPr>
          <p:cNvPr id="15" name="Graphic 14">
            <a:extLst>
              <a:ext uri="{FF2B5EF4-FFF2-40B4-BE49-F238E27FC236}">
                <a16:creationId xmlns:a16="http://schemas.microsoft.com/office/drawing/2014/main" id="{7090BE54-7171-7DEE-748E-51B67047CFDD}"/>
              </a:ext>
            </a:extLst>
          </p:cNvPr>
          <p:cNvPicPr>
            <a:picLocks noChangeAspect="1"/>
          </p:cNvPicPr>
          <p:nvPr userDrawn="1"/>
        </p:nvPicPr>
        <p:blipFill>
          <a:blip>
            <a:extLst>
              <a:ext uri="{96DAC541-7B7A-43D3-8B79-37D633B846F1}">
                <asvg:svgBlip xmlns:asvg="http://schemas.microsoft.com/office/drawing/2016/SVG/main" r:embed="rId3"/>
              </a:ext>
            </a:extLst>
          </a:blip>
          <a:srcRect t="7453" r="5598"/>
          <a:stretch>
            <a:fillRect/>
          </a:stretch>
        </p:blipFill>
        <p:spPr>
          <a:xfrm>
            <a:off x="10492763" y="-3126"/>
            <a:ext cx="1699237" cy="1052513"/>
          </a:xfrm>
          <a:prstGeom prst="rect">
            <a:avLst/>
          </a:prstGeom>
        </p:spPr>
      </p:pic>
    </p:spTree>
    <p:extLst>
      <p:ext uri="{BB962C8B-B14F-4D97-AF65-F5344CB8AC3E}">
        <p14:creationId xmlns:p14="http://schemas.microsoft.com/office/powerpoint/2010/main" val="42334139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2 Images - 2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C68BE-3081-1A2B-BB49-35D49CD95E96}"/>
              </a:ext>
            </a:extLst>
          </p:cNvPr>
          <p:cNvSpPr>
            <a:spLocks noGrp="1"/>
          </p:cNvSpPr>
          <p:nvPr>
            <p:ph type="title"/>
          </p:nvPr>
        </p:nvSpPr>
        <p:spPr/>
        <p:txBody>
          <a:bodyPr/>
          <a:lstStyle/>
          <a:p>
            <a:r>
              <a:rPr lang="en-US"/>
              <a:t>Click to edit Master title style</a:t>
            </a:r>
          </a:p>
        </p:txBody>
      </p:sp>
      <p:sp>
        <p:nvSpPr>
          <p:cNvPr id="5" name="Content Placeholder 8">
            <a:extLst>
              <a:ext uri="{FF2B5EF4-FFF2-40B4-BE49-F238E27FC236}">
                <a16:creationId xmlns:a16="http://schemas.microsoft.com/office/drawing/2014/main" id="{2CD88B82-0A13-D547-DBE3-14AE0A23FB86}"/>
              </a:ext>
            </a:extLst>
          </p:cNvPr>
          <p:cNvSpPr>
            <a:spLocks noGrp="1"/>
          </p:cNvSpPr>
          <p:nvPr>
            <p:ph sz="quarter" idx="12" hasCustomPrompt="1"/>
          </p:nvPr>
        </p:nvSpPr>
        <p:spPr>
          <a:xfrm>
            <a:off x="551992" y="1341116"/>
            <a:ext cx="5472571" cy="2304132"/>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6" name="Content Placeholder 8">
            <a:extLst>
              <a:ext uri="{FF2B5EF4-FFF2-40B4-BE49-F238E27FC236}">
                <a16:creationId xmlns:a16="http://schemas.microsoft.com/office/drawing/2014/main" id="{32BEC77D-2BB4-F043-29AD-5383444EFDF4}"/>
              </a:ext>
            </a:extLst>
          </p:cNvPr>
          <p:cNvSpPr>
            <a:spLocks noGrp="1"/>
          </p:cNvSpPr>
          <p:nvPr>
            <p:ph sz="quarter" idx="13" hasCustomPrompt="1"/>
          </p:nvPr>
        </p:nvSpPr>
        <p:spPr>
          <a:xfrm>
            <a:off x="6168008" y="1340769"/>
            <a:ext cx="5470854" cy="2304132"/>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7" name="Content Placeholder 12">
            <a:extLst>
              <a:ext uri="{FF2B5EF4-FFF2-40B4-BE49-F238E27FC236}">
                <a16:creationId xmlns:a16="http://schemas.microsoft.com/office/drawing/2014/main" id="{456251D7-7010-E4DB-F881-6FCC5A1219A3}"/>
              </a:ext>
            </a:extLst>
          </p:cNvPr>
          <p:cNvSpPr>
            <a:spLocks noGrp="1"/>
          </p:cNvSpPr>
          <p:nvPr>
            <p:ph sz="quarter" idx="14"/>
          </p:nvPr>
        </p:nvSpPr>
        <p:spPr>
          <a:xfrm>
            <a:off x="551992" y="3789040"/>
            <a:ext cx="5472571" cy="24482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12">
            <a:extLst>
              <a:ext uri="{FF2B5EF4-FFF2-40B4-BE49-F238E27FC236}">
                <a16:creationId xmlns:a16="http://schemas.microsoft.com/office/drawing/2014/main" id="{1D31F5ED-F6F5-DCDE-82DD-6D532DBFEF0A}"/>
              </a:ext>
            </a:extLst>
          </p:cNvPr>
          <p:cNvSpPr>
            <a:spLocks noGrp="1"/>
          </p:cNvSpPr>
          <p:nvPr>
            <p:ph sz="quarter" idx="15"/>
          </p:nvPr>
        </p:nvSpPr>
        <p:spPr>
          <a:xfrm>
            <a:off x="6168008" y="3789040"/>
            <a:ext cx="5470854" cy="24482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8">
            <a:extLst>
              <a:ext uri="{FF2B5EF4-FFF2-40B4-BE49-F238E27FC236}">
                <a16:creationId xmlns:a16="http://schemas.microsoft.com/office/drawing/2014/main" id="{67CCF2EC-1608-8987-8611-1F2C9B21E7E4}"/>
              </a:ext>
            </a:extLst>
          </p:cNvPr>
          <p:cNvSpPr>
            <a:spLocks noGrp="1"/>
          </p:cNvSpPr>
          <p:nvPr>
            <p:ph type="ftr" sz="quarter" idx="16"/>
          </p:nvPr>
        </p:nvSpPr>
        <p:spPr/>
        <p:txBody>
          <a:bodyPr/>
          <a:lstStyle/>
          <a:p>
            <a:r>
              <a:rPr lang="en-US"/>
              <a:t>© Solace   |   Proprietary &amp; Confidential</a:t>
            </a:r>
          </a:p>
        </p:txBody>
      </p:sp>
      <p:sp>
        <p:nvSpPr>
          <p:cNvPr id="10" name="Slide Number Placeholder 9">
            <a:extLst>
              <a:ext uri="{FF2B5EF4-FFF2-40B4-BE49-F238E27FC236}">
                <a16:creationId xmlns:a16="http://schemas.microsoft.com/office/drawing/2014/main" id="{F93B81FA-19E0-B750-C7D4-57D119893882}"/>
              </a:ext>
            </a:extLst>
          </p:cNvPr>
          <p:cNvSpPr>
            <a:spLocks noGrp="1"/>
          </p:cNvSpPr>
          <p:nvPr>
            <p:ph type="sldNum" sz="quarter" idx="17"/>
          </p:nvPr>
        </p:nvSpPr>
        <p:spPr/>
        <p:txBody>
          <a:bodyPr/>
          <a:lstStyle/>
          <a:p>
            <a:fld id="{5AC94115-40D6-4F9E-B464-3718F525A7D7}" type="slidenum">
              <a:rPr lang="en-US" smtClean="0"/>
              <a:pPr/>
              <a:t>‹Nr.›</a:t>
            </a:fld>
            <a:endParaRPr lang="en-US"/>
          </a:p>
        </p:txBody>
      </p:sp>
      <p:pic>
        <p:nvPicPr>
          <p:cNvPr id="11" name="Graphic 10">
            <a:extLst>
              <a:ext uri="{FF2B5EF4-FFF2-40B4-BE49-F238E27FC236}">
                <a16:creationId xmlns:a16="http://schemas.microsoft.com/office/drawing/2014/main" id="{E18A6110-D053-650E-4FCA-1E04B3685C7E}"/>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3B7D9456-6AE0-4917-1908-9B35BC42C1D8}"/>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4396565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 Images - 3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97F1-0814-B267-1984-6756C0C76095}"/>
              </a:ext>
            </a:extLst>
          </p:cNvPr>
          <p:cNvSpPr>
            <a:spLocks noGrp="1"/>
          </p:cNvSpPr>
          <p:nvPr>
            <p:ph type="title"/>
          </p:nvPr>
        </p:nvSpPr>
        <p:spPr/>
        <p:txBody>
          <a:bodyPr/>
          <a:lstStyle/>
          <a:p>
            <a:r>
              <a:rPr lang="en-US"/>
              <a:t>Click to edit Master title style</a:t>
            </a:r>
          </a:p>
        </p:txBody>
      </p:sp>
      <p:sp>
        <p:nvSpPr>
          <p:cNvPr id="9" name="Content Placeholder 8">
            <a:extLst>
              <a:ext uri="{FF2B5EF4-FFF2-40B4-BE49-F238E27FC236}">
                <a16:creationId xmlns:a16="http://schemas.microsoft.com/office/drawing/2014/main" id="{B1A0B438-08D8-A1E9-0E9D-4C575AC9F421}"/>
              </a:ext>
            </a:extLst>
          </p:cNvPr>
          <p:cNvSpPr>
            <a:spLocks noGrp="1"/>
          </p:cNvSpPr>
          <p:nvPr>
            <p:ph sz="quarter" idx="12" hasCustomPrompt="1"/>
          </p:nvPr>
        </p:nvSpPr>
        <p:spPr>
          <a:xfrm>
            <a:off x="551992" y="1341463"/>
            <a:ext cx="3599321"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1" name="Content Placeholder 8">
            <a:extLst>
              <a:ext uri="{FF2B5EF4-FFF2-40B4-BE49-F238E27FC236}">
                <a16:creationId xmlns:a16="http://schemas.microsoft.com/office/drawing/2014/main" id="{43FD8630-1A63-02B3-646A-3AEE4FC3A86C}"/>
              </a:ext>
            </a:extLst>
          </p:cNvPr>
          <p:cNvSpPr>
            <a:spLocks noGrp="1"/>
          </p:cNvSpPr>
          <p:nvPr>
            <p:ph sz="quarter" idx="13" hasCustomPrompt="1"/>
          </p:nvPr>
        </p:nvSpPr>
        <p:spPr>
          <a:xfrm>
            <a:off x="4295800" y="1341116"/>
            <a:ext cx="3599321"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3" name="Content Placeholder 12">
            <a:extLst>
              <a:ext uri="{FF2B5EF4-FFF2-40B4-BE49-F238E27FC236}">
                <a16:creationId xmlns:a16="http://schemas.microsoft.com/office/drawing/2014/main" id="{0456104A-6D81-C64D-817B-67E2A3A9BE0C}"/>
              </a:ext>
            </a:extLst>
          </p:cNvPr>
          <p:cNvSpPr>
            <a:spLocks noGrp="1"/>
          </p:cNvSpPr>
          <p:nvPr>
            <p:ph sz="quarter" idx="14"/>
          </p:nvPr>
        </p:nvSpPr>
        <p:spPr>
          <a:xfrm>
            <a:off x="551992" y="3789040"/>
            <a:ext cx="3599321" cy="2447925"/>
          </a:xfrm>
        </p:spPr>
        <p:txBody>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4" name="Content Placeholder 12">
            <a:extLst>
              <a:ext uri="{FF2B5EF4-FFF2-40B4-BE49-F238E27FC236}">
                <a16:creationId xmlns:a16="http://schemas.microsoft.com/office/drawing/2014/main" id="{F65C997E-2278-4E56-37A6-EB4C7EEC1C52}"/>
              </a:ext>
            </a:extLst>
          </p:cNvPr>
          <p:cNvSpPr>
            <a:spLocks noGrp="1"/>
          </p:cNvSpPr>
          <p:nvPr>
            <p:ph sz="quarter" idx="15"/>
          </p:nvPr>
        </p:nvSpPr>
        <p:spPr>
          <a:xfrm>
            <a:off x="4295800" y="3789040"/>
            <a:ext cx="3599321" cy="2447925"/>
          </a:xfrm>
        </p:spPr>
        <p:txBody>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5" name="Content Placeholder 8">
            <a:extLst>
              <a:ext uri="{FF2B5EF4-FFF2-40B4-BE49-F238E27FC236}">
                <a16:creationId xmlns:a16="http://schemas.microsoft.com/office/drawing/2014/main" id="{4A711886-7106-5E98-C36A-B33A10E6109E}"/>
              </a:ext>
            </a:extLst>
          </p:cNvPr>
          <p:cNvSpPr>
            <a:spLocks noGrp="1"/>
          </p:cNvSpPr>
          <p:nvPr>
            <p:ph sz="quarter" idx="16" hasCustomPrompt="1"/>
          </p:nvPr>
        </p:nvSpPr>
        <p:spPr>
          <a:xfrm>
            <a:off x="8040216" y="1341116"/>
            <a:ext cx="3599321" cy="2303784"/>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6" name="Content Placeholder 12">
            <a:extLst>
              <a:ext uri="{FF2B5EF4-FFF2-40B4-BE49-F238E27FC236}">
                <a16:creationId xmlns:a16="http://schemas.microsoft.com/office/drawing/2014/main" id="{B8F42862-A11A-2F19-16B9-AC6652A9EFCE}"/>
              </a:ext>
            </a:extLst>
          </p:cNvPr>
          <p:cNvSpPr>
            <a:spLocks noGrp="1"/>
          </p:cNvSpPr>
          <p:nvPr>
            <p:ph sz="quarter" idx="17"/>
          </p:nvPr>
        </p:nvSpPr>
        <p:spPr>
          <a:xfrm>
            <a:off x="8040216" y="3789040"/>
            <a:ext cx="3599321" cy="2447925"/>
          </a:xfrm>
        </p:spPr>
        <p:txBody>
          <a:bodyPr/>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00674A97-3954-8CFE-B213-50815C88DB0D}"/>
              </a:ext>
            </a:extLst>
          </p:cNvPr>
          <p:cNvSpPr>
            <a:spLocks noGrp="1"/>
          </p:cNvSpPr>
          <p:nvPr>
            <p:ph type="ftr" sz="quarter" idx="18"/>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4E7A0E0C-0C46-F7EC-4BAF-F889359B86E1}"/>
              </a:ext>
            </a:extLst>
          </p:cNvPr>
          <p:cNvSpPr>
            <a:spLocks noGrp="1"/>
          </p:cNvSpPr>
          <p:nvPr>
            <p:ph type="sldNum" sz="quarter" idx="19"/>
          </p:nvPr>
        </p:nvSpPr>
        <p:spPr/>
        <p:txBody>
          <a:bodyPr/>
          <a:lstStyle/>
          <a:p>
            <a:fld id="{5AC94115-40D6-4F9E-B464-3718F525A7D7}" type="slidenum">
              <a:rPr lang="en-US" smtClean="0"/>
              <a:pPr/>
              <a:t>‹Nr.›</a:t>
            </a:fld>
            <a:endParaRPr lang="en-US"/>
          </a:p>
        </p:txBody>
      </p:sp>
      <p:pic>
        <p:nvPicPr>
          <p:cNvPr id="7" name="Graphic 6">
            <a:extLst>
              <a:ext uri="{FF2B5EF4-FFF2-40B4-BE49-F238E27FC236}">
                <a16:creationId xmlns:a16="http://schemas.microsoft.com/office/drawing/2014/main" id="{7B0E0F71-F98B-B020-E3FA-3BF87B2103B4}"/>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31189568-842F-EBA0-9A9E-1020756811D7}"/>
              </a:ext>
            </a:extLst>
          </p:cNvPr>
          <p:cNvCxnSpPr>
            <a:cxnSpLocks/>
          </p:cNvCxnSpPr>
          <p:nvPr userDrawn="1"/>
        </p:nvCxnSpPr>
        <p:spPr>
          <a:xfrm flipH="1" flipV="1">
            <a:off x="0" y="1052513"/>
            <a:ext cx="3214688" cy="487"/>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671567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4 Images - 4 Conte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397F1-0814-B267-1984-6756C0C76095}"/>
              </a:ext>
            </a:extLst>
          </p:cNvPr>
          <p:cNvSpPr>
            <a:spLocks noGrp="1"/>
          </p:cNvSpPr>
          <p:nvPr>
            <p:ph type="title"/>
          </p:nvPr>
        </p:nvSpPr>
        <p:spPr/>
        <p:txBody>
          <a:bodyPr/>
          <a:lstStyle/>
          <a:p>
            <a:r>
              <a:rPr lang="en-US"/>
              <a:t>Click to edit Master title style</a:t>
            </a:r>
          </a:p>
        </p:txBody>
      </p:sp>
      <p:sp>
        <p:nvSpPr>
          <p:cNvPr id="9" name="Content Placeholder 8">
            <a:extLst>
              <a:ext uri="{FF2B5EF4-FFF2-40B4-BE49-F238E27FC236}">
                <a16:creationId xmlns:a16="http://schemas.microsoft.com/office/drawing/2014/main" id="{B1A0B438-08D8-A1E9-0E9D-4C575AC9F421}"/>
              </a:ext>
            </a:extLst>
          </p:cNvPr>
          <p:cNvSpPr>
            <a:spLocks noGrp="1"/>
          </p:cNvSpPr>
          <p:nvPr>
            <p:ph sz="quarter" idx="12" hasCustomPrompt="1"/>
          </p:nvPr>
        </p:nvSpPr>
        <p:spPr>
          <a:xfrm>
            <a:off x="551993"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3" name="Content Placeholder 12">
            <a:extLst>
              <a:ext uri="{FF2B5EF4-FFF2-40B4-BE49-F238E27FC236}">
                <a16:creationId xmlns:a16="http://schemas.microsoft.com/office/drawing/2014/main" id="{0456104A-6D81-C64D-817B-67E2A3A9BE0C}"/>
              </a:ext>
            </a:extLst>
          </p:cNvPr>
          <p:cNvSpPr>
            <a:spLocks noGrp="1"/>
          </p:cNvSpPr>
          <p:nvPr>
            <p:ph sz="quarter" idx="14"/>
          </p:nvPr>
        </p:nvSpPr>
        <p:spPr>
          <a:xfrm>
            <a:off x="551993"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6" name="Content Placeholder 8">
            <a:extLst>
              <a:ext uri="{FF2B5EF4-FFF2-40B4-BE49-F238E27FC236}">
                <a16:creationId xmlns:a16="http://schemas.microsoft.com/office/drawing/2014/main" id="{0EE81861-DC94-4446-2135-60944D8CBEE6}"/>
              </a:ext>
            </a:extLst>
          </p:cNvPr>
          <p:cNvSpPr>
            <a:spLocks noGrp="1"/>
          </p:cNvSpPr>
          <p:nvPr>
            <p:ph sz="quarter" idx="15" hasCustomPrompt="1"/>
          </p:nvPr>
        </p:nvSpPr>
        <p:spPr>
          <a:xfrm>
            <a:off x="3359696"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7" name="Content Placeholder 12">
            <a:extLst>
              <a:ext uri="{FF2B5EF4-FFF2-40B4-BE49-F238E27FC236}">
                <a16:creationId xmlns:a16="http://schemas.microsoft.com/office/drawing/2014/main" id="{3725FA80-7CD4-C867-D690-2FE699FED765}"/>
              </a:ext>
            </a:extLst>
          </p:cNvPr>
          <p:cNvSpPr>
            <a:spLocks noGrp="1"/>
          </p:cNvSpPr>
          <p:nvPr>
            <p:ph sz="quarter" idx="16"/>
          </p:nvPr>
        </p:nvSpPr>
        <p:spPr>
          <a:xfrm>
            <a:off x="3359696"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8" name="Content Placeholder 8">
            <a:extLst>
              <a:ext uri="{FF2B5EF4-FFF2-40B4-BE49-F238E27FC236}">
                <a16:creationId xmlns:a16="http://schemas.microsoft.com/office/drawing/2014/main" id="{5B91C2C9-8C4D-2CD0-97E7-6ADC5C0E0B2A}"/>
              </a:ext>
            </a:extLst>
          </p:cNvPr>
          <p:cNvSpPr>
            <a:spLocks noGrp="1"/>
          </p:cNvSpPr>
          <p:nvPr>
            <p:ph sz="quarter" idx="17" hasCustomPrompt="1"/>
          </p:nvPr>
        </p:nvSpPr>
        <p:spPr>
          <a:xfrm>
            <a:off x="6168008"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0" name="Content Placeholder 12">
            <a:extLst>
              <a:ext uri="{FF2B5EF4-FFF2-40B4-BE49-F238E27FC236}">
                <a16:creationId xmlns:a16="http://schemas.microsoft.com/office/drawing/2014/main" id="{C080695C-2AD3-8D41-C7CB-09FC2299ACDA}"/>
              </a:ext>
            </a:extLst>
          </p:cNvPr>
          <p:cNvSpPr>
            <a:spLocks noGrp="1"/>
          </p:cNvSpPr>
          <p:nvPr>
            <p:ph sz="quarter" idx="18"/>
          </p:nvPr>
        </p:nvSpPr>
        <p:spPr>
          <a:xfrm>
            <a:off x="6168008"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2" name="Content Placeholder 8">
            <a:extLst>
              <a:ext uri="{FF2B5EF4-FFF2-40B4-BE49-F238E27FC236}">
                <a16:creationId xmlns:a16="http://schemas.microsoft.com/office/drawing/2014/main" id="{8D34A93E-2FC6-BF8D-2772-A48A947530BC}"/>
              </a:ext>
            </a:extLst>
          </p:cNvPr>
          <p:cNvSpPr>
            <a:spLocks noGrp="1"/>
          </p:cNvSpPr>
          <p:nvPr>
            <p:ph sz="quarter" idx="19" hasCustomPrompt="1"/>
          </p:nvPr>
        </p:nvSpPr>
        <p:spPr>
          <a:xfrm>
            <a:off x="8976320" y="1341439"/>
            <a:ext cx="2662696" cy="2303585"/>
          </a:xfrm>
          <a:pattFill prst="wdUpDiag">
            <a:fgClr>
              <a:schemeClr val="bg1"/>
            </a:fgClr>
            <a:bgClr>
              <a:schemeClr val="bg1">
                <a:lumMod val="95000"/>
              </a:schemeClr>
            </a:bgClr>
          </a:pattFill>
        </p:spPr>
        <p:txBody>
          <a:bodyPr bIns="900000" anchor="ctr">
            <a:normAutofit/>
          </a:bodyPr>
          <a:lstStyle>
            <a:lvl1pPr algn="ctr">
              <a:defRPr sz="1100"/>
            </a:lvl1pPr>
          </a:lstStyle>
          <a:p>
            <a:pPr lvl="0"/>
            <a:r>
              <a:rPr lang="en-US"/>
              <a:t>Insert graphic</a:t>
            </a:r>
          </a:p>
        </p:txBody>
      </p:sp>
      <p:sp>
        <p:nvSpPr>
          <p:cNvPr id="17" name="Content Placeholder 12">
            <a:extLst>
              <a:ext uri="{FF2B5EF4-FFF2-40B4-BE49-F238E27FC236}">
                <a16:creationId xmlns:a16="http://schemas.microsoft.com/office/drawing/2014/main" id="{66302D6E-7936-7865-9424-8BE5687EBC81}"/>
              </a:ext>
            </a:extLst>
          </p:cNvPr>
          <p:cNvSpPr>
            <a:spLocks noGrp="1"/>
          </p:cNvSpPr>
          <p:nvPr>
            <p:ph sz="quarter" idx="20"/>
          </p:nvPr>
        </p:nvSpPr>
        <p:spPr>
          <a:xfrm>
            <a:off x="8976320" y="3789040"/>
            <a:ext cx="2662696" cy="2447925"/>
          </a:xfrm>
        </p:spPr>
        <p:txBody>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66FAD3B0-E777-72B3-DB57-12267A7F8D3E}"/>
              </a:ext>
            </a:extLst>
          </p:cNvPr>
          <p:cNvSpPr>
            <a:spLocks noGrp="1"/>
          </p:cNvSpPr>
          <p:nvPr>
            <p:ph type="ftr" sz="quarter" idx="21"/>
          </p:nvPr>
        </p:nvSpPr>
        <p:spPr/>
        <p:txBody>
          <a:bodyPr/>
          <a:lstStyle/>
          <a:p>
            <a:r>
              <a:rPr lang="en-US"/>
              <a:t>© Solace   |   Proprietary &amp; Confidential</a:t>
            </a:r>
          </a:p>
        </p:txBody>
      </p:sp>
      <p:sp>
        <p:nvSpPr>
          <p:cNvPr id="11" name="Slide Number Placeholder 10">
            <a:extLst>
              <a:ext uri="{FF2B5EF4-FFF2-40B4-BE49-F238E27FC236}">
                <a16:creationId xmlns:a16="http://schemas.microsoft.com/office/drawing/2014/main" id="{870057FD-E157-5A46-DAE1-FF42B8EEA5BC}"/>
              </a:ext>
            </a:extLst>
          </p:cNvPr>
          <p:cNvSpPr>
            <a:spLocks noGrp="1"/>
          </p:cNvSpPr>
          <p:nvPr>
            <p:ph type="sldNum" sz="quarter" idx="22"/>
          </p:nvPr>
        </p:nvSpPr>
        <p:spPr/>
        <p:txBody>
          <a:bodyPr/>
          <a:lstStyle/>
          <a:p>
            <a:fld id="{5AC94115-40D6-4F9E-B464-3718F525A7D7}" type="slidenum">
              <a:rPr lang="en-US" smtClean="0"/>
              <a:pPr/>
              <a:t>‹Nr.›</a:t>
            </a:fld>
            <a:endParaRPr lang="en-US"/>
          </a:p>
        </p:txBody>
      </p:sp>
      <p:pic>
        <p:nvPicPr>
          <p:cNvPr id="14" name="Graphic 13">
            <a:extLst>
              <a:ext uri="{FF2B5EF4-FFF2-40B4-BE49-F238E27FC236}">
                <a16:creationId xmlns:a16="http://schemas.microsoft.com/office/drawing/2014/main" id="{DDC5E3ED-7D13-8763-FE4F-62C4B85DFCF9}"/>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1B7DE9C0-6046-F3BA-0316-F4E3DCA6959E}"/>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6472793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Headlin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21A3070F-9DB2-F271-021B-1C92769361C4}"/>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698D5853-4B3D-051C-8D9D-E321462F48C7}"/>
              </a:ext>
            </a:extLst>
          </p:cNvPr>
          <p:cNvSpPr>
            <a:spLocks noGrp="1"/>
          </p:cNvSpPr>
          <p:nvPr>
            <p:ph type="sldNum" sz="quarter" idx="11"/>
          </p:nvPr>
        </p:nvSpPr>
        <p:spPr/>
        <p:txBody>
          <a:bodyPr/>
          <a:lstStyle/>
          <a:p>
            <a:fld id="{5AC94115-40D6-4F9E-B464-3718F525A7D7}" type="slidenum">
              <a:rPr lang="en-US" smtClean="0"/>
              <a:pPr/>
              <a:t>‹Nr.›</a:t>
            </a:fld>
            <a:endParaRPr lang="en-US"/>
          </a:p>
        </p:txBody>
      </p:sp>
      <p:pic>
        <p:nvPicPr>
          <p:cNvPr id="7" name="Graphic 6">
            <a:extLst>
              <a:ext uri="{FF2B5EF4-FFF2-40B4-BE49-F238E27FC236}">
                <a16:creationId xmlns:a16="http://schemas.microsoft.com/office/drawing/2014/main" id="{8812C075-3D4E-3811-1E61-A7B407260BD9}"/>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3" name="Straight Connector 2">
            <a:extLst>
              <a:ext uri="{FF2B5EF4-FFF2-40B4-BE49-F238E27FC236}">
                <a16:creationId xmlns:a16="http://schemas.microsoft.com/office/drawing/2014/main" id="{8A503B0A-D8DF-54EE-CDBD-F9C6809DCDB3}"/>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5480056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FCE768-1505-F030-A53C-BAB695764A2A}"/>
              </a:ext>
            </a:extLst>
          </p:cNvPr>
          <p:cNvSpPr/>
          <p:nvPr userDrawn="1"/>
        </p:nvSpPr>
        <p:spPr>
          <a:xfrm>
            <a:off x="467292" y="896136"/>
            <a:ext cx="2892124" cy="30086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29C5FB10-C409-132C-242C-6C748B22E98F}"/>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12681A06-B32F-52FD-FF64-A02A4DD17A95}"/>
              </a:ext>
            </a:extLst>
          </p:cNvPr>
          <p:cNvSpPr>
            <a:spLocks noGrp="1"/>
          </p:cNvSpPr>
          <p:nvPr>
            <p:ph type="sldNum" sz="quarter" idx="11"/>
          </p:nvPr>
        </p:nvSpPr>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94697509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Dark - 1 Conten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11088000" cy="48958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6E2CAB5-296D-94D4-1BB6-CCD1571B71DA}"/>
              </a:ext>
            </a:extLst>
          </p:cNvPr>
          <p:cNvSpPr>
            <a:spLocks noGrp="1"/>
          </p:cNvSpPr>
          <p:nvPr>
            <p:ph type="ftr" sz="quarter" idx="13"/>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D830D639-FA78-7044-BCF1-A6E5FBC67ED9}"/>
              </a:ext>
            </a:extLst>
          </p:cNvPr>
          <p:cNvSpPr>
            <a:spLocks noGrp="1"/>
          </p:cNvSpPr>
          <p:nvPr>
            <p:ph type="sldNum" sz="quarter" idx="14"/>
          </p:nvPr>
        </p:nvSpPr>
        <p:spPr/>
        <p:txBody>
          <a:bodyPr/>
          <a:lstStyle/>
          <a:p>
            <a:fld id="{5AC94115-40D6-4F9E-B464-3718F525A7D7}" type="slidenum">
              <a:rPr lang="en-US" smtClean="0"/>
              <a:pPr/>
              <a:t>‹Nr.›</a:t>
            </a:fld>
            <a:endParaRPr lang="en-US"/>
          </a:p>
        </p:txBody>
      </p:sp>
      <p:pic>
        <p:nvPicPr>
          <p:cNvPr id="9" name="Graphic 8">
            <a:extLst>
              <a:ext uri="{FF2B5EF4-FFF2-40B4-BE49-F238E27FC236}">
                <a16:creationId xmlns:a16="http://schemas.microsoft.com/office/drawing/2014/main" id="{51D499B9-9372-735A-E6DC-DBB0AE4555D2}"/>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3B6B5A86-6C16-F8B4-CB19-FD382B53F1A6}"/>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29958757"/>
      </p:ext>
    </p:extLst>
  </p:cSld>
  <p:clrMapOvr>
    <a:overrideClrMapping bg1="dk1" tx1="lt1" bg2="dk2" tx2="lt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ark - 2 Contents">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8"/>
            <a:ext cx="5473179" cy="4895850"/>
          </a:xfrm>
        </p:spPr>
        <p:txBody>
          <a:bodyPr r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6">
            <a:extLst>
              <a:ext uri="{FF2B5EF4-FFF2-40B4-BE49-F238E27FC236}">
                <a16:creationId xmlns:a16="http://schemas.microsoft.com/office/drawing/2014/main" id="{52D405B3-1349-FF5A-7235-8E36AF73BDB9}"/>
              </a:ext>
            </a:extLst>
          </p:cNvPr>
          <p:cNvSpPr>
            <a:spLocks noGrp="1"/>
          </p:cNvSpPr>
          <p:nvPr>
            <p:ph sz="quarter" idx="13"/>
          </p:nvPr>
        </p:nvSpPr>
        <p:spPr>
          <a:xfrm>
            <a:off x="6168008" y="1340757"/>
            <a:ext cx="5472000" cy="4896308"/>
          </a:xfrm>
        </p:spPr>
        <p:txBody>
          <a:bodyPr rIns="720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8FC56697-9B1A-277A-7F26-7D15BD39DEB0}"/>
              </a:ext>
            </a:extLst>
          </p:cNvPr>
          <p:cNvSpPr>
            <a:spLocks noGrp="1"/>
          </p:cNvSpPr>
          <p:nvPr>
            <p:ph type="ftr" sz="quarter" idx="14"/>
          </p:nvPr>
        </p:nvSpPr>
        <p:spPr/>
        <p:txBody>
          <a:bodyPr/>
          <a:lstStyle/>
          <a:p>
            <a:r>
              <a:rPr lang="en-US"/>
              <a:t>© Solace   |   Proprietary &amp; Confidential</a:t>
            </a:r>
          </a:p>
        </p:txBody>
      </p:sp>
      <p:sp>
        <p:nvSpPr>
          <p:cNvPr id="8" name="Slide Number Placeholder 7">
            <a:extLst>
              <a:ext uri="{FF2B5EF4-FFF2-40B4-BE49-F238E27FC236}">
                <a16:creationId xmlns:a16="http://schemas.microsoft.com/office/drawing/2014/main" id="{F7800F81-97F2-29EB-AC13-17A9C7C48A34}"/>
              </a:ext>
            </a:extLst>
          </p:cNvPr>
          <p:cNvSpPr>
            <a:spLocks noGrp="1"/>
          </p:cNvSpPr>
          <p:nvPr>
            <p:ph type="sldNum" sz="quarter" idx="15"/>
          </p:nvPr>
        </p:nvSpPr>
        <p:spPr/>
        <p:txBody>
          <a:bodyPr/>
          <a:lstStyle/>
          <a:p>
            <a:fld id="{5AC94115-40D6-4F9E-B464-3718F525A7D7}" type="slidenum">
              <a:rPr lang="en-US" smtClean="0"/>
              <a:pPr/>
              <a:t>‹Nr.›</a:t>
            </a:fld>
            <a:endParaRPr lang="en-US"/>
          </a:p>
        </p:txBody>
      </p:sp>
      <p:pic>
        <p:nvPicPr>
          <p:cNvPr id="9" name="Graphic 8">
            <a:extLst>
              <a:ext uri="{FF2B5EF4-FFF2-40B4-BE49-F238E27FC236}">
                <a16:creationId xmlns:a16="http://schemas.microsoft.com/office/drawing/2014/main" id="{CA0A5A94-FCCD-9F4D-E780-3544958B400E}"/>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9EDAAC7C-AAD0-4789-E61A-DCEF4FE2A30D}"/>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0700590"/>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Dark - 3 Contents">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93762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0768"/>
            <a:ext cx="3600450" cy="4896520"/>
          </a:xfrm>
        </p:spPr>
        <p:txBody>
          <a:bodyPr rIns="72000"/>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4295775" y="1340768"/>
            <a:ext cx="3600450" cy="4896520"/>
          </a:xfrm>
        </p:spPr>
        <p:txBody>
          <a:bodyPr rIns="72000"/>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8040688" y="1340768"/>
            <a:ext cx="3600450" cy="4896520"/>
          </a:xfrm>
        </p:spPr>
        <p:txBody>
          <a:bodyPr rIns="72000"/>
          <a:lstStyle/>
          <a:p>
            <a:pPr lvl="0"/>
            <a:r>
              <a:rPr lang="en-US"/>
              <a:t>Click to edit Master text</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D45C2DB3-D4C8-2593-17AF-9A30C58CAF74}"/>
              </a:ext>
            </a:extLst>
          </p:cNvPr>
          <p:cNvSpPr>
            <a:spLocks noGrp="1"/>
          </p:cNvSpPr>
          <p:nvPr>
            <p:ph type="ftr" sz="quarter" idx="15"/>
          </p:nvPr>
        </p:nvSpPr>
        <p:spPr/>
        <p:txBody>
          <a:bodyPr/>
          <a:lstStyle/>
          <a:p>
            <a:r>
              <a:rPr lang="en-US"/>
              <a:t>© Solace   |   Proprietary &amp; Confidential</a:t>
            </a:r>
          </a:p>
        </p:txBody>
      </p:sp>
      <p:sp>
        <p:nvSpPr>
          <p:cNvPr id="7" name="Slide Number Placeholder 6">
            <a:extLst>
              <a:ext uri="{FF2B5EF4-FFF2-40B4-BE49-F238E27FC236}">
                <a16:creationId xmlns:a16="http://schemas.microsoft.com/office/drawing/2014/main" id="{AD9FF6EE-8AD6-0FE7-232C-72203DD7916D}"/>
              </a:ext>
            </a:extLst>
          </p:cNvPr>
          <p:cNvSpPr>
            <a:spLocks noGrp="1"/>
          </p:cNvSpPr>
          <p:nvPr>
            <p:ph type="sldNum" sz="quarter" idx="16"/>
          </p:nvPr>
        </p:nvSpPr>
        <p:spPr/>
        <p:txBody>
          <a:bodyPr/>
          <a:lstStyle/>
          <a:p>
            <a:fld id="{5AC94115-40D6-4F9E-B464-3718F525A7D7}" type="slidenum">
              <a:rPr lang="en-US" smtClean="0"/>
              <a:pPr/>
              <a:t>‹Nr.›</a:t>
            </a:fld>
            <a:endParaRPr lang="en-US"/>
          </a:p>
        </p:txBody>
      </p:sp>
      <p:pic>
        <p:nvPicPr>
          <p:cNvPr id="9" name="Graphic 8">
            <a:extLst>
              <a:ext uri="{FF2B5EF4-FFF2-40B4-BE49-F238E27FC236}">
                <a16:creationId xmlns:a16="http://schemas.microsoft.com/office/drawing/2014/main" id="{78CFB60E-7806-65A1-4021-C13EAFA7179B}"/>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E16117B3-6020-CD6B-5ED8-EE7A26663BFD}"/>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43111320"/>
      </p:ext>
    </p:extLst>
  </p:cSld>
  <p:clrMapOvr>
    <a:overrideClrMapping bg1="dk1" tx1="lt1" bg2="dk2" tx2="lt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4_3 Column">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47960-1146-F72F-3D8D-A723C13CFDEC}"/>
              </a:ext>
            </a:extLst>
          </p:cNvPr>
          <p:cNvSpPr>
            <a:spLocks noGrp="1"/>
          </p:cNvSpPr>
          <p:nvPr>
            <p:ph type="title"/>
          </p:nvPr>
        </p:nvSpPr>
        <p:spPr>
          <a:xfrm>
            <a:off x="550862" y="332712"/>
            <a:ext cx="9865138"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543C1026-D429-B46F-DDB7-7589B271F05E}"/>
              </a:ext>
            </a:extLst>
          </p:cNvPr>
          <p:cNvSpPr>
            <a:spLocks noGrp="1"/>
          </p:cNvSpPr>
          <p:nvPr>
            <p:ph sz="quarter" idx="12"/>
          </p:nvPr>
        </p:nvSpPr>
        <p:spPr>
          <a:xfrm>
            <a:off x="550863"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8" name="Content Placeholder 7">
            <a:extLst>
              <a:ext uri="{FF2B5EF4-FFF2-40B4-BE49-F238E27FC236}">
                <a16:creationId xmlns:a16="http://schemas.microsoft.com/office/drawing/2014/main" id="{2E67F7B8-B11B-C456-A2B3-0BFA3BD4D88B}"/>
              </a:ext>
            </a:extLst>
          </p:cNvPr>
          <p:cNvSpPr>
            <a:spLocks noGrp="1"/>
          </p:cNvSpPr>
          <p:nvPr>
            <p:ph sz="quarter" idx="13"/>
          </p:nvPr>
        </p:nvSpPr>
        <p:spPr>
          <a:xfrm>
            <a:off x="3360000"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CFBFE457-DA14-B0B8-91EF-5C34AF08E5D3}"/>
              </a:ext>
            </a:extLst>
          </p:cNvPr>
          <p:cNvSpPr>
            <a:spLocks noGrp="1"/>
          </p:cNvSpPr>
          <p:nvPr>
            <p:ph sz="quarter" idx="14"/>
          </p:nvPr>
        </p:nvSpPr>
        <p:spPr>
          <a:xfrm>
            <a:off x="6168177" y="1341438"/>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829A2D60-0274-8C21-09C4-3ED3108FAA2E}"/>
              </a:ext>
            </a:extLst>
          </p:cNvPr>
          <p:cNvSpPr>
            <a:spLocks noGrp="1"/>
          </p:cNvSpPr>
          <p:nvPr>
            <p:ph type="sldNum" sz="quarter" idx="16"/>
          </p:nvPr>
        </p:nvSpPr>
        <p:spPr/>
        <p:txBody>
          <a:bodyPr/>
          <a:lstStyle/>
          <a:p>
            <a:fld id="{5AC94115-40D6-4F9E-B464-3718F525A7D7}" type="slidenum">
              <a:rPr lang="en-US" smtClean="0"/>
              <a:pPr/>
              <a:t>‹Nr.›</a:t>
            </a:fld>
            <a:endParaRPr lang="en-US"/>
          </a:p>
        </p:txBody>
      </p:sp>
      <p:sp>
        <p:nvSpPr>
          <p:cNvPr id="9" name="Footer Placeholder 8">
            <a:extLst>
              <a:ext uri="{FF2B5EF4-FFF2-40B4-BE49-F238E27FC236}">
                <a16:creationId xmlns:a16="http://schemas.microsoft.com/office/drawing/2014/main" id="{2AD5EC15-3EBF-480C-7235-F7A817B60CD2}"/>
              </a:ext>
            </a:extLst>
          </p:cNvPr>
          <p:cNvSpPr>
            <a:spLocks noGrp="1"/>
          </p:cNvSpPr>
          <p:nvPr>
            <p:ph type="ftr" sz="quarter" idx="17"/>
          </p:nvPr>
        </p:nvSpPr>
        <p:spPr/>
        <p:txBody>
          <a:bodyPr/>
          <a:lstStyle/>
          <a:p>
            <a:r>
              <a:rPr lang="en-US"/>
              <a:t>© Solace   |   Proprietary &amp; Confidential</a:t>
            </a:r>
          </a:p>
        </p:txBody>
      </p:sp>
      <p:pic>
        <p:nvPicPr>
          <p:cNvPr id="11" name="Graphic 10">
            <a:extLst>
              <a:ext uri="{FF2B5EF4-FFF2-40B4-BE49-F238E27FC236}">
                <a16:creationId xmlns:a16="http://schemas.microsoft.com/office/drawing/2014/main" id="{F61E9611-753E-3BB0-85F7-CF4AD3799E65}"/>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0"/>
            <a:ext cx="1704000" cy="1052513"/>
          </a:xfrm>
          <a:prstGeom prst="rect">
            <a:avLst/>
          </a:prstGeom>
        </p:spPr>
      </p:pic>
      <p:cxnSp>
        <p:nvCxnSpPr>
          <p:cNvPr id="4" name="Straight Connector 3">
            <a:extLst>
              <a:ext uri="{FF2B5EF4-FFF2-40B4-BE49-F238E27FC236}">
                <a16:creationId xmlns:a16="http://schemas.microsoft.com/office/drawing/2014/main" id="{45B20C2A-48E5-3031-65F8-D04FA1D802CF}"/>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3" name="Content Placeholder 9">
            <a:extLst>
              <a:ext uri="{FF2B5EF4-FFF2-40B4-BE49-F238E27FC236}">
                <a16:creationId xmlns:a16="http://schemas.microsoft.com/office/drawing/2014/main" id="{2901DD2F-961E-E16A-872E-7E290BCEF9D1}"/>
              </a:ext>
            </a:extLst>
          </p:cNvPr>
          <p:cNvSpPr>
            <a:spLocks noGrp="1"/>
          </p:cNvSpPr>
          <p:nvPr>
            <p:ph sz="quarter" idx="18"/>
          </p:nvPr>
        </p:nvSpPr>
        <p:spPr>
          <a:xfrm>
            <a:off x="8976000" y="1341000"/>
            <a:ext cx="2663825" cy="4895850"/>
          </a:xfrm>
        </p:spPr>
        <p:txBody>
          <a:bodyPr>
            <a:noAutofit/>
          </a:bodyPr>
          <a:lstStyle/>
          <a:p>
            <a:pPr lvl="0"/>
            <a:r>
              <a:rPr lang="en-US"/>
              <a:t>Click to edit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84275249"/>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Dark - Headline only">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937104" cy="504000"/>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E9E51A7F-E421-5EC1-1ADC-04FB5424CD29}"/>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72D916F8-CCCE-6B5D-9141-06BFE20678C8}"/>
              </a:ext>
            </a:extLst>
          </p:cNvPr>
          <p:cNvSpPr>
            <a:spLocks noGrp="1"/>
          </p:cNvSpPr>
          <p:nvPr>
            <p:ph type="sldNum" sz="quarter" idx="11"/>
          </p:nvPr>
        </p:nvSpPr>
        <p:spPr/>
        <p:txBody>
          <a:bodyPr/>
          <a:lstStyle/>
          <a:p>
            <a:fld id="{5AC94115-40D6-4F9E-B464-3718F525A7D7}" type="slidenum">
              <a:rPr lang="en-US" smtClean="0"/>
              <a:pPr/>
              <a:t>‹Nr.›</a:t>
            </a:fld>
            <a:endParaRPr lang="en-US"/>
          </a:p>
        </p:txBody>
      </p:sp>
      <p:pic>
        <p:nvPicPr>
          <p:cNvPr id="7" name="Graphic 6">
            <a:extLst>
              <a:ext uri="{FF2B5EF4-FFF2-40B4-BE49-F238E27FC236}">
                <a16:creationId xmlns:a16="http://schemas.microsoft.com/office/drawing/2014/main" id="{7B1FCFD5-29C1-81B3-2B52-E63E20868894}"/>
              </a:ext>
            </a:extLst>
          </p:cNvPr>
          <p:cNvPicPr>
            <a:picLocks noChangeAspect="1"/>
          </p:cNvPicPr>
          <p:nvPr userDrawn="1"/>
        </p:nvPicPr>
        <p:blipFill>
          <a:blip>
            <a:extLst>
              <a:ext uri="{96DAC541-7B7A-43D3-8B79-37D633B846F1}">
                <asvg:svgBlip xmlns:asvg="http://schemas.microsoft.com/office/drawing/2016/SVG/main" r:embed="rId2"/>
              </a:ext>
            </a:extLst>
          </a:blip>
          <a:srcRect t="6668"/>
          <a:stretch>
            <a:fillRect/>
          </a:stretch>
        </p:blipFill>
        <p:spPr>
          <a:xfrm>
            <a:off x="10488488" y="0"/>
            <a:ext cx="1558800" cy="1166511"/>
          </a:xfrm>
          <a:prstGeom prst="rect">
            <a:avLst/>
          </a:prstGeom>
        </p:spPr>
      </p:pic>
      <p:cxnSp>
        <p:nvCxnSpPr>
          <p:cNvPr id="3" name="Straight Connector 2">
            <a:extLst>
              <a:ext uri="{FF2B5EF4-FFF2-40B4-BE49-F238E27FC236}">
                <a16:creationId xmlns:a16="http://schemas.microsoft.com/office/drawing/2014/main" id="{CEBCE7D6-70D5-7B55-6917-2C3D17D8A048}"/>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63915300"/>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Dark blank">
    <p:bg>
      <p:bgRef idx="1001">
        <a:schemeClr val="bg2"/>
      </p:bgRef>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D3A67EF-A272-5F83-24BD-FBD5270D9812}"/>
              </a:ext>
            </a:extLst>
          </p:cNvPr>
          <p:cNvSpPr/>
          <p:nvPr userDrawn="1"/>
        </p:nvSpPr>
        <p:spPr>
          <a:xfrm>
            <a:off x="475346" y="912248"/>
            <a:ext cx="2884069" cy="28475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Footer Placeholder 4">
            <a:extLst>
              <a:ext uri="{FF2B5EF4-FFF2-40B4-BE49-F238E27FC236}">
                <a16:creationId xmlns:a16="http://schemas.microsoft.com/office/drawing/2014/main" id="{2B7971A4-9111-97BA-6DA6-8EBEC8F4E41C}"/>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C2063EDF-0B35-56EB-D3E7-E6B3B4685986}"/>
              </a:ext>
            </a:extLst>
          </p:cNvPr>
          <p:cNvSpPr>
            <a:spLocks noGrp="1"/>
          </p:cNvSpPr>
          <p:nvPr>
            <p:ph type="sldNum" sz="quarter" idx="11"/>
          </p:nvPr>
        </p:nvSpPr>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367468303"/>
      </p:ext>
    </p:extLst>
  </p:cSld>
  <p:clrMapOvr>
    <a:overrideClrMapping bg1="dk1" tx1="lt1" bg2="dk2" tx2="lt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Closing slide">
    <p:bg>
      <p:bgRef idx="1001">
        <a:schemeClr val="bg2"/>
      </p:bgRef>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0EC7C0BC-5674-0AED-EF57-154671B8B5C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214687" y="2309857"/>
            <a:ext cx="5761037" cy="1479183"/>
          </a:xfrm>
          <a:prstGeom prst="rect">
            <a:avLst/>
          </a:prstGeom>
        </p:spPr>
      </p:pic>
      <p:sp>
        <p:nvSpPr>
          <p:cNvPr id="6" name="Rectangle 5">
            <a:extLst>
              <a:ext uri="{FF2B5EF4-FFF2-40B4-BE49-F238E27FC236}">
                <a16:creationId xmlns:a16="http://schemas.microsoft.com/office/drawing/2014/main" id="{3A9952A3-2A2C-E497-750E-279144C91590}"/>
              </a:ext>
            </a:extLst>
          </p:cNvPr>
          <p:cNvSpPr/>
          <p:nvPr userDrawn="1"/>
        </p:nvSpPr>
        <p:spPr>
          <a:xfrm>
            <a:off x="10632504" y="6237288"/>
            <a:ext cx="1080120" cy="4320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B5C827AB-1EB7-CB92-678D-61092303A0A8}"/>
              </a:ext>
            </a:extLst>
          </p:cNvPr>
          <p:cNvSpPr/>
          <p:nvPr userDrawn="1"/>
        </p:nvSpPr>
        <p:spPr>
          <a:xfrm>
            <a:off x="479376" y="980728"/>
            <a:ext cx="2808624" cy="144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Footer Placeholder 6">
            <a:extLst>
              <a:ext uri="{FF2B5EF4-FFF2-40B4-BE49-F238E27FC236}">
                <a16:creationId xmlns:a16="http://schemas.microsoft.com/office/drawing/2014/main" id="{FEAA3882-0F07-1611-6982-B73F2499D7FE}"/>
              </a:ext>
            </a:extLst>
          </p:cNvPr>
          <p:cNvSpPr>
            <a:spLocks noGrp="1"/>
          </p:cNvSpPr>
          <p:nvPr>
            <p:ph type="ftr" sz="quarter" idx="10"/>
          </p:nvPr>
        </p:nvSpPr>
        <p:spPr/>
        <p:txBody>
          <a:bodyPr/>
          <a:lstStyle/>
          <a:p>
            <a:r>
              <a:rPr lang="en-US"/>
              <a:t>© Solace   |   Proprietary &amp; Confidential</a:t>
            </a:r>
          </a:p>
        </p:txBody>
      </p:sp>
      <p:sp>
        <p:nvSpPr>
          <p:cNvPr id="8" name="Slide Number Placeholder 7">
            <a:extLst>
              <a:ext uri="{FF2B5EF4-FFF2-40B4-BE49-F238E27FC236}">
                <a16:creationId xmlns:a16="http://schemas.microsoft.com/office/drawing/2014/main" id="{45A6A25A-C693-498C-9768-D1E8D6C2C172}"/>
              </a:ext>
            </a:extLst>
          </p:cNvPr>
          <p:cNvSpPr>
            <a:spLocks noGrp="1"/>
          </p:cNvSpPr>
          <p:nvPr>
            <p:ph type="sldNum" sz="quarter" idx="11"/>
          </p:nvPr>
        </p:nvSpPr>
        <p:spPr/>
        <p:txBody>
          <a:bodyPr/>
          <a:lstStyle/>
          <a:p>
            <a:fld id="{5AC94115-40D6-4F9E-B464-3718F525A7D7}" type="slidenum">
              <a:rPr lang="en-US" smtClean="0"/>
              <a:pPr/>
              <a:t>‹Nr.›</a:t>
            </a:fld>
            <a:endParaRPr lang="en-US"/>
          </a:p>
        </p:txBody>
      </p:sp>
    </p:spTree>
    <p:extLst>
      <p:ext uri="{BB962C8B-B14F-4D97-AF65-F5344CB8AC3E}">
        <p14:creationId xmlns:p14="http://schemas.microsoft.com/office/powerpoint/2010/main" val="3115524394"/>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Blue Cover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E9F2A-7318-AC26-3DE6-62E08DA71BD4}"/>
              </a:ext>
            </a:extLst>
          </p:cNvPr>
          <p:cNvSpPr>
            <a:spLocks noGrp="1"/>
          </p:cNvSpPr>
          <p:nvPr>
            <p:ph type="ctrTitle"/>
          </p:nvPr>
        </p:nvSpPr>
        <p:spPr>
          <a:xfrm>
            <a:off x="550863" y="333375"/>
            <a:ext cx="6553199" cy="2519362"/>
          </a:xfrm>
          <a:prstGeom prst="rect">
            <a:avLst/>
          </a:prstGeom>
        </p:spPr>
        <p:txBody>
          <a:bodyPr anchor="b"/>
          <a:lstStyle>
            <a:lvl1pPr algn="l">
              <a:defRPr sz="4800"/>
            </a:lvl1pPr>
          </a:lstStyle>
          <a:p>
            <a:r>
              <a:rPr lang="en-US"/>
              <a:t>Click to edit Master title style</a:t>
            </a:r>
          </a:p>
        </p:txBody>
      </p:sp>
      <p:sp>
        <p:nvSpPr>
          <p:cNvPr id="3" name="Subtitle 2">
            <a:extLst>
              <a:ext uri="{FF2B5EF4-FFF2-40B4-BE49-F238E27FC236}">
                <a16:creationId xmlns:a16="http://schemas.microsoft.com/office/drawing/2014/main" id="{E032040C-23D8-AE60-4487-2FD98B923ED9}"/>
              </a:ext>
            </a:extLst>
          </p:cNvPr>
          <p:cNvSpPr>
            <a:spLocks noGrp="1"/>
          </p:cNvSpPr>
          <p:nvPr>
            <p:ph type="subTitle" idx="1"/>
          </p:nvPr>
        </p:nvSpPr>
        <p:spPr>
          <a:xfrm>
            <a:off x="550865" y="3645024"/>
            <a:ext cx="4681136" cy="792485"/>
          </a:xfrm>
          <a:prstGeom prst="rect">
            <a:avLst/>
          </a:prstGeom>
        </p:spPr>
        <p:txBody>
          <a:bodyPr/>
          <a:lstStyle>
            <a:lvl1pPr marL="0" indent="0" algn="l">
              <a:buNone/>
              <a:defRPr sz="2400" b="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marL="0" marR="0" lvl="0" indent="0" algn="l" defTabSz="914400" rtl="0" eaLnBrk="1" fontAlgn="auto" latinLnBrk="0" hangingPunct="1">
              <a:lnSpc>
                <a:spcPct val="120000"/>
              </a:lnSpc>
              <a:spcBef>
                <a:spcPts val="0"/>
              </a:spcBef>
              <a:spcAft>
                <a:spcPts val="765"/>
              </a:spcAft>
              <a:buClrTx/>
              <a:buSzTx/>
              <a:buFont typeface="Arial" panose="020B0604020202020204" pitchFamily="34" charset="0"/>
              <a:buNone/>
              <a:tabLst/>
              <a:defRPr/>
            </a:pPr>
            <a:r>
              <a:rPr lang="en-US"/>
              <a:t>Click to edit Master subtitle style</a:t>
            </a:r>
          </a:p>
        </p:txBody>
      </p:sp>
      <p:sp>
        <p:nvSpPr>
          <p:cNvPr id="10" name="Text Placeholder 9">
            <a:extLst>
              <a:ext uri="{FF2B5EF4-FFF2-40B4-BE49-F238E27FC236}">
                <a16:creationId xmlns:a16="http://schemas.microsoft.com/office/drawing/2014/main" id="{7333D6F9-FB02-AAAF-C762-BF390817EAE0}"/>
              </a:ext>
            </a:extLst>
          </p:cNvPr>
          <p:cNvSpPr>
            <a:spLocks noGrp="1"/>
          </p:cNvSpPr>
          <p:nvPr>
            <p:ph type="body" sz="quarter" idx="10"/>
          </p:nvPr>
        </p:nvSpPr>
        <p:spPr>
          <a:xfrm>
            <a:off x="550863" y="4581128"/>
            <a:ext cx="4681537" cy="143272"/>
          </a:xfrm>
        </p:spPr>
        <p:txBody>
          <a:bodyPr>
            <a:noAutofit/>
          </a:bodyPr>
          <a:lstStyle>
            <a:lvl1pPr algn="l">
              <a:lnSpc>
                <a:spcPct val="100000"/>
              </a:lnSpc>
              <a:defRPr sz="1200" b="0"/>
            </a:lvl1pPr>
            <a:lvl2pPr marL="7937" indent="0">
              <a:buNone/>
              <a:defRPr/>
            </a:lvl2pPr>
          </a:lstStyle>
          <a:p>
            <a:pPr lvl="0"/>
            <a:r>
              <a:rPr lang="en-US"/>
              <a:t>Click to edit Master text styles</a:t>
            </a:r>
          </a:p>
        </p:txBody>
      </p:sp>
      <p:grpSp>
        <p:nvGrpSpPr>
          <p:cNvPr id="5" name="Group 4">
            <a:extLst>
              <a:ext uri="{FF2B5EF4-FFF2-40B4-BE49-F238E27FC236}">
                <a16:creationId xmlns:a16="http://schemas.microsoft.com/office/drawing/2014/main" id="{A1AD8619-1568-0CFD-C7E3-242C3DE38596}"/>
              </a:ext>
            </a:extLst>
          </p:cNvPr>
          <p:cNvGrpSpPr/>
          <p:nvPr userDrawn="1"/>
        </p:nvGrpSpPr>
        <p:grpSpPr>
          <a:xfrm>
            <a:off x="6737333" y="698369"/>
            <a:ext cx="4474935" cy="4874457"/>
            <a:chOff x="6737333" y="698369"/>
            <a:chExt cx="4474935" cy="4874457"/>
          </a:xfrm>
        </p:grpSpPr>
        <p:grpSp>
          <p:nvGrpSpPr>
            <p:cNvPr id="9" name="Graphic 4">
              <a:extLst>
                <a:ext uri="{FF2B5EF4-FFF2-40B4-BE49-F238E27FC236}">
                  <a16:creationId xmlns:a16="http://schemas.microsoft.com/office/drawing/2014/main" id="{EADB2D2F-9444-66C5-C6EE-E12200987125}"/>
                </a:ext>
              </a:extLst>
            </p:cNvPr>
            <p:cNvGrpSpPr/>
            <p:nvPr/>
          </p:nvGrpSpPr>
          <p:grpSpPr>
            <a:xfrm>
              <a:off x="7320136" y="1683190"/>
              <a:ext cx="3892132" cy="3889636"/>
              <a:chOff x="7325386" y="1673729"/>
              <a:chExt cx="3892132" cy="3889636"/>
            </a:xfrm>
            <a:gradFill flip="none" rotWithShape="1">
              <a:gsLst>
                <a:gs pos="0">
                  <a:schemeClr val="accent2"/>
                </a:gs>
                <a:gs pos="87000">
                  <a:srgbClr val="00C895">
                    <a:shade val="100000"/>
                    <a:satMod val="115000"/>
                  </a:srgbClr>
                </a:gs>
              </a:gsLst>
              <a:lin ang="2700000" scaled="1"/>
              <a:tileRect/>
            </a:gradFill>
          </p:grpSpPr>
          <p:sp>
            <p:nvSpPr>
              <p:cNvPr id="11" name="Freeform: Shape 10">
                <a:extLst>
                  <a:ext uri="{FF2B5EF4-FFF2-40B4-BE49-F238E27FC236}">
                    <a16:creationId xmlns:a16="http://schemas.microsoft.com/office/drawing/2014/main" id="{EBDE566C-25FD-A895-6657-ED42C0A47181}"/>
                  </a:ext>
                </a:extLst>
              </p:cNvPr>
              <p:cNvSpPr/>
              <p:nvPr/>
            </p:nvSpPr>
            <p:spPr>
              <a:xfrm>
                <a:off x="9228444" y="1673729"/>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2" name="Freeform: Shape 11">
                <a:extLst>
                  <a:ext uri="{FF2B5EF4-FFF2-40B4-BE49-F238E27FC236}">
                    <a16:creationId xmlns:a16="http://schemas.microsoft.com/office/drawing/2014/main" id="{44FB3BAD-906E-E58F-0082-953D2629D9D8}"/>
                  </a:ext>
                </a:extLst>
              </p:cNvPr>
              <p:cNvSpPr/>
              <p:nvPr/>
            </p:nvSpPr>
            <p:spPr>
              <a:xfrm>
                <a:off x="10222981"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3" name="Freeform: Shape 12">
                <a:extLst>
                  <a:ext uri="{FF2B5EF4-FFF2-40B4-BE49-F238E27FC236}">
                    <a16:creationId xmlns:a16="http://schemas.microsoft.com/office/drawing/2014/main" id="{9CDA2A48-77C3-CAF5-A7DF-667E562C4B92}"/>
                  </a:ext>
                </a:extLst>
              </p:cNvPr>
              <p:cNvSpPr/>
              <p:nvPr/>
            </p:nvSpPr>
            <p:spPr>
              <a:xfrm>
                <a:off x="9228444" y="2668267"/>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5" name="Freeform: Shape 14">
                <a:extLst>
                  <a:ext uri="{FF2B5EF4-FFF2-40B4-BE49-F238E27FC236}">
                    <a16:creationId xmlns:a16="http://schemas.microsoft.com/office/drawing/2014/main" id="{FBAF1911-4C0E-D6B5-F81A-9945196378B1}"/>
                  </a:ext>
                </a:extLst>
              </p:cNvPr>
              <p:cNvSpPr/>
              <p:nvPr/>
            </p:nvSpPr>
            <p:spPr>
              <a:xfrm>
                <a:off x="8319924" y="3574290"/>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CBAD776E-B9B2-B179-4C9D-57439D43A231}"/>
                  </a:ext>
                </a:extLst>
              </p:cNvPr>
              <p:cNvSpPr/>
              <p:nvPr/>
            </p:nvSpPr>
            <p:spPr>
              <a:xfrm>
                <a:off x="8319924" y="4568828"/>
                <a:ext cx="994537" cy="994537"/>
              </a:xfrm>
              <a:custGeom>
                <a:avLst/>
                <a:gdLst>
                  <a:gd name="connsiteX0" fmla="*/ 994538 w 994537"/>
                  <a:gd name="connsiteY0" fmla="*/ 497269 h 994537"/>
                  <a:gd name="connsiteX1" fmla="*/ 497269 w 994537"/>
                  <a:gd name="connsiteY1" fmla="*/ 994538 h 994537"/>
                  <a:gd name="connsiteX2" fmla="*/ 0 w 994537"/>
                  <a:gd name="connsiteY2" fmla="*/ 497269 h 994537"/>
                  <a:gd name="connsiteX3" fmla="*/ 497269 w 994537"/>
                  <a:gd name="connsiteY3" fmla="*/ 0 h 994537"/>
                  <a:gd name="connsiteX4" fmla="*/ 994538 w 994537"/>
                  <a:gd name="connsiteY4" fmla="*/ 497269 h 9945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94537" h="994537">
                    <a:moveTo>
                      <a:pt x="994538" y="497269"/>
                    </a:moveTo>
                    <a:cubicBezTo>
                      <a:pt x="994538" y="771903"/>
                      <a:pt x="771903" y="994538"/>
                      <a:pt x="497269" y="994538"/>
                    </a:cubicBezTo>
                    <a:cubicBezTo>
                      <a:pt x="222635" y="994538"/>
                      <a:pt x="0" y="771903"/>
                      <a:pt x="0" y="497269"/>
                    </a:cubicBezTo>
                    <a:cubicBezTo>
                      <a:pt x="0" y="222635"/>
                      <a:pt x="222635" y="0"/>
                      <a:pt x="497269" y="0"/>
                    </a:cubicBezTo>
                    <a:cubicBezTo>
                      <a:pt x="771903" y="0"/>
                      <a:pt x="994538" y="222635"/>
                      <a:pt x="994538" y="497269"/>
                    </a:cubicBezTo>
                    <a:close/>
                  </a:path>
                </a:pathLst>
              </a:custGeom>
              <a:grpFill/>
              <a:ln w="11334"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5ECAC1F9-F42F-CF93-C835-0B906CD51CDF}"/>
                  </a:ext>
                </a:extLst>
              </p:cNvPr>
              <p:cNvSpPr/>
              <p:nvPr/>
            </p:nvSpPr>
            <p:spPr>
              <a:xfrm>
                <a:off x="9228444" y="3574290"/>
                <a:ext cx="1989075" cy="1989075"/>
              </a:xfrm>
              <a:custGeom>
                <a:avLst/>
                <a:gdLst>
                  <a:gd name="connsiteX0" fmla="*/ 1989075 w 1989075"/>
                  <a:gd name="connsiteY0" fmla="*/ 994538 h 1989075"/>
                  <a:gd name="connsiteX1" fmla="*/ 994537 w 1989075"/>
                  <a:gd name="connsiteY1" fmla="*/ 1989076 h 1989075"/>
                  <a:gd name="connsiteX2" fmla="*/ 0 w 1989075"/>
                  <a:gd name="connsiteY2" fmla="*/ 994538 h 1989075"/>
                  <a:gd name="connsiteX3" fmla="*/ 994537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7" y="1989076"/>
                    </a:cubicBezTo>
                    <a:cubicBezTo>
                      <a:pt x="445270" y="1989076"/>
                      <a:pt x="0" y="1543806"/>
                      <a:pt x="0" y="994538"/>
                    </a:cubicBezTo>
                    <a:cubicBezTo>
                      <a:pt x="0" y="445270"/>
                      <a:pt x="445270" y="0"/>
                      <a:pt x="994537" y="0"/>
                    </a:cubicBezTo>
                    <a:cubicBezTo>
                      <a:pt x="1543805" y="0"/>
                      <a:pt x="1989075" y="445270"/>
                      <a:pt x="1989075" y="994538"/>
                    </a:cubicBezTo>
                    <a:close/>
                  </a:path>
                </a:pathLst>
              </a:custGeom>
              <a:grpFill/>
              <a:ln w="11334"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35C810C6-659F-D56E-5F00-AD730E8B00D6}"/>
                  </a:ext>
                </a:extLst>
              </p:cNvPr>
              <p:cNvSpPr/>
              <p:nvPr/>
            </p:nvSpPr>
            <p:spPr>
              <a:xfrm>
                <a:off x="7325386" y="1673729"/>
                <a:ext cx="1989075" cy="1989075"/>
              </a:xfrm>
              <a:custGeom>
                <a:avLst/>
                <a:gdLst>
                  <a:gd name="connsiteX0" fmla="*/ 1989075 w 1989075"/>
                  <a:gd name="connsiteY0" fmla="*/ 994538 h 1989075"/>
                  <a:gd name="connsiteX1" fmla="*/ 994538 w 1989075"/>
                  <a:gd name="connsiteY1" fmla="*/ 1989076 h 1989075"/>
                  <a:gd name="connsiteX2" fmla="*/ 0 w 1989075"/>
                  <a:gd name="connsiteY2" fmla="*/ 994538 h 1989075"/>
                  <a:gd name="connsiteX3" fmla="*/ 994538 w 1989075"/>
                  <a:gd name="connsiteY3" fmla="*/ 0 h 1989075"/>
                  <a:gd name="connsiteX4" fmla="*/ 1989075 w 1989075"/>
                  <a:gd name="connsiteY4" fmla="*/ 994538 h 19890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89075" h="1989075">
                    <a:moveTo>
                      <a:pt x="1989075" y="994538"/>
                    </a:moveTo>
                    <a:cubicBezTo>
                      <a:pt x="1989075" y="1543806"/>
                      <a:pt x="1543806" y="1989076"/>
                      <a:pt x="994538" y="1989076"/>
                    </a:cubicBezTo>
                    <a:cubicBezTo>
                      <a:pt x="445270" y="1989076"/>
                      <a:pt x="0" y="1543806"/>
                      <a:pt x="0" y="994538"/>
                    </a:cubicBezTo>
                    <a:cubicBezTo>
                      <a:pt x="0" y="445270"/>
                      <a:pt x="445270" y="0"/>
                      <a:pt x="994538" y="0"/>
                    </a:cubicBezTo>
                    <a:cubicBezTo>
                      <a:pt x="1543806" y="0"/>
                      <a:pt x="1989075" y="445270"/>
                      <a:pt x="1989075" y="994538"/>
                    </a:cubicBezTo>
                    <a:close/>
                  </a:path>
                </a:pathLst>
              </a:custGeom>
              <a:grpFill/>
              <a:ln w="11334" cap="flat">
                <a:noFill/>
                <a:prstDash val="solid"/>
                <a:miter/>
              </a:ln>
            </p:spPr>
            <p:txBody>
              <a:bodyPr rtlCol="0" anchor="ctr"/>
              <a:lstStyle/>
              <a:p>
                <a:endParaRPr lang="en-US"/>
              </a:p>
            </p:txBody>
          </p:sp>
        </p:grpSp>
        <p:grpSp>
          <p:nvGrpSpPr>
            <p:cNvPr id="20" name="Graphic 4">
              <a:extLst>
                <a:ext uri="{FF2B5EF4-FFF2-40B4-BE49-F238E27FC236}">
                  <a16:creationId xmlns:a16="http://schemas.microsoft.com/office/drawing/2014/main" id="{4637EBD0-0A65-1A9E-9B94-8E002C956ABD}"/>
                </a:ext>
              </a:extLst>
            </p:cNvPr>
            <p:cNvGrpSpPr/>
            <p:nvPr/>
          </p:nvGrpSpPr>
          <p:grpSpPr>
            <a:xfrm>
              <a:off x="8800171" y="698369"/>
              <a:ext cx="2346990" cy="2346990"/>
              <a:chOff x="8800171" y="698369"/>
              <a:chExt cx="2346990" cy="2346990"/>
            </a:xfrm>
            <a:noFill/>
          </p:grpSpPr>
          <p:sp>
            <p:nvSpPr>
              <p:cNvPr id="21" name="Freeform: Shape 20">
                <a:extLst>
                  <a:ext uri="{FF2B5EF4-FFF2-40B4-BE49-F238E27FC236}">
                    <a16:creationId xmlns:a16="http://schemas.microsoft.com/office/drawing/2014/main" id="{D445C54A-4DE6-4FDB-0409-3233EA9E2CF5}"/>
                  </a:ext>
                </a:extLst>
              </p:cNvPr>
              <p:cNvSpPr/>
              <p:nvPr/>
            </p:nvSpPr>
            <p:spPr>
              <a:xfrm>
                <a:off x="9386975" y="6983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DCB17952-E236-257C-115F-F8A6849002B3}"/>
                  </a:ext>
                </a:extLst>
              </p:cNvPr>
              <p:cNvSpPr/>
              <p:nvPr/>
            </p:nvSpPr>
            <p:spPr>
              <a:xfrm>
                <a:off x="9386975"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F5E7FEC7-DE3B-C7B8-5178-3221C024C584}"/>
                  </a:ext>
                </a:extLst>
              </p:cNvPr>
              <p:cNvSpPr/>
              <p:nvPr/>
            </p:nvSpPr>
            <p:spPr>
              <a:xfrm>
                <a:off x="9973666" y="1285174"/>
                <a:ext cx="586690" cy="586690"/>
              </a:xfrm>
              <a:custGeom>
                <a:avLst/>
                <a:gdLst>
                  <a:gd name="connsiteX0" fmla="*/ 586691 w 586690"/>
                  <a:gd name="connsiteY0" fmla="*/ 293345 h 586690"/>
                  <a:gd name="connsiteX1" fmla="*/ 293346 w 586690"/>
                  <a:gd name="connsiteY1" fmla="*/ 586691 h 586690"/>
                  <a:gd name="connsiteX2" fmla="*/ 0 w 586690"/>
                  <a:gd name="connsiteY2" fmla="*/ 293345 h 586690"/>
                  <a:gd name="connsiteX3" fmla="*/ 293346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6" y="586691"/>
                    </a:cubicBezTo>
                    <a:cubicBezTo>
                      <a:pt x="131335" y="586691"/>
                      <a:pt x="0" y="455356"/>
                      <a:pt x="0" y="293345"/>
                    </a:cubicBezTo>
                    <a:cubicBezTo>
                      <a:pt x="0" y="131335"/>
                      <a:pt x="131335" y="0"/>
                      <a:pt x="293346"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2571F403-939D-278A-AB05-0EB5EE729202}"/>
                  </a:ext>
                </a:extLst>
              </p:cNvPr>
              <p:cNvSpPr/>
              <p:nvPr/>
            </p:nvSpPr>
            <p:spPr>
              <a:xfrm>
                <a:off x="10560470" y="1285174"/>
                <a:ext cx="586690" cy="586690"/>
              </a:xfrm>
              <a:custGeom>
                <a:avLst/>
                <a:gdLst>
                  <a:gd name="connsiteX0" fmla="*/ 586691 w 586690"/>
                  <a:gd name="connsiteY0" fmla="*/ 293345 h 586690"/>
                  <a:gd name="connsiteX1" fmla="*/ 293345 w 586690"/>
                  <a:gd name="connsiteY1" fmla="*/ 586691 h 586690"/>
                  <a:gd name="connsiteX2" fmla="*/ 0 w 586690"/>
                  <a:gd name="connsiteY2" fmla="*/ 293345 h 586690"/>
                  <a:gd name="connsiteX3" fmla="*/ 293345 w 586690"/>
                  <a:gd name="connsiteY3" fmla="*/ 0 h 586690"/>
                  <a:gd name="connsiteX4" fmla="*/ 586691 w 586690"/>
                  <a:gd name="connsiteY4" fmla="*/ 293345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5"/>
                    </a:moveTo>
                    <a:cubicBezTo>
                      <a:pt x="586691" y="455356"/>
                      <a:pt x="455356" y="586691"/>
                      <a:pt x="293345" y="586691"/>
                    </a:cubicBezTo>
                    <a:cubicBezTo>
                      <a:pt x="131335" y="586691"/>
                      <a:pt x="0" y="455356"/>
                      <a:pt x="0" y="293345"/>
                    </a:cubicBezTo>
                    <a:cubicBezTo>
                      <a:pt x="0" y="131335"/>
                      <a:pt x="131335" y="0"/>
                      <a:pt x="293345" y="0"/>
                    </a:cubicBezTo>
                    <a:cubicBezTo>
                      <a:pt x="455356" y="0"/>
                      <a:pt x="586691" y="131335"/>
                      <a:pt x="586691" y="293345"/>
                    </a:cubicBezTo>
                    <a:close/>
                  </a:path>
                </a:pathLst>
              </a:custGeom>
              <a:noFill/>
              <a:ln w="11334" cap="flat">
                <a:solidFill>
                  <a:srgbClr val="FFFFFF"/>
                </a:solid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B7107405-C7D2-7477-2F73-FBF9247E1387}"/>
                  </a:ext>
                </a:extLst>
              </p:cNvPr>
              <p:cNvSpPr/>
              <p:nvPr/>
            </p:nvSpPr>
            <p:spPr>
              <a:xfrm>
                <a:off x="9386975"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5DC92977-BAAF-E999-F66E-D64C015BE67A}"/>
                  </a:ext>
                </a:extLst>
              </p:cNvPr>
              <p:cNvSpPr/>
              <p:nvPr/>
            </p:nvSpPr>
            <p:spPr>
              <a:xfrm>
                <a:off x="8800171" y="1871978"/>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66BA0D48-A302-85F8-CF51-48E8520461E7}"/>
                  </a:ext>
                </a:extLst>
              </p:cNvPr>
              <p:cNvSpPr/>
              <p:nvPr/>
            </p:nvSpPr>
            <p:spPr>
              <a:xfrm>
                <a:off x="9386975" y="2458669"/>
                <a:ext cx="586690" cy="586690"/>
              </a:xfrm>
              <a:custGeom>
                <a:avLst/>
                <a:gdLst>
                  <a:gd name="connsiteX0" fmla="*/ 586691 w 586690"/>
                  <a:gd name="connsiteY0" fmla="*/ 293346 h 586690"/>
                  <a:gd name="connsiteX1" fmla="*/ 293345 w 586690"/>
                  <a:gd name="connsiteY1" fmla="*/ 586691 h 586690"/>
                  <a:gd name="connsiteX2" fmla="*/ 0 w 586690"/>
                  <a:gd name="connsiteY2" fmla="*/ 293346 h 586690"/>
                  <a:gd name="connsiteX3" fmla="*/ 293345 w 586690"/>
                  <a:gd name="connsiteY3" fmla="*/ 0 h 586690"/>
                  <a:gd name="connsiteX4" fmla="*/ 586691 w 586690"/>
                  <a:gd name="connsiteY4" fmla="*/ 293346 h 5866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690" h="586690">
                    <a:moveTo>
                      <a:pt x="586691" y="293346"/>
                    </a:moveTo>
                    <a:cubicBezTo>
                      <a:pt x="586691" y="455356"/>
                      <a:pt x="455356" y="586691"/>
                      <a:pt x="293345" y="586691"/>
                    </a:cubicBezTo>
                    <a:cubicBezTo>
                      <a:pt x="131335" y="586691"/>
                      <a:pt x="0" y="455356"/>
                      <a:pt x="0" y="293346"/>
                    </a:cubicBezTo>
                    <a:cubicBezTo>
                      <a:pt x="0" y="131335"/>
                      <a:pt x="131335" y="0"/>
                      <a:pt x="293345" y="0"/>
                    </a:cubicBezTo>
                    <a:cubicBezTo>
                      <a:pt x="455356" y="0"/>
                      <a:pt x="586691" y="131335"/>
                      <a:pt x="586691" y="293346"/>
                    </a:cubicBezTo>
                    <a:close/>
                  </a:path>
                </a:pathLst>
              </a:custGeom>
              <a:noFill/>
              <a:ln w="11334" cap="flat">
                <a:solidFill>
                  <a:srgbClr val="FFFFFF"/>
                </a:solidFill>
                <a:prstDash val="solid"/>
                <a:miter/>
              </a:ln>
            </p:spPr>
            <p:txBody>
              <a:bodyPr rtlCol="0" anchor="ctr"/>
              <a:lstStyle/>
              <a:p>
                <a:endParaRPr lang="en-US"/>
              </a:p>
            </p:txBody>
          </p:sp>
        </p:grpSp>
        <p:grpSp>
          <p:nvGrpSpPr>
            <p:cNvPr id="28" name="Graphic 4">
              <a:extLst>
                <a:ext uri="{FF2B5EF4-FFF2-40B4-BE49-F238E27FC236}">
                  <a16:creationId xmlns:a16="http://schemas.microsoft.com/office/drawing/2014/main" id="{57DCCFA5-5216-1A5B-FC66-649362A8311D}"/>
                </a:ext>
              </a:extLst>
            </p:cNvPr>
            <p:cNvGrpSpPr/>
            <p:nvPr/>
          </p:nvGrpSpPr>
          <p:grpSpPr>
            <a:xfrm>
              <a:off x="6737333" y="3172458"/>
              <a:ext cx="1303316" cy="1303316"/>
              <a:chOff x="6737333" y="3172458"/>
              <a:chExt cx="1303316" cy="1303316"/>
            </a:xfrm>
            <a:noFill/>
          </p:grpSpPr>
          <p:sp>
            <p:nvSpPr>
              <p:cNvPr id="29" name="Freeform: Shape 28">
                <a:extLst>
                  <a:ext uri="{FF2B5EF4-FFF2-40B4-BE49-F238E27FC236}">
                    <a16:creationId xmlns:a16="http://schemas.microsoft.com/office/drawing/2014/main" id="{93E9BCAD-E497-6959-51B2-0AB8D5789CED}"/>
                  </a:ext>
                </a:extLst>
              </p:cNvPr>
              <p:cNvSpPr/>
              <p:nvPr/>
            </p:nvSpPr>
            <p:spPr>
              <a:xfrm>
                <a:off x="6737333" y="3498145"/>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8"/>
                      <a:pt x="325914" y="162957"/>
                    </a:cubicBezTo>
                    <a:close/>
                  </a:path>
                </a:pathLst>
              </a:custGeom>
              <a:noFill/>
              <a:ln w="6350" cap="flat">
                <a:solidFill>
                  <a:schemeClr val="accent2"/>
                </a:solid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A1AE6032-29F7-5108-228B-F7B8FE072FAD}"/>
                  </a:ext>
                </a:extLst>
              </p:cNvPr>
              <p:cNvSpPr/>
              <p:nvPr/>
            </p:nvSpPr>
            <p:spPr>
              <a:xfrm>
                <a:off x="6737333"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96E191FA-566A-880B-D7D2-32F680102854}"/>
                  </a:ext>
                </a:extLst>
              </p:cNvPr>
              <p:cNvSpPr/>
              <p:nvPr/>
            </p:nvSpPr>
            <p:spPr>
              <a:xfrm>
                <a:off x="7714736"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06449FC7-9047-34B9-65AF-3D270D4B14CB}"/>
                  </a:ext>
                </a:extLst>
              </p:cNvPr>
              <p:cNvSpPr/>
              <p:nvPr/>
            </p:nvSpPr>
            <p:spPr>
              <a:xfrm>
                <a:off x="7388935"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D77283FD-A9DC-2A49-69A4-5A586EB28E44}"/>
                  </a:ext>
                </a:extLst>
              </p:cNvPr>
              <p:cNvSpPr/>
              <p:nvPr/>
            </p:nvSpPr>
            <p:spPr>
              <a:xfrm>
                <a:off x="7063134" y="3824059"/>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5"/>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771E4D42-A322-8729-E291-C0CD8AC1B4FD}"/>
                  </a:ext>
                </a:extLst>
              </p:cNvPr>
              <p:cNvSpPr/>
              <p:nvPr/>
            </p:nvSpPr>
            <p:spPr>
              <a:xfrm>
                <a:off x="7063134" y="4149860"/>
                <a:ext cx="325914" cy="325914"/>
              </a:xfrm>
              <a:custGeom>
                <a:avLst/>
                <a:gdLst>
                  <a:gd name="connsiteX0" fmla="*/ 325914 w 325914"/>
                  <a:gd name="connsiteY0" fmla="*/ 162957 h 325914"/>
                  <a:gd name="connsiteX1" fmla="*/ 162957 w 325914"/>
                  <a:gd name="connsiteY1" fmla="*/ 325914 h 325914"/>
                  <a:gd name="connsiteX2" fmla="*/ 0 w 325914"/>
                  <a:gd name="connsiteY2" fmla="*/ 162957 h 325914"/>
                  <a:gd name="connsiteX3" fmla="*/ 162957 w 325914"/>
                  <a:gd name="connsiteY3" fmla="*/ 0 h 325914"/>
                  <a:gd name="connsiteX4" fmla="*/ 325914 w 325914"/>
                  <a:gd name="connsiteY4" fmla="*/ 162957 h 3259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5914" h="325914">
                    <a:moveTo>
                      <a:pt x="325914" y="162957"/>
                    </a:moveTo>
                    <a:cubicBezTo>
                      <a:pt x="325914" y="252956"/>
                      <a:pt x="252956" y="325914"/>
                      <a:pt x="162957" y="325914"/>
                    </a:cubicBezTo>
                    <a:cubicBezTo>
                      <a:pt x="72958" y="325914"/>
                      <a:pt x="0" y="252956"/>
                      <a:pt x="0" y="162957"/>
                    </a:cubicBezTo>
                    <a:cubicBezTo>
                      <a:pt x="0" y="72958"/>
                      <a:pt x="72958" y="0"/>
                      <a:pt x="162957" y="0"/>
                    </a:cubicBezTo>
                    <a:cubicBezTo>
                      <a:pt x="252956" y="0"/>
                      <a:pt x="325914" y="72959"/>
                      <a:pt x="325914" y="162957"/>
                    </a:cubicBezTo>
                    <a:close/>
                  </a:path>
                </a:pathLst>
              </a:custGeom>
              <a:noFill/>
              <a:ln w="6350" cap="flat">
                <a:solidFill>
                  <a:schemeClr val="accent2"/>
                </a:solid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50380003-D777-5D86-A7B8-328984E5EDD0}"/>
                  </a:ext>
                </a:extLst>
              </p:cNvPr>
              <p:cNvSpPr/>
              <p:nvPr/>
            </p:nvSpPr>
            <p:spPr>
              <a:xfrm>
                <a:off x="7389048" y="3172458"/>
                <a:ext cx="651601" cy="651601"/>
              </a:xfrm>
              <a:custGeom>
                <a:avLst/>
                <a:gdLst>
                  <a:gd name="connsiteX0" fmla="*/ 651601 w 651601"/>
                  <a:gd name="connsiteY0" fmla="*/ 325801 h 651601"/>
                  <a:gd name="connsiteX1" fmla="*/ 325801 w 651601"/>
                  <a:gd name="connsiteY1" fmla="*/ 651602 h 651601"/>
                  <a:gd name="connsiteX2" fmla="*/ 0 w 651601"/>
                  <a:gd name="connsiteY2" fmla="*/ 325801 h 651601"/>
                  <a:gd name="connsiteX3" fmla="*/ 325801 w 651601"/>
                  <a:gd name="connsiteY3" fmla="*/ 0 h 651601"/>
                  <a:gd name="connsiteX4" fmla="*/ 651601 w 651601"/>
                  <a:gd name="connsiteY4" fmla="*/ 325801 h 6516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51601" h="651601">
                    <a:moveTo>
                      <a:pt x="651601" y="325801"/>
                    </a:moveTo>
                    <a:cubicBezTo>
                      <a:pt x="651601" y="505735"/>
                      <a:pt x="505735" y="651602"/>
                      <a:pt x="325801" y="651602"/>
                    </a:cubicBezTo>
                    <a:cubicBezTo>
                      <a:pt x="145866" y="651602"/>
                      <a:pt x="0" y="505735"/>
                      <a:pt x="0" y="325801"/>
                    </a:cubicBezTo>
                    <a:cubicBezTo>
                      <a:pt x="0" y="145866"/>
                      <a:pt x="145866" y="0"/>
                      <a:pt x="325801" y="0"/>
                    </a:cubicBezTo>
                    <a:cubicBezTo>
                      <a:pt x="505735" y="0"/>
                      <a:pt x="651601" y="145866"/>
                      <a:pt x="651601" y="325801"/>
                    </a:cubicBezTo>
                    <a:close/>
                  </a:path>
                </a:pathLst>
              </a:custGeom>
              <a:noFill/>
              <a:ln w="6350" cap="flat">
                <a:solidFill>
                  <a:schemeClr val="accent2"/>
                </a:solidFill>
                <a:prstDash val="solid"/>
                <a:miter/>
              </a:ln>
            </p:spPr>
            <p:txBody>
              <a:bodyPr rtlCol="0" anchor="ctr"/>
              <a:lstStyle/>
              <a:p>
                <a:endParaRPr lang="en-US"/>
              </a:p>
            </p:txBody>
          </p:sp>
        </p:grpSp>
      </p:grpSp>
      <p:cxnSp>
        <p:nvCxnSpPr>
          <p:cNvPr id="4" name="Straight Connector 3">
            <a:extLst>
              <a:ext uri="{FF2B5EF4-FFF2-40B4-BE49-F238E27FC236}">
                <a16:creationId xmlns:a16="http://schemas.microsoft.com/office/drawing/2014/main" id="{3F797B7F-0B7F-FEF0-6F2A-C275E7852968}"/>
              </a:ext>
            </a:extLst>
          </p:cNvPr>
          <p:cNvCxnSpPr>
            <a:cxnSpLocks/>
          </p:cNvCxnSpPr>
          <p:nvPr userDrawn="1"/>
        </p:nvCxnSpPr>
        <p:spPr>
          <a:xfrm>
            <a:off x="0" y="3212976"/>
            <a:ext cx="3214688"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
        <p:nvSpPr>
          <p:cNvPr id="6" name="Footer Placeholder 5">
            <a:extLst>
              <a:ext uri="{FF2B5EF4-FFF2-40B4-BE49-F238E27FC236}">
                <a16:creationId xmlns:a16="http://schemas.microsoft.com/office/drawing/2014/main" id="{FD257B8C-84F1-6608-2414-E793D5A86270}"/>
              </a:ext>
            </a:extLst>
          </p:cNvPr>
          <p:cNvSpPr>
            <a:spLocks noGrp="1"/>
          </p:cNvSpPr>
          <p:nvPr>
            <p:ph type="ftr" sz="quarter" idx="11"/>
          </p:nvPr>
        </p:nvSpPr>
        <p:spPr/>
        <p:txBody>
          <a:bodyPr/>
          <a:lstStyle/>
          <a:p>
            <a:r>
              <a:rPr lang="en-US"/>
              <a:t>© Solace   |   Proprietary &amp; Confidential</a:t>
            </a:r>
          </a:p>
        </p:txBody>
      </p:sp>
      <p:sp>
        <p:nvSpPr>
          <p:cNvPr id="14" name="Slide Number Placeholder 13">
            <a:extLst>
              <a:ext uri="{FF2B5EF4-FFF2-40B4-BE49-F238E27FC236}">
                <a16:creationId xmlns:a16="http://schemas.microsoft.com/office/drawing/2014/main" id="{986FFBFB-2955-33FD-319C-D9E78EC46E78}"/>
              </a:ext>
            </a:extLst>
          </p:cNvPr>
          <p:cNvSpPr>
            <a:spLocks noGrp="1"/>
          </p:cNvSpPr>
          <p:nvPr>
            <p:ph type="sldNum" sz="quarter" idx="12"/>
          </p:nvPr>
        </p:nvSpPr>
        <p:spPr/>
        <p:txBody>
          <a:bodyPr/>
          <a:lstStyle>
            <a:lvl1pPr>
              <a:defRPr sz="700" b="1"/>
            </a:lvl1pPr>
          </a:lstStyle>
          <a:p>
            <a:fld id="{059D0BDF-8BE7-4C3F-9009-83FAF1F2140A}" type="slidenum">
              <a:rPr lang="en-US" smtClean="0"/>
              <a:pPr/>
              <a:t>‹Nr.›</a:t>
            </a:fld>
            <a:endParaRPr lang="en-US"/>
          </a:p>
        </p:txBody>
      </p:sp>
    </p:spTree>
    <p:extLst>
      <p:ext uri="{BB962C8B-B14F-4D97-AF65-F5344CB8AC3E}">
        <p14:creationId xmlns:p14="http://schemas.microsoft.com/office/powerpoint/2010/main" val="1388694325"/>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White 1 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5B4E8-3F93-3151-2D50-CB6410996586}"/>
              </a:ext>
            </a:extLst>
          </p:cNvPr>
          <p:cNvSpPr>
            <a:spLocks noGrp="1"/>
          </p:cNvSpPr>
          <p:nvPr>
            <p:ph type="title"/>
          </p:nvPr>
        </p:nvSpPr>
        <p:spPr>
          <a:xfrm>
            <a:off x="551384" y="332712"/>
            <a:ext cx="9864616" cy="504000"/>
          </a:xfrm>
        </p:spPr>
        <p:txBody>
          <a:bodyPr/>
          <a:lstStyle/>
          <a:p>
            <a:r>
              <a:rPr lang="en-US"/>
              <a:t>Click to edit Master title style</a:t>
            </a:r>
          </a:p>
        </p:txBody>
      </p:sp>
      <p:sp>
        <p:nvSpPr>
          <p:cNvPr id="6" name="Content Placeholder 5">
            <a:extLst>
              <a:ext uri="{FF2B5EF4-FFF2-40B4-BE49-F238E27FC236}">
                <a16:creationId xmlns:a16="http://schemas.microsoft.com/office/drawing/2014/main" id="{A096B376-5836-A3D3-A2E7-6FE629218A6B}"/>
              </a:ext>
            </a:extLst>
          </p:cNvPr>
          <p:cNvSpPr>
            <a:spLocks noGrp="1"/>
          </p:cNvSpPr>
          <p:nvPr>
            <p:ph sz="quarter" idx="12"/>
          </p:nvPr>
        </p:nvSpPr>
        <p:spPr>
          <a:xfrm>
            <a:off x="551384" y="1341437"/>
            <a:ext cx="11088000" cy="4895851"/>
          </a:xfrm>
        </p:spPr>
        <p:txBody>
          <a:bodyPr>
            <a:noAutofit/>
          </a:bodyPr>
          <a:lstStyle>
            <a:lvl5pPr>
              <a:defRPr/>
            </a:lvl5pPr>
          </a:lstStyle>
          <a:p>
            <a:pPr lvl="0"/>
            <a:r>
              <a:rPr lang="en-US"/>
              <a:t>Click to edit Master text styles</a:t>
            </a:r>
          </a:p>
          <a:p>
            <a:pPr lvl="1"/>
            <a:r>
              <a:rPr lang="en-US"/>
              <a:t>Second level</a:t>
            </a:r>
          </a:p>
          <a:p>
            <a:pPr lvl="2"/>
            <a:r>
              <a:rPr lang="en-US"/>
              <a:t>Third level</a:t>
            </a:r>
          </a:p>
        </p:txBody>
      </p:sp>
      <p:sp>
        <p:nvSpPr>
          <p:cNvPr id="7" name="Slide Number Placeholder 6">
            <a:extLst>
              <a:ext uri="{FF2B5EF4-FFF2-40B4-BE49-F238E27FC236}">
                <a16:creationId xmlns:a16="http://schemas.microsoft.com/office/drawing/2014/main" id="{626727E6-3E50-B9E4-63BF-50ED7121B7F3}"/>
              </a:ext>
            </a:extLst>
          </p:cNvPr>
          <p:cNvSpPr>
            <a:spLocks noGrp="1"/>
          </p:cNvSpPr>
          <p:nvPr>
            <p:ph type="sldNum" sz="quarter" idx="14"/>
          </p:nvPr>
        </p:nvSpPr>
        <p:spPr/>
        <p:txBody>
          <a:bodyPr/>
          <a:lstStyle/>
          <a:p>
            <a:fld id="{5AC94115-40D6-4F9E-B464-3718F525A7D7}" type="slidenum">
              <a:rPr lang="en-US" smtClean="0"/>
              <a:pPr/>
              <a:t>‹Nr.›</a:t>
            </a:fld>
            <a:endParaRPr lang="en-US"/>
          </a:p>
        </p:txBody>
      </p:sp>
      <p:sp>
        <p:nvSpPr>
          <p:cNvPr id="8" name="Footer Placeholder 7">
            <a:extLst>
              <a:ext uri="{FF2B5EF4-FFF2-40B4-BE49-F238E27FC236}">
                <a16:creationId xmlns:a16="http://schemas.microsoft.com/office/drawing/2014/main" id="{F7C3F64E-056C-D872-A9ED-DF83D727578B}"/>
              </a:ext>
            </a:extLst>
          </p:cNvPr>
          <p:cNvSpPr>
            <a:spLocks noGrp="1"/>
          </p:cNvSpPr>
          <p:nvPr>
            <p:ph type="ftr" sz="quarter" idx="15"/>
          </p:nvPr>
        </p:nvSpPr>
        <p:spPr/>
        <p:txBody>
          <a:bodyPr/>
          <a:lstStyle/>
          <a:p>
            <a:r>
              <a:rPr lang="en-US"/>
              <a:t>© Solace   |   Proprietary &amp; Confidential</a:t>
            </a:r>
          </a:p>
        </p:txBody>
      </p:sp>
      <p:pic>
        <p:nvPicPr>
          <p:cNvPr id="17" name="Graphic 16">
            <a:extLst>
              <a:ext uri="{FF2B5EF4-FFF2-40B4-BE49-F238E27FC236}">
                <a16:creationId xmlns:a16="http://schemas.microsoft.com/office/drawing/2014/main" id="{BC43C65B-EE3D-2FD9-3D97-F97D35EE21BE}"/>
              </a:ext>
            </a:extLst>
          </p:cNvPr>
          <p:cNvPicPr>
            <a:picLocks noChangeAspect="1"/>
          </p:cNvPicPr>
          <p:nvPr userDrawn="1"/>
        </p:nvPicPr>
        <p:blipFill>
          <a:blip>
            <a:extLst>
              <a:ext uri="{96DAC541-7B7A-43D3-8B79-37D633B846F1}">
                <asvg:svgBlip xmlns:asvg="http://schemas.microsoft.com/office/drawing/2016/SVG/main" r:embed="rId2"/>
              </a:ext>
            </a:extLst>
          </a:blip>
          <a:srcRect l="1" t="7899" r="5790"/>
          <a:stretch>
            <a:fillRect/>
          </a:stretch>
        </p:blipFill>
        <p:spPr>
          <a:xfrm>
            <a:off x="10488001" y="1"/>
            <a:ext cx="1704000" cy="1052513"/>
          </a:xfrm>
          <a:prstGeom prst="rect">
            <a:avLst/>
          </a:prstGeom>
        </p:spPr>
      </p:pic>
      <p:cxnSp>
        <p:nvCxnSpPr>
          <p:cNvPr id="4" name="Straight Connector 3">
            <a:extLst>
              <a:ext uri="{FF2B5EF4-FFF2-40B4-BE49-F238E27FC236}">
                <a16:creationId xmlns:a16="http://schemas.microsoft.com/office/drawing/2014/main" id="{01ED6644-69AC-3ADF-6B36-0787BCF71DBC}"/>
              </a:ext>
            </a:extLst>
          </p:cNvPr>
          <p:cNvCxnSpPr>
            <a:cxnSpLocks/>
          </p:cNvCxnSpPr>
          <p:nvPr userDrawn="1"/>
        </p:nvCxnSpPr>
        <p:spPr>
          <a:xfrm>
            <a:off x="1" y="1053000"/>
            <a:ext cx="3214383"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235127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3_Green Divider 1">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0B96E-5982-9F5C-E74C-271F54C46AE6}"/>
              </a:ext>
            </a:extLst>
          </p:cNvPr>
          <p:cNvSpPr>
            <a:spLocks noGrp="1"/>
          </p:cNvSpPr>
          <p:nvPr>
            <p:ph type="title"/>
          </p:nvPr>
        </p:nvSpPr>
        <p:spPr>
          <a:xfrm>
            <a:off x="550863" y="1341001"/>
            <a:ext cx="6408737" cy="3240521"/>
          </a:xfrm>
        </p:spPr>
        <p:txBody>
          <a:bodyPr/>
          <a:lstStyle>
            <a:lvl1pPr>
              <a:defRPr sz="4800"/>
            </a:lvl1pPr>
          </a:lstStyle>
          <a:p>
            <a:r>
              <a:rPr lang="en-US"/>
              <a:t>Click to edit Master title style</a:t>
            </a:r>
          </a:p>
        </p:txBody>
      </p:sp>
      <p:pic>
        <p:nvPicPr>
          <p:cNvPr id="9" name="Graphic 8">
            <a:extLst>
              <a:ext uri="{FF2B5EF4-FFF2-40B4-BE49-F238E27FC236}">
                <a16:creationId xmlns:a16="http://schemas.microsoft.com/office/drawing/2014/main" id="{7E41C8E6-FF96-D1BD-38D7-EFB76879CCA6}"/>
              </a:ext>
            </a:extLst>
          </p:cNvPr>
          <p:cNvPicPr>
            <a:picLocks noChangeAspect="1"/>
          </p:cNvPicPr>
          <p:nvPr userDrawn="1"/>
        </p:nvPicPr>
        <p:blipFill>
          <a:blip>
            <a:extLst>
              <a:ext uri="{96DAC541-7B7A-43D3-8B79-37D633B846F1}">
                <asvg:svgBlip xmlns:asvg="http://schemas.microsoft.com/office/drawing/2016/SVG/main" r:embed="rId2"/>
              </a:ext>
            </a:extLst>
          </a:blip>
          <a:srcRect r="3071"/>
          <a:stretch>
            <a:fillRect/>
          </a:stretch>
        </p:blipFill>
        <p:spPr>
          <a:xfrm>
            <a:off x="8276208" y="1041276"/>
            <a:ext cx="3915791" cy="3951586"/>
          </a:xfrm>
          <a:prstGeom prst="rect">
            <a:avLst/>
          </a:prstGeom>
        </p:spPr>
      </p:pic>
      <p:pic>
        <p:nvPicPr>
          <p:cNvPr id="15" name="Graphic 14">
            <a:extLst>
              <a:ext uri="{FF2B5EF4-FFF2-40B4-BE49-F238E27FC236}">
                <a16:creationId xmlns:a16="http://schemas.microsoft.com/office/drawing/2014/main" id="{31598EF9-C866-B6DA-45C5-F7E455BC8C07}"/>
              </a:ext>
            </a:extLst>
          </p:cNvPr>
          <p:cNvPicPr>
            <a:picLocks noChangeAspect="1"/>
          </p:cNvPicPr>
          <p:nvPr userDrawn="1"/>
        </p:nvPicPr>
        <p:blipFill>
          <a:blip>
            <a:extLst>
              <a:ext uri="{96DAC541-7B7A-43D3-8B79-37D633B846F1}">
                <asvg:svgBlip xmlns:asvg="http://schemas.microsoft.com/office/drawing/2016/SVG/main" r:embed="rId3"/>
              </a:ext>
            </a:extLst>
          </a:blip>
          <a:srcRect r="6865"/>
          <a:stretch>
            <a:fillRect/>
          </a:stretch>
        </p:blipFill>
        <p:spPr>
          <a:xfrm rot="16200000">
            <a:off x="10073939" y="126515"/>
            <a:ext cx="1348410" cy="1095375"/>
          </a:xfrm>
          <a:prstGeom prst="rect">
            <a:avLst/>
          </a:prstGeom>
        </p:spPr>
      </p:pic>
      <p:sp>
        <p:nvSpPr>
          <p:cNvPr id="5" name="Footer Placeholder 4">
            <a:extLst>
              <a:ext uri="{FF2B5EF4-FFF2-40B4-BE49-F238E27FC236}">
                <a16:creationId xmlns:a16="http://schemas.microsoft.com/office/drawing/2014/main" id="{FCDEC10E-2114-E07E-B0AF-9A467A71937F}"/>
              </a:ext>
            </a:extLst>
          </p:cNvPr>
          <p:cNvSpPr>
            <a:spLocks noGrp="1"/>
          </p:cNvSpPr>
          <p:nvPr>
            <p:ph type="ftr" sz="quarter" idx="10"/>
          </p:nvPr>
        </p:nvSpPr>
        <p:spPr/>
        <p:txBody>
          <a:bodyPr/>
          <a:lstStyle/>
          <a:p>
            <a:r>
              <a:rPr lang="en-US"/>
              <a:t>© Solace   |   Proprietary &amp; Confidential</a:t>
            </a:r>
          </a:p>
        </p:txBody>
      </p:sp>
      <p:sp>
        <p:nvSpPr>
          <p:cNvPr id="6" name="Slide Number Placeholder 5">
            <a:extLst>
              <a:ext uri="{FF2B5EF4-FFF2-40B4-BE49-F238E27FC236}">
                <a16:creationId xmlns:a16="http://schemas.microsoft.com/office/drawing/2014/main" id="{07E13032-BFAD-674A-0A2B-9AFD0F129BC1}"/>
              </a:ext>
            </a:extLst>
          </p:cNvPr>
          <p:cNvSpPr>
            <a:spLocks noGrp="1"/>
          </p:cNvSpPr>
          <p:nvPr>
            <p:ph type="sldNum" sz="quarter" idx="11"/>
          </p:nvPr>
        </p:nvSpPr>
        <p:spPr/>
        <p:txBody>
          <a:bodyPr/>
          <a:lstStyle/>
          <a:p>
            <a:fld id="{059D0BDF-8BE7-4C3F-9009-83FAF1F2140A}" type="slidenum">
              <a:rPr lang="en-US" smtClean="0"/>
              <a:pPr/>
              <a:t>‹Nr.›</a:t>
            </a:fld>
            <a:endParaRPr lang="en-US"/>
          </a:p>
        </p:txBody>
      </p:sp>
      <p:cxnSp>
        <p:nvCxnSpPr>
          <p:cNvPr id="11" name="Straight Connector 10">
            <a:extLst>
              <a:ext uri="{FF2B5EF4-FFF2-40B4-BE49-F238E27FC236}">
                <a16:creationId xmlns:a16="http://schemas.microsoft.com/office/drawing/2014/main" id="{A83F231F-CE26-D738-6CCA-D4AF5D2B50DB}"/>
              </a:ext>
            </a:extLst>
          </p:cNvPr>
          <p:cNvCxnSpPr>
            <a:cxnSpLocks/>
          </p:cNvCxnSpPr>
          <p:nvPr userDrawn="1"/>
        </p:nvCxnSpPr>
        <p:spPr>
          <a:xfrm>
            <a:off x="0" y="1053000"/>
            <a:ext cx="3214382" cy="0"/>
          </a:xfrm>
          <a:prstGeom prst="line">
            <a:avLst/>
          </a:prstGeom>
          <a:ln w="31750" cap="flat">
            <a:gradFill>
              <a:gsLst>
                <a:gs pos="0">
                  <a:schemeClr val="accent2"/>
                </a:gs>
                <a:gs pos="74000">
                  <a:schemeClr val="accent1"/>
                </a:gs>
              </a:gsLst>
              <a:lin ang="0" scaled="0"/>
            </a:gradFill>
          </a:ln>
        </p:spPr>
        <p:style>
          <a:lnRef idx="2">
            <a:schemeClr val="accent1"/>
          </a:lnRef>
          <a:fillRef idx="0">
            <a:schemeClr val="accent1"/>
          </a:fillRef>
          <a:effectRef idx="1">
            <a:schemeClr val="accent1"/>
          </a:effectRef>
          <a:fontRef idx="minor">
            <a:schemeClr val="tx1"/>
          </a:fontRef>
        </p:style>
      </p:cxnSp>
      <p:pic>
        <p:nvPicPr>
          <p:cNvPr id="12" name="Graphic 11">
            <a:extLst>
              <a:ext uri="{FF2B5EF4-FFF2-40B4-BE49-F238E27FC236}">
                <a16:creationId xmlns:a16="http://schemas.microsoft.com/office/drawing/2014/main" id="{8EEEE403-D915-90AA-6977-84A123385670}"/>
              </a:ext>
            </a:extLst>
          </p:cNvPr>
          <p:cNvPicPr>
            <a:picLocks noChangeAspect="1"/>
          </p:cNvPicPr>
          <p:nvPr userDrawn="1"/>
        </p:nvPicPr>
        <p:blipFill>
          <a:blip>
            <a:extLst>
              <a:ext uri="{96DAC541-7B7A-43D3-8B79-37D633B846F1}">
                <asvg:svgBlip xmlns:asvg="http://schemas.microsoft.com/office/drawing/2016/SVG/main" r:embed="rId4"/>
              </a:ext>
            </a:extLst>
          </a:blip>
          <a:srcRect b="4943"/>
          <a:stretch>
            <a:fillRect/>
          </a:stretch>
        </p:blipFill>
        <p:spPr>
          <a:xfrm>
            <a:off x="5088000" y="2349000"/>
            <a:ext cx="4743450" cy="4509000"/>
          </a:xfrm>
          <a:prstGeom prst="rect">
            <a:avLst/>
          </a:prstGeom>
        </p:spPr>
      </p:pic>
    </p:spTree>
    <p:extLst>
      <p:ext uri="{BB962C8B-B14F-4D97-AF65-F5344CB8AC3E}">
        <p14:creationId xmlns:p14="http://schemas.microsoft.com/office/powerpoint/2010/main" val="1023364642"/>
      </p:ext>
    </p:extLst>
  </p:cSld>
  <p:clrMapOvr>
    <a:overrideClrMapping bg1="dk1" tx1="lt1" bg2="dk2" tx2="lt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2-column White">
    <p:bg>
      <p:bgPr>
        <a:solidFill>
          <a:srgbClr val="FFFFFF"/>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F9A0A295-4F83-4048-980D-CA97A3B9A08F}"/>
              </a:ext>
            </a:extLst>
          </p:cNvPr>
          <p:cNvSpPr>
            <a:spLocks noGrp="1"/>
          </p:cNvSpPr>
          <p:nvPr>
            <p:ph type="body" sz="quarter" idx="12"/>
          </p:nvPr>
        </p:nvSpPr>
        <p:spPr>
          <a:xfrm>
            <a:off x="598261" y="1347854"/>
            <a:ext cx="5069486" cy="4800600"/>
          </a:xfrm>
        </p:spPr>
        <p:txBody>
          <a:bodyPr/>
          <a:lstStyle>
            <a:lvl1pPr>
              <a:defRPr b="0"/>
            </a:lvl1pPr>
            <a:lvl2pPr>
              <a:defRPr sz="2400"/>
            </a:lvl2pPr>
            <a:lvl3pPr marL="800100" indent="-120650">
              <a:defRPr sz="1800"/>
            </a:lvl3pPr>
          </a:lstStyle>
          <a:p>
            <a:pPr lvl="0"/>
            <a:r>
              <a:rPr lang="en-US"/>
              <a:t>Edit Master text styles</a:t>
            </a:r>
          </a:p>
          <a:p>
            <a:pPr lvl="1"/>
            <a:r>
              <a:rPr lang="en-US"/>
              <a:t>Second level</a:t>
            </a:r>
          </a:p>
          <a:p>
            <a:pPr lvl="2"/>
            <a:r>
              <a:rPr lang="en-US"/>
              <a:t>Third level</a:t>
            </a:r>
          </a:p>
        </p:txBody>
      </p:sp>
      <p:sp>
        <p:nvSpPr>
          <p:cNvPr id="4" name="Content Placeholder 3">
            <a:extLst>
              <a:ext uri="{FF2B5EF4-FFF2-40B4-BE49-F238E27FC236}">
                <a16:creationId xmlns:a16="http://schemas.microsoft.com/office/drawing/2014/main" id="{3C9FDF5E-4912-46E1-BC83-7C00373624AF}"/>
              </a:ext>
            </a:extLst>
          </p:cNvPr>
          <p:cNvSpPr>
            <a:spLocks noGrp="1"/>
          </p:cNvSpPr>
          <p:nvPr>
            <p:ph sz="quarter" idx="14"/>
          </p:nvPr>
        </p:nvSpPr>
        <p:spPr>
          <a:xfrm>
            <a:off x="6096000" y="1347470"/>
            <a:ext cx="5069682" cy="4800600"/>
          </a:xfrm>
        </p:spPr>
        <p:txBody>
          <a:bodyPr/>
          <a:lstStyle>
            <a:lvl2pPr marL="571500" indent="-187325">
              <a:defRPr sz="2400"/>
            </a:lvl2pPr>
            <a:lvl3pPr marL="800100" indent="-120650">
              <a:defRPr sz="1800"/>
            </a:lvl3pPr>
          </a:lstStyle>
          <a:p>
            <a:pPr lvl="0"/>
            <a:r>
              <a:rPr lang="en-US"/>
              <a:t>Edit Master text styles</a:t>
            </a:r>
          </a:p>
          <a:p>
            <a:pPr lvl="1"/>
            <a:r>
              <a:rPr lang="en-US"/>
              <a:t>Second level</a:t>
            </a:r>
          </a:p>
          <a:p>
            <a:pPr lvl="2"/>
            <a:r>
              <a:rPr lang="en-US"/>
              <a:t>Third level</a:t>
            </a:r>
          </a:p>
        </p:txBody>
      </p:sp>
      <p:sp>
        <p:nvSpPr>
          <p:cNvPr id="6" name="Footer Placeholder 1">
            <a:extLst>
              <a:ext uri="{FF2B5EF4-FFF2-40B4-BE49-F238E27FC236}">
                <a16:creationId xmlns:a16="http://schemas.microsoft.com/office/drawing/2014/main" id="{5DC2B4BF-E585-5CF2-A59B-561A9024ECD4}"/>
              </a:ext>
            </a:extLst>
          </p:cNvPr>
          <p:cNvSpPr>
            <a:spLocks noGrp="1"/>
          </p:cNvSpPr>
          <p:nvPr>
            <p:ph type="ftr" sz="quarter" idx="3"/>
          </p:nvPr>
        </p:nvSpPr>
        <p:spPr>
          <a:xfrm>
            <a:off x="636982" y="6476284"/>
            <a:ext cx="1586914" cy="244977"/>
          </a:xfrm>
          <a:prstGeom prst="rect">
            <a:avLst/>
          </a:prstGeom>
        </p:spPr>
        <p:txBody>
          <a:bodyPr vert="horz" lIns="91440" tIns="45720" rIns="91440" bIns="45720" rtlCol="0" anchor="ctr"/>
          <a:lstStyle>
            <a:lvl1pPr algn="l">
              <a:lnSpc>
                <a:spcPct val="80000"/>
              </a:lnSpc>
              <a:defRPr sz="1000" b="0">
                <a:solidFill>
                  <a:schemeClr val="tx2"/>
                </a:solidFill>
                <a:latin typeface="Calibri" panose="020F0502020204030204" pitchFamily="34" charset="0"/>
                <a:cs typeface="Calibri" panose="020F0502020204030204" pitchFamily="34" charset="0"/>
              </a:defRPr>
            </a:lvl1pPr>
          </a:lstStyle>
          <a:p>
            <a:r>
              <a:rPr lang="en-US"/>
              <a:t>Copyright Solace</a:t>
            </a:r>
            <a:br>
              <a:rPr lang="en-US"/>
            </a:br>
            <a:r>
              <a:rPr lang="en-US"/>
              <a:t>Proprietary &amp; Confidential</a:t>
            </a:r>
          </a:p>
        </p:txBody>
      </p:sp>
      <p:sp>
        <p:nvSpPr>
          <p:cNvPr id="7" name="Slide Number Placeholder 2">
            <a:extLst>
              <a:ext uri="{FF2B5EF4-FFF2-40B4-BE49-F238E27FC236}">
                <a16:creationId xmlns:a16="http://schemas.microsoft.com/office/drawing/2014/main" id="{DD11A02F-8FD9-4E5F-7E9C-BEB26C60098E}"/>
              </a:ext>
            </a:extLst>
          </p:cNvPr>
          <p:cNvSpPr>
            <a:spLocks noGrp="1"/>
          </p:cNvSpPr>
          <p:nvPr>
            <p:ph type="sldNum" sz="quarter" idx="4"/>
          </p:nvPr>
        </p:nvSpPr>
        <p:spPr>
          <a:xfrm>
            <a:off x="103988" y="6479144"/>
            <a:ext cx="504825" cy="224968"/>
          </a:xfrm>
          <a:prstGeom prst="rect">
            <a:avLst/>
          </a:prstGeom>
        </p:spPr>
        <p:txBody>
          <a:bodyPr vert="horz" lIns="91440" tIns="45720" rIns="91440" bIns="45720" rtlCol="0" anchor="ctr"/>
          <a:lstStyle>
            <a:lvl1pPr algn="ctr">
              <a:defRPr sz="1400" b="1">
                <a:solidFill>
                  <a:srgbClr val="093B5F"/>
                </a:solidFill>
                <a:latin typeface="Calibri" panose="020F0502020204030204" pitchFamily="34" charset="0"/>
                <a:cs typeface="Calibri" panose="020F0502020204030204" pitchFamily="34" charset="0"/>
              </a:defRPr>
            </a:lvl1pPr>
          </a:lstStyle>
          <a:p>
            <a:fld id="{46295180-FDB1-4196-84A4-AB3CBFFFE894}" type="slidenum">
              <a:rPr lang="en-US" smtClean="0"/>
              <a:pPr/>
              <a:t>‹Nr.›</a:t>
            </a:fld>
            <a:endParaRPr lang="en-US"/>
          </a:p>
        </p:txBody>
      </p:sp>
      <p:sp>
        <p:nvSpPr>
          <p:cNvPr id="2" name="Title Text">
            <a:extLst>
              <a:ext uri="{FF2B5EF4-FFF2-40B4-BE49-F238E27FC236}">
                <a16:creationId xmlns:a16="http://schemas.microsoft.com/office/drawing/2014/main" id="{EA6BA173-541C-63CD-AB4F-E32C9A2BBA73}"/>
              </a:ext>
            </a:extLst>
          </p:cNvPr>
          <p:cNvSpPr txBox="1">
            <a:spLocks noGrp="1"/>
          </p:cNvSpPr>
          <p:nvPr>
            <p:ph type="title"/>
          </p:nvPr>
        </p:nvSpPr>
        <p:spPr>
          <a:xfrm>
            <a:off x="598263" y="59465"/>
            <a:ext cx="11231789" cy="965456"/>
          </a:xfrm>
          <a:prstGeom prst="rect">
            <a:avLst/>
          </a:prstGeom>
          <a:ln w="12700">
            <a:miter lim="400000"/>
          </a:ln>
          <a:extLst>
            <a:ext uri="{C572A759-6A51-4108-AA02-DFA0A04FC94B}">
              <ma14:wrappingTextBoxFlag xmlns="" xmlns:ma14="http://schemas.microsoft.com/office/mac/drawingml/2011/main" val="1"/>
            </a:ext>
          </a:extLst>
        </p:spPr>
        <p:txBody>
          <a:bodyPr lIns="76200" tIns="76200" rIns="76200" bIns="76200" anchor="ctr" anchorCtr="0"/>
          <a:lstStyle/>
          <a:p>
            <a:endParaRPr/>
          </a:p>
        </p:txBody>
      </p:sp>
    </p:spTree>
    <p:extLst>
      <p:ext uri="{BB962C8B-B14F-4D97-AF65-F5344CB8AC3E}">
        <p14:creationId xmlns:p14="http://schemas.microsoft.com/office/powerpoint/2010/main" val="3903025245"/>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13" Type="http://schemas.openxmlformats.org/officeDocument/2006/relationships/image" Target="../media/image1.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Relationship Id="rId14" Type="http://schemas.openxmlformats.org/officeDocument/2006/relationships/slideLayout" Target="../slideLayouts/slideLayout25.xml"/><Relationship Id="rId15" Type="http://schemas.openxmlformats.org/officeDocument/2006/relationships/slideLayout" Target="../slideLayouts/slideLayout26.xml"/><Relationship Id="rId16" Type="http://schemas.openxmlformats.org/officeDocument/2006/relationships/slideLayout" Target="../slideLayouts/slideLayout27.xml"/><Relationship Id="rId17" Type="http://schemas.openxmlformats.org/officeDocument/2006/relationships/slideLayout" Target="../slideLayouts/slideLayout28.xml"/><Relationship Id="rId18" Type="http://schemas.openxmlformats.org/officeDocument/2006/relationships/slideLayout" Target="../slideLayouts/slideLayout29.xml"/><Relationship Id="rId19" Type="http://schemas.openxmlformats.org/officeDocument/2006/relationships/slideLayout" Target="../slideLayouts/slideLayout30.xml"/><Relationship Id="rId20" Type="http://schemas.openxmlformats.org/officeDocument/2006/relationships/slideLayout" Target="../slideLayouts/slideLayout31.xml"/><Relationship Id="rId21" Type="http://schemas.openxmlformats.org/officeDocument/2006/relationships/slideLayout" Target="../slideLayouts/slideLayout32.xml"/><Relationship Id="rId22" Type="http://schemas.openxmlformats.org/officeDocument/2006/relationships/slideLayout" Target="../slideLayouts/slideLayout33.xml"/><Relationship Id="rId23" Type="http://schemas.openxmlformats.org/officeDocument/2006/relationships/slideLayout" Target="../slideLayouts/slideLayout34.xml"/><Relationship Id="rId24" Type="http://schemas.openxmlformats.org/officeDocument/2006/relationships/slideLayout" Target="../slideLayouts/slideLayout35.xml"/><Relationship Id="rId25" Type="http://schemas.openxmlformats.org/officeDocument/2006/relationships/slideLayout" Target="../slideLayouts/slideLayout36.xml"/><Relationship Id="rId26" Type="http://schemas.openxmlformats.org/officeDocument/2006/relationships/slideLayout" Target="../slideLayouts/slideLayout37.xml"/><Relationship Id="rId27" Type="http://schemas.openxmlformats.org/officeDocument/2006/relationships/slideLayout" Target="../slideLayouts/slideLayout38.xml"/><Relationship Id="rId28" Type="http://schemas.openxmlformats.org/officeDocument/2006/relationships/theme" Target="../theme/theme2.xml"/><Relationship Id="rId29" Type="http://schemas.openxmlformats.org/officeDocument/2006/relationships/image" Target="../media/image3.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9.xml"/><Relationship Id="rId2" Type="http://schemas.openxmlformats.org/officeDocument/2006/relationships/slideLayout" Target="../slideLayouts/slideLayout40.xml"/><Relationship Id="rId3" Type="http://schemas.openxmlformats.org/officeDocument/2006/relationships/slideLayout" Target="../slideLayouts/slideLayout41.xml"/><Relationship Id="rId4" Type="http://schemas.openxmlformats.org/officeDocument/2006/relationships/slideLayout" Target="../slideLayouts/slideLayout42.xml"/><Relationship Id="rId5" Type="http://schemas.openxmlformats.org/officeDocument/2006/relationships/slideLayout" Target="../slideLayouts/slideLayout43.xml"/><Relationship Id="rId6" Type="http://schemas.openxmlformats.org/officeDocument/2006/relationships/slideLayout" Target="../slideLayouts/slideLayout44.xml"/><Relationship Id="rId7" Type="http://schemas.openxmlformats.org/officeDocument/2006/relationships/slideLayout" Target="../slideLayouts/slideLayout45.xml"/><Relationship Id="rId8" Type="http://schemas.openxmlformats.org/officeDocument/2006/relationships/slideLayout" Target="../slideLayouts/slideLayout46.xml"/><Relationship Id="rId9" Type="http://schemas.openxmlformats.org/officeDocument/2006/relationships/slideLayout" Target="../slideLayouts/slideLayout47.xml"/><Relationship Id="rId10" Type="http://schemas.openxmlformats.org/officeDocument/2006/relationships/slideLayout" Target="../slideLayouts/slideLayout48.xml"/><Relationship Id="rId11" Type="http://schemas.openxmlformats.org/officeDocument/2006/relationships/slideLayout" Target="../slideLayouts/slideLayout49.xml"/><Relationship Id="rId12" Type="http://schemas.openxmlformats.org/officeDocument/2006/relationships/slideLayout" Target="../slideLayouts/slideLayout50.xml"/><Relationship Id="rId13" Type="http://schemas.openxmlformats.org/officeDocument/2006/relationships/slideLayout" Target="../slideLayouts/slideLayout51.xml"/><Relationship Id="rId14" Type="http://schemas.openxmlformats.org/officeDocument/2006/relationships/slideLayout" Target="../slideLayouts/slideLayout52.xml"/><Relationship Id="rId15" Type="http://schemas.openxmlformats.org/officeDocument/2006/relationships/slideLayout" Target="../slideLayouts/slideLayout53.xml"/><Relationship Id="rId16" Type="http://schemas.openxmlformats.org/officeDocument/2006/relationships/slideLayout" Target="../slideLayouts/slideLayout54.xml"/><Relationship Id="rId17" Type="http://schemas.openxmlformats.org/officeDocument/2006/relationships/slideLayout" Target="../slideLayouts/slideLayout55.xml"/><Relationship Id="rId18" Type="http://schemas.openxmlformats.org/officeDocument/2006/relationships/slideLayout" Target="../slideLayouts/slideLayout56.xml"/><Relationship Id="rId19" Type="http://schemas.openxmlformats.org/officeDocument/2006/relationships/slideLayout" Target="../slideLayouts/slideLayout57.xml"/><Relationship Id="rId20" Type="http://schemas.openxmlformats.org/officeDocument/2006/relationships/slideLayout" Target="../slideLayouts/slideLayout58.xml"/><Relationship Id="rId21" Type="http://schemas.openxmlformats.org/officeDocument/2006/relationships/slideLayout" Target="../slideLayouts/slideLayout59.xml"/><Relationship Id="rId22" Type="http://schemas.openxmlformats.org/officeDocument/2006/relationships/slideLayout" Target="../slideLayouts/slideLayout60.xml"/><Relationship Id="rId23" Type="http://schemas.openxmlformats.org/officeDocument/2006/relationships/slideLayout" Target="../slideLayouts/slideLayout61.xml"/><Relationship Id="rId24" Type="http://schemas.openxmlformats.org/officeDocument/2006/relationships/slideLayout" Target="../slideLayouts/slideLayout62.xml"/><Relationship Id="rId25" Type="http://schemas.openxmlformats.org/officeDocument/2006/relationships/theme" Target="../theme/theme3.xml"/><Relationship Id="rId26"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A3B166F3-B7E3-8F7D-DD55-374CDD778296}"/>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itle Placeholder 1">
            <a:extLst>
              <a:ext uri="{FF2B5EF4-FFF2-40B4-BE49-F238E27FC236}">
                <a16:creationId xmlns:a16="http://schemas.microsoft.com/office/drawing/2014/main" id="{CC4185A3-69FC-9E9D-16BF-6F0D256C4DCA}"/>
              </a:ext>
            </a:extLst>
          </p:cNvPr>
          <p:cNvSpPr>
            <a:spLocks noGrp="1"/>
          </p:cNvSpPr>
          <p:nvPr>
            <p:ph type="title"/>
          </p:nvPr>
        </p:nvSpPr>
        <p:spPr>
          <a:xfrm>
            <a:off x="550862" y="332712"/>
            <a:ext cx="11089754" cy="504000"/>
          </a:xfrm>
          <a:prstGeom prst="rect">
            <a:avLst/>
          </a:prstGeom>
        </p:spPr>
        <p:txBody>
          <a:bodyPr vert="horz" lIns="0" tIns="0" rIns="0" bIns="0" rtlCol="0" anchor="ctr">
            <a:noAutofit/>
          </a:bodyPr>
          <a:lstStyle/>
          <a:p>
            <a:r>
              <a:rPr lang="en-US"/>
              <a:t>Click to edit Master title style</a:t>
            </a:r>
          </a:p>
        </p:txBody>
      </p:sp>
      <p:sp>
        <p:nvSpPr>
          <p:cNvPr id="208" name="Text Placeholder 2">
            <a:extLst>
              <a:ext uri="{FF2B5EF4-FFF2-40B4-BE49-F238E27FC236}">
                <a16:creationId xmlns:a16="http://schemas.microsoft.com/office/drawing/2014/main" id="{759E54D6-7FE0-230E-F2BD-EA8795948775}"/>
              </a:ext>
            </a:extLst>
          </p:cNvPr>
          <p:cNvSpPr>
            <a:spLocks noGrp="1"/>
          </p:cNvSpPr>
          <p:nvPr>
            <p:ph type="body" idx="1"/>
          </p:nvPr>
        </p:nvSpPr>
        <p:spPr>
          <a:xfrm>
            <a:off x="551384" y="1341438"/>
            <a:ext cx="11088000" cy="4751858"/>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pic>
        <p:nvPicPr>
          <p:cNvPr id="211" name="Graphic 210">
            <a:extLst>
              <a:ext uri="{FF2B5EF4-FFF2-40B4-BE49-F238E27FC236}">
                <a16:creationId xmlns:a16="http://schemas.microsoft.com/office/drawing/2014/main" id="{6AF4FEA6-CCA3-5154-98D3-775009DADAF1}"/>
              </a:ext>
            </a:extLst>
          </p:cNvPr>
          <p:cNvPicPr>
            <a:picLocks noChangeAspect="1"/>
          </p:cNvPicPr>
          <p:nvPr userDrawn="1"/>
        </p:nvPicPr>
        <p:blipFill>
          <a:blip>
            <a:extLst>
              <a:ext uri="{96DAC541-7B7A-43D3-8B79-37D633B846F1}">
                <asvg:svgBlip xmlns:asvg="http://schemas.microsoft.com/office/drawing/2016/SVG/main" r:embed="rId13"/>
              </a:ext>
            </a:extLst>
          </a:blip>
          <a:stretch>
            <a:fillRect/>
          </a:stretch>
        </p:blipFill>
        <p:spPr>
          <a:xfrm>
            <a:off x="10238508" y="6237352"/>
            <a:ext cx="1402108" cy="360000"/>
          </a:xfrm>
          <a:prstGeom prst="rect">
            <a:avLst/>
          </a:prstGeom>
        </p:spPr>
      </p:pic>
      <p:sp>
        <p:nvSpPr>
          <p:cNvPr id="5" name="Footer Placeholder 4">
            <a:extLst>
              <a:ext uri="{FF2B5EF4-FFF2-40B4-BE49-F238E27FC236}">
                <a16:creationId xmlns:a16="http://schemas.microsoft.com/office/drawing/2014/main" id="{C860D63A-3DCF-6F76-37D2-BB1047842876}"/>
              </a:ext>
            </a:extLst>
          </p:cNvPr>
          <p:cNvSpPr>
            <a:spLocks noGrp="1"/>
          </p:cNvSpPr>
          <p:nvPr>
            <p:ph type="ftr" sz="quarter" idx="3"/>
          </p:nvPr>
        </p:nvSpPr>
        <p:spPr>
          <a:xfrm>
            <a:off x="840000" y="6381000"/>
            <a:ext cx="1512000" cy="216000"/>
          </a:xfrm>
          <a:prstGeom prst="roundRect">
            <a:avLst>
              <a:gd name="adj" fmla="val 50000"/>
            </a:avLst>
          </a:prstGeom>
          <a:ln w="6350">
            <a:solidFill>
              <a:schemeClr val="accent1"/>
            </a:solidFill>
          </a:ln>
        </p:spPr>
        <p:txBody>
          <a:bodyPr vert="horz" lIns="0" tIns="0" rIns="0" bIns="0" rtlCol="0" anchor="ctr"/>
          <a:lstStyle>
            <a:lvl1pPr algn="ctr">
              <a:defRPr sz="600">
                <a:solidFill>
                  <a:schemeClr val="tx1"/>
                </a:solidFill>
              </a:defRPr>
            </a:lvl1pPr>
          </a:lstStyle>
          <a:p>
            <a:r>
              <a:rPr lang="en-US"/>
              <a:t>© Solace   |   Proprietary &amp; Confidential</a:t>
            </a:r>
          </a:p>
        </p:txBody>
      </p:sp>
      <p:sp>
        <p:nvSpPr>
          <p:cNvPr id="6" name="Slide Number Placeholder 5">
            <a:extLst>
              <a:ext uri="{FF2B5EF4-FFF2-40B4-BE49-F238E27FC236}">
                <a16:creationId xmlns:a16="http://schemas.microsoft.com/office/drawing/2014/main" id="{1D2FE529-5FD5-3C60-3388-392DEFE0C9F7}"/>
              </a:ext>
            </a:extLst>
          </p:cNvPr>
          <p:cNvSpPr>
            <a:spLocks noGrp="1"/>
          </p:cNvSpPr>
          <p:nvPr>
            <p:ph type="sldNum" sz="quarter" idx="4"/>
          </p:nvPr>
        </p:nvSpPr>
        <p:spPr>
          <a:xfrm flipH="1">
            <a:off x="550862" y="6381000"/>
            <a:ext cx="216000" cy="216000"/>
          </a:xfrm>
          <a:prstGeom prst="rect">
            <a:avLst/>
          </a:prstGeom>
        </p:spPr>
        <p:txBody>
          <a:bodyPr vert="horz" lIns="0" tIns="0" rIns="0" bIns="0" rtlCol="0" anchor="ctr"/>
          <a:lstStyle>
            <a:lvl1pPr algn="ctr">
              <a:defRPr sz="800" b="1">
                <a:solidFill>
                  <a:schemeClr val="tx1"/>
                </a:solidFill>
              </a:defRPr>
            </a:lvl1pPr>
          </a:lstStyle>
          <a:p>
            <a:fld id="{059D0BDF-8BE7-4C3F-9009-83FAF1F2140A}" type="slidenum">
              <a:rPr lang="en-US" smtClean="0"/>
              <a:pPr/>
              <a:t>‹Nr.›</a:t>
            </a:fld>
            <a:endParaRPr lang="en-US"/>
          </a:p>
        </p:txBody>
      </p:sp>
    </p:spTree>
    <p:extLst>
      <p:ext uri="{BB962C8B-B14F-4D97-AF65-F5344CB8AC3E}">
        <p14:creationId xmlns:p14="http://schemas.microsoft.com/office/powerpoint/2010/main" val="475790673"/>
      </p:ext>
    </p:extLst>
  </p:cSld>
  <p:clrMap bg1="lt1" tx1="dk1" bg2="lt2" tx2="dk2" accent1="accent1" accent2="accent2" accent3="accent3" accent4="accent4" accent5="accent5" accent6="accent6" hlink="hlink" folHlink="folHlink"/>
  <p:sldLayoutIdLst>
    <p:sldLayoutId id="2147483664" r:id="rId1"/>
    <p:sldLayoutId id="2147483667" r:id="rId2"/>
    <p:sldLayoutId id="2147483708" r:id="rId3"/>
    <p:sldLayoutId id="2147483710" r:id="rId4"/>
    <p:sldLayoutId id="2147483712" r:id="rId5"/>
    <p:sldLayoutId id="2147483714" r:id="rId6"/>
    <p:sldLayoutId id="2147483713" r:id="rId7"/>
    <p:sldLayoutId id="2147483715" r:id="rId8"/>
    <p:sldLayoutId id="2147483717" r:id="rId9"/>
    <p:sldLayoutId id="2147483716" r:id="rId10"/>
    <p:sldLayoutId id="2147483703" r:id="rId11"/>
  </p:sldLayoutIdLst>
  <p:hf hdr="0" dt="0"/>
  <p:txStyles>
    <p:titleStyle>
      <a:lvl1pPr algn="l" defTabSz="914400" rtl="0" eaLnBrk="1" latinLnBrk="0" hangingPunct="1">
        <a:lnSpc>
          <a:spcPct val="80000"/>
        </a:lnSpc>
        <a:spcBef>
          <a:spcPct val="0"/>
        </a:spcBef>
        <a:buNone/>
        <a:defRPr sz="3200" b="1" kern="1200">
          <a:solidFill>
            <a:schemeClr val="tx1"/>
          </a:solidFill>
          <a:latin typeface="+mn-lt"/>
          <a:ea typeface="+mj-ea"/>
          <a:cs typeface="+mj-cs"/>
        </a:defRPr>
      </a:lvl1pPr>
    </p:titleStyle>
    <p:bodyStyle>
      <a:lvl1pPr marL="0" indent="0" algn="l" defTabSz="914400" rtl="0" eaLnBrk="1" latinLnBrk="0" hangingPunct="1">
        <a:lnSpc>
          <a:spcPct val="100000"/>
        </a:lnSpc>
        <a:spcBef>
          <a:spcPts val="1200"/>
        </a:spcBef>
        <a:spcAft>
          <a:spcPts val="600"/>
        </a:spcAft>
        <a:buFont typeface="Arial" panose="020B0604020202020204" pitchFamily="34" charset="0"/>
        <a:buNone/>
        <a:defRPr sz="2400" b="1" kern="1200">
          <a:solidFill>
            <a:schemeClr val="tx1"/>
          </a:solidFill>
          <a:latin typeface="+mn-lt"/>
          <a:ea typeface="+mn-ea"/>
          <a:cs typeface="+mn-cs"/>
        </a:defRPr>
      </a:lvl1pPr>
      <a:lvl2pPr marL="266700" indent="-258763" algn="l" defTabSz="914400" rtl="0" eaLnBrk="1" latinLnBrk="0" hangingPunct="1">
        <a:lnSpc>
          <a:spcPct val="100000"/>
        </a:lnSpc>
        <a:spcBef>
          <a:spcPts val="600"/>
        </a:spcBef>
        <a:spcAft>
          <a:spcPts val="600"/>
        </a:spcAft>
        <a:buFont typeface="Arial" panose="020B0604020202020204" pitchFamily="34" charset="0"/>
        <a:buChar char="•"/>
        <a:tabLst>
          <a:tab pos="0" algn="l"/>
        </a:tabLst>
        <a:defRPr sz="1800" b="1" kern="1200">
          <a:solidFill>
            <a:schemeClr val="tx1"/>
          </a:solidFill>
          <a:latin typeface="+mn-lt"/>
          <a:ea typeface="+mn-ea"/>
          <a:cs typeface="+mn-cs"/>
        </a:defRPr>
      </a:lvl2pPr>
      <a:lvl3pPr marL="538163" indent="-228600" algn="l" defTabSz="914400" rtl="0" eaLnBrk="1" latinLnBrk="0" hangingPunct="1">
        <a:lnSpc>
          <a:spcPct val="100000"/>
        </a:lnSpc>
        <a:spcBef>
          <a:spcPts val="0"/>
        </a:spcBef>
        <a:spcAft>
          <a:spcPts val="600"/>
        </a:spcAft>
        <a:buFont typeface="Segoe UI" panose="020B0502040204020203" pitchFamily="34" charset="0"/>
        <a:buChar char="‒"/>
        <a:defRPr sz="1400" kern="1200">
          <a:solidFill>
            <a:schemeClr val="tx1"/>
          </a:solidFill>
          <a:latin typeface="+mn-lt"/>
          <a:ea typeface="+mn-ea"/>
          <a:cs typeface="+mn-cs"/>
        </a:defRPr>
      </a:lvl3pPr>
      <a:lvl4pPr marL="719138" indent="-1524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mn-lt"/>
          <a:ea typeface="+mn-ea"/>
          <a:cs typeface="+mn-cs"/>
        </a:defRPr>
      </a:lvl4pPr>
      <a:lvl5pPr marL="896938" indent="-144463" algn="l" defTabSz="914400" rtl="0" eaLnBrk="1" latinLnBrk="0" hangingPunct="1">
        <a:lnSpc>
          <a:spcPct val="100000"/>
        </a:lnSpc>
        <a:spcBef>
          <a:spcPts val="0"/>
        </a:spcBef>
        <a:spcAft>
          <a:spcPts val="600"/>
        </a:spcAft>
        <a:buFont typeface="Segoe UI" panose="020B0502040204020203" pitchFamily="34" charset="0"/>
        <a:buChar char="‒"/>
        <a:defRPr sz="1200" kern="1200">
          <a:solidFill>
            <a:schemeClr val="tx1"/>
          </a:solidFill>
          <a:latin typeface="+mn-lt"/>
          <a:ea typeface="+mn-ea"/>
          <a:cs typeface="+mn-cs"/>
        </a:defRPr>
      </a:lvl5pPr>
      <a:lvl6pPr marL="1074738" indent="-1778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mn-lt"/>
          <a:ea typeface="+mn-ea"/>
          <a:cs typeface="+mn-cs"/>
        </a:defRPr>
      </a:lvl6pPr>
      <a:lvl7pPr marL="0" indent="0" algn="l" defTabSz="914400" rtl="0" eaLnBrk="1" latinLnBrk="0" hangingPunct="1">
        <a:lnSpc>
          <a:spcPct val="100000"/>
        </a:lnSpc>
        <a:spcBef>
          <a:spcPts val="0"/>
        </a:spcBef>
        <a:spcAft>
          <a:spcPts val="600"/>
        </a:spcAft>
        <a:buFont typeface="Arial" panose="020B0604020202020204" pitchFamily="34" charset="0"/>
        <a:buNone/>
        <a:defRPr sz="7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97" userDrawn="1">
          <p15:clr>
            <a:srgbClr val="F26B43"/>
          </p15:clr>
        </p15:guide>
        <p15:guide id="2" pos="347" userDrawn="1">
          <p15:clr>
            <a:srgbClr val="F26B43"/>
          </p15:clr>
        </p15:guide>
        <p15:guide id="3" pos="7333" userDrawn="1">
          <p15:clr>
            <a:srgbClr val="F26B43"/>
          </p15:clr>
        </p15:guide>
        <p15:guide id="4" pos="846" userDrawn="1">
          <p15:clr>
            <a:srgbClr val="F26B43"/>
          </p15:clr>
        </p15:guide>
        <p15:guide id="5" pos="937" userDrawn="1">
          <p15:clr>
            <a:srgbClr val="F26B43"/>
          </p15:clr>
        </p15:guide>
        <p15:guide id="6" pos="1436" userDrawn="1">
          <p15:clr>
            <a:srgbClr val="F26B43"/>
          </p15:clr>
        </p15:guide>
        <p15:guide id="7" pos="1526" userDrawn="1">
          <p15:clr>
            <a:srgbClr val="F26B43"/>
          </p15:clr>
        </p15:guide>
        <p15:guide id="8" pos="2025" userDrawn="1">
          <p15:clr>
            <a:srgbClr val="F26B43"/>
          </p15:clr>
        </p15:guide>
        <p15:guide id="9" pos="2115" userDrawn="1">
          <p15:clr>
            <a:srgbClr val="F26B43"/>
          </p15:clr>
        </p15:guide>
        <p15:guide id="10" pos="2615" userDrawn="1">
          <p15:clr>
            <a:srgbClr val="F26B43"/>
          </p15:clr>
        </p15:guide>
        <p15:guide id="11" pos="2706" userDrawn="1">
          <p15:clr>
            <a:srgbClr val="F26B43"/>
          </p15:clr>
        </p15:guide>
        <p15:guide id="12" pos="3205" userDrawn="1">
          <p15:clr>
            <a:srgbClr val="F26B43"/>
          </p15:clr>
        </p15:guide>
        <p15:guide id="13" pos="3296" userDrawn="1">
          <p15:clr>
            <a:srgbClr val="F26B43"/>
          </p15:clr>
        </p15:guide>
        <p15:guide id="14" pos="3795" userDrawn="1">
          <p15:clr>
            <a:srgbClr val="F26B43"/>
          </p15:clr>
        </p15:guide>
        <p15:guide id="15" pos="3885" userDrawn="1">
          <p15:clr>
            <a:srgbClr val="F26B43"/>
          </p15:clr>
        </p15:guide>
        <p15:guide id="16" pos="4475" userDrawn="1">
          <p15:clr>
            <a:srgbClr val="F26B43"/>
          </p15:clr>
        </p15:guide>
        <p15:guide id="17" pos="4384" userDrawn="1">
          <p15:clr>
            <a:srgbClr val="F26B43"/>
          </p15:clr>
        </p15:guide>
        <p15:guide id="18" pos="4974" userDrawn="1">
          <p15:clr>
            <a:srgbClr val="F26B43"/>
          </p15:clr>
        </p15:guide>
        <p15:guide id="19" pos="5065" userDrawn="1">
          <p15:clr>
            <a:srgbClr val="F26B43"/>
          </p15:clr>
        </p15:guide>
        <p15:guide id="20" pos="5564" userDrawn="1">
          <p15:clr>
            <a:srgbClr val="F26B43"/>
          </p15:clr>
        </p15:guide>
        <p15:guide id="21" pos="5654" userDrawn="1">
          <p15:clr>
            <a:srgbClr val="F26B43"/>
          </p15:clr>
        </p15:guide>
        <p15:guide id="22" pos="6153" userDrawn="1">
          <p15:clr>
            <a:srgbClr val="F26B43"/>
          </p15:clr>
        </p15:guide>
        <p15:guide id="23" pos="6244" userDrawn="1">
          <p15:clr>
            <a:srgbClr val="F26B43"/>
          </p15:clr>
        </p15:guide>
        <p15:guide id="24" pos="6743" userDrawn="1">
          <p15:clr>
            <a:srgbClr val="F26B43"/>
          </p15:clr>
        </p15:guide>
        <p15:guide id="25" pos="6834" userDrawn="1">
          <p15:clr>
            <a:srgbClr val="F26B43"/>
          </p15:clr>
        </p15:guide>
        <p15:guide id="26" orient="horz" pos="1706" userDrawn="1">
          <p15:clr>
            <a:srgbClr val="F26B43"/>
          </p15:clr>
        </p15:guide>
        <p15:guide id="27" orient="horz" pos="1117" userDrawn="1">
          <p15:clr>
            <a:srgbClr val="F26B43"/>
          </p15:clr>
        </p15:guide>
        <p15:guide id="28" orient="horz" pos="1207" userDrawn="1">
          <p15:clr>
            <a:srgbClr val="F26B43"/>
          </p15:clr>
        </p15:guide>
        <p15:guide id="29" orient="horz" pos="663" userDrawn="1">
          <p15:clr>
            <a:srgbClr val="F26B43"/>
          </p15:clr>
        </p15:guide>
        <p15:guide id="30" orient="horz" pos="527" userDrawn="1">
          <p15:clr>
            <a:srgbClr val="F26B43"/>
          </p15:clr>
        </p15:guide>
        <p15:guide id="31" orient="horz" pos="210" userDrawn="1">
          <p15:clr>
            <a:srgbClr val="F26B43"/>
          </p15:clr>
        </p15:guide>
        <p15:guide id="32" orient="horz" pos="2296" userDrawn="1">
          <p15:clr>
            <a:srgbClr val="F26B43"/>
          </p15:clr>
        </p15:guide>
        <p15:guide id="33" orient="horz" pos="2387" userDrawn="1">
          <p15:clr>
            <a:srgbClr val="F26B43"/>
          </p15:clr>
        </p15:guide>
        <p15:guide id="34" orient="horz" pos="2886" userDrawn="1">
          <p15:clr>
            <a:srgbClr val="F26B43"/>
          </p15:clr>
        </p15:guide>
        <p15:guide id="35" orient="horz" pos="2976" userDrawn="1">
          <p15:clr>
            <a:srgbClr val="F26B43"/>
          </p15:clr>
        </p15:guide>
        <p15:guide id="36" orient="horz" pos="3475" userDrawn="1">
          <p15:clr>
            <a:srgbClr val="F26B43"/>
          </p15:clr>
        </p15:guide>
        <p15:guide id="37" orient="horz" pos="3566" userDrawn="1">
          <p15:clr>
            <a:srgbClr val="F26B43"/>
          </p15:clr>
        </p15:guide>
        <p15:guide id="38" orient="horz" pos="4065" userDrawn="1">
          <p15:clr>
            <a:srgbClr val="F26B43"/>
          </p15:clr>
        </p15:guide>
        <p15:guide id="40" orient="horz" pos="4156" userDrawn="1">
          <p15:clr>
            <a:srgbClr val="F26B43"/>
          </p15:clr>
        </p15:guide>
        <p15:guide id="41" orient="horz" pos="4320" userDrawn="1">
          <p15:clr>
            <a:srgbClr val="F26B43"/>
          </p15:clr>
        </p15:guide>
        <p15:guide id="42" orient="horz" pos="845"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Oval 15">
            <a:extLst>
              <a:ext uri="{FF2B5EF4-FFF2-40B4-BE49-F238E27FC236}">
                <a16:creationId xmlns:a16="http://schemas.microsoft.com/office/drawing/2014/main" id="{929DDBC0-85EA-CF0D-BEB3-760C5526D5A1}"/>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itle Placeholder 1">
            <a:extLst>
              <a:ext uri="{FF2B5EF4-FFF2-40B4-BE49-F238E27FC236}">
                <a16:creationId xmlns:a16="http://schemas.microsoft.com/office/drawing/2014/main" id="{CC4185A3-69FC-9E9D-16BF-6F0D256C4DCA}"/>
              </a:ext>
            </a:extLst>
          </p:cNvPr>
          <p:cNvSpPr>
            <a:spLocks noGrp="1"/>
          </p:cNvSpPr>
          <p:nvPr>
            <p:ph type="title"/>
          </p:nvPr>
        </p:nvSpPr>
        <p:spPr>
          <a:xfrm>
            <a:off x="550862" y="332712"/>
            <a:ext cx="9865138" cy="504000"/>
          </a:xfrm>
          <a:prstGeom prst="rect">
            <a:avLst/>
          </a:prstGeom>
        </p:spPr>
        <p:txBody>
          <a:bodyPr vert="horz" lIns="0" tIns="0" rIns="0" bIns="0" rtlCol="0" anchor="ctr">
            <a:noAutofit/>
          </a:bodyPr>
          <a:lstStyle/>
          <a:p>
            <a:r>
              <a:rPr lang="en-US"/>
              <a:t>Click to edit Master title style</a:t>
            </a:r>
          </a:p>
        </p:txBody>
      </p:sp>
      <p:sp>
        <p:nvSpPr>
          <p:cNvPr id="208" name="Text Placeholder 2">
            <a:extLst>
              <a:ext uri="{FF2B5EF4-FFF2-40B4-BE49-F238E27FC236}">
                <a16:creationId xmlns:a16="http://schemas.microsoft.com/office/drawing/2014/main" id="{759E54D6-7FE0-230E-F2BD-EA8795948775}"/>
              </a:ext>
            </a:extLst>
          </p:cNvPr>
          <p:cNvSpPr>
            <a:spLocks noGrp="1"/>
          </p:cNvSpPr>
          <p:nvPr>
            <p:ph type="body" idx="1"/>
          </p:nvPr>
        </p:nvSpPr>
        <p:spPr>
          <a:xfrm>
            <a:off x="551384" y="1340768"/>
            <a:ext cx="11088000" cy="489652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pic>
        <p:nvPicPr>
          <p:cNvPr id="40" name="Graphic 39">
            <a:extLst>
              <a:ext uri="{FF2B5EF4-FFF2-40B4-BE49-F238E27FC236}">
                <a16:creationId xmlns:a16="http://schemas.microsoft.com/office/drawing/2014/main" id="{0B017A58-639A-6747-DA69-6CFD685EEF06}"/>
              </a:ext>
            </a:extLst>
          </p:cNvPr>
          <p:cNvPicPr>
            <a:picLocks noChangeAspect="1"/>
          </p:cNvPicPr>
          <p:nvPr userDrawn="1"/>
        </p:nvPicPr>
        <p:blipFill>
          <a:blip>
            <a:extLst>
              <a:ext uri="{96DAC541-7B7A-43D3-8B79-37D633B846F1}">
                <asvg:svgBlip xmlns:asvg="http://schemas.microsoft.com/office/drawing/2016/SVG/main" r:embed="rId29"/>
              </a:ext>
            </a:extLst>
          </a:blip>
          <a:stretch>
            <a:fillRect/>
          </a:stretch>
        </p:blipFill>
        <p:spPr>
          <a:xfrm>
            <a:off x="10704512" y="6375697"/>
            <a:ext cx="936103" cy="240350"/>
          </a:xfrm>
          <a:prstGeom prst="rect">
            <a:avLst/>
          </a:prstGeom>
        </p:spPr>
      </p:pic>
      <p:sp>
        <p:nvSpPr>
          <p:cNvPr id="14" name="Footer Placeholder 13">
            <a:extLst>
              <a:ext uri="{FF2B5EF4-FFF2-40B4-BE49-F238E27FC236}">
                <a16:creationId xmlns:a16="http://schemas.microsoft.com/office/drawing/2014/main" id="{E02A4542-E9FF-C0C0-EED8-DE461D448373}"/>
              </a:ext>
            </a:extLst>
          </p:cNvPr>
          <p:cNvSpPr>
            <a:spLocks noGrp="1"/>
          </p:cNvSpPr>
          <p:nvPr>
            <p:ph type="ftr" sz="quarter" idx="3"/>
          </p:nvPr>
        </p:nvSpPr>
        <p:spPr>
          <a:xfrm>
            <a:off x="841475" y="6381000"/>
            <a:ext cx="1510525" cy="216000"/>
          </a:xfrm>
          <a:prstGeom prst="roundRect">
            <a:avLst>
              <a:gd name="adj" fmla="val 50000"/>
            </a:avLst>
          </a:prstGeom>
          <a:ln w="6350">
            <a:solidFill>
              <a:schemeClr val="accent1"/>
            </a:solidFill>
          </a:ln>
        </p:spPr>
        <p:txBody>
          <a:bodyPr vert="horz" lIns="0" tIns="0" rIns="0" bIns="0" rtlCol="0" anchor="ctr"/>
          <a:lstStyle>
            <a:lvl1pPr algn="ctr">
              <a:defRPr sz="600">
                <a:solidFill>
                  <a:schemeClr val="tx1"/>
                </a:solidFill>
                <a:latin typeface="Aptos" panose="020B0004020202020204" pitchFamily="34" charset="0"/>
              </a:defRPr>
            </a:lvl1pPr>
          </a:lstStyle>
          <a:p>
            <a:r>
              <a:rPr lang="en-US"/>
              <a:t>© Solace   |   Proprietary &amp; Confidential</a:t>
            </a:r>
          </a:p>
        </p:txBody>
      </p:sp>
      <p:sp>
        <p:nvSpPr>
          <p:cNvPr id="15" name="Slide Number Placeholder 14">
            <a:extLst>
              <a:ext uri="{FF2B5EF4-FFF2-40B4-BE49-F238E27FC236}">
                <a16:creationId xmlns:a16="http://schemas.microsoft.com/office/drawing/2014/main" id="{2366ABD8-289E-4BCD-5B3D-9E41A888663D}"/>
              </a:ext>
            </a:extLst>
          </p:cNvPr>
          <p:cNvSpPr>
            <a:spLocks noGrp="1"/>
          </p:cNvSpPr>
          <p:nvPr>
            <p:ph type="sldNum" sz="quarter" idx="4"/>
          </p:nvPr>
        </p:nvSpPr>
        <p:spPr>
          <a:xfrm>
            <a:off x="552000" y="6381000"/>
            <a:ext cx="216000" cy="216000"/>
          </a:xfrm>
          <a:prstGeom prst="rect">
            <a:avLst/>
          </a:prstGeom>
        </p:spPr>
        <p:txBody>
          <a:bodyPr vert="horz" lIns="0" tIns="0" rIns="0" bIns="0" rtlCol="0" anchor="ctr"/>
          <a:lstStyle>
            <a:lvl1pPr algn="ctr">
              <a:defRPr sz="800" b="1">
                <a:solidFill>
                  <a:schemeClr val="tx1"/>
                </a:solidFill>
                <a:latin typeface="Aptos" panose="020B0004020202020204" pitchFamily="34" charset="0"/>
              </a:defRPr>
            </a:lvl1pPr>
          </a:lstStyle>
          <a:p>
            <a:fld id="{5AC94115-40D6-4F9E-B464-3718F525A7D7}" type="slidenum">
              <a:rPr lang="en-US" smtClean="0"/>
              <a:pPr/>
              <a:t>‹Nr.›</a:t>
            </a:fld>
            <a:endParaRPr lang="en-US"/>
          </a:p>
        </p:txBody>
      </p:sp>
    </p:spTree>
    <p:extLst>
      <p:ext uri="{BB962C8B-B14F-4D97-AF65-F5344CB8AC3E}">
        <p14:creationId xmlns:p14="http://schemas.microsoft.com/office/powerpoint/2010/main" val="1761218609"/>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82" r:id="rId3"/>
    <p:sldLayoutId id="2147483752" r:id="rId4"/>
    <p:sldLayoutId id="2147483750" r:id="rId5"/>
    <p:sldLayoutId id="2147483751" r:id="rId6"/>
    <p:sldLayoutId id="2147483683" r:id="rId7"/>
    <p:sldLayoutId id="2147483684" r:id="rId8"/>
    <p:sldLayoutId id="2147483690" r:id="rId9"/>
    <p:sldLayoutId id="2147483689" r:id="rId10"/>
    <p:sldLayoutId id="2147483692" r:id="rId11"/>
    <p:sldLayoutId id="2147483694" r:id="rId12"/>
    <p:sldLayoutId id="2147483695" r:id="rId13"/>
    <p:sldLayoutId id="2147483696" r:id="rId14"/>
    <p:sldLayoutId id="2147483697" r:id="rId15"/>
    <p:sldLayoutId id="2147483698" r:id="rId16"/>
    <p:sldLayoutId id="2147483753" r:id="rId17"/>
    <p:sldLayoutId id="2147483704" r:id="rId18"/>
    <p:sldLayoutId id="2147483705" r:id="rId19"/>
    <p:sldLayoutId id="2147483699" r:id="rId20"/>
    <p:sldLayoutId id="2147483754" r:id="rId21"/>
    <p:sldLayoutId id="2147483755" r:id="rId22"/>
    <p:sldLayoutId id="2147483756" r:id="rId23"/>
    <p:sldLayoutId id="2147483757" r:id="rId24"/>
    <p:sldLayoutId id="2147483758" r:id="rId25"/>
    <p:sldLayoutId id="2147483759" r:id="rId26"/>
    <p:sldLayoutId id="2147483760" r:id="rId27"/>
  </p:sldLayoutIdLst>
  <p:hf hdr="0" dt="0"/>
  <p:txStyles>
    <p:titleStyle>
      <a:lvl1pPr algn="l" defTabSz="914400" rtl="0" eaLnBrk="1" latinLnBrk="0" hangingPunct="1">
        <a:lnSpc>
          <a:spcPct val="80000"/>
        </a:lnSpc>
        <a:spcBef>
          <a:spcPct val="0"/>
        </a:spcBef>
        <a:buNone/>
        <a:defRPr sz="3200" b="1" kern="1200">
          <a:solidFill>
            <a:schemeClr val="tx1"/>
          </a:solidFill>
          <a:latin typeface="Aptos" panose="020B0004020202020204" pitchFamily="34" charset="0"/>
          <a:ea typeface="+mj-ea"/>
          <a:cs typeface="+mj-cs"/>
        </a:defRPr>
      </a:lvl1pPr>
    </p:titleStyle>
    <p:bodyStyle>
      <a:lvl1pPr marL="0" indent="0" algn="l" defTabSz="914400" rtl="0" eaLnBrk="1" latinLnBrk="0" hangingPunct="1">
        <a:lnSpc>
          <a:spcPct val="100000"/>
        </a:lnSpc>
        <a:spcBef>
          <a:spcPts val="1200"/>
        </a:spcBef>
        <a:spcAft>
          <a:spcPts val="600"/>
        </a:spcAft>
        <a:buFont typeface="Arial" panose="020B0604020202020204" pitchFamily="34" charset="0"/>
        <a:buNone/>
        <a:defRPr sz="2400" b="1" kern="1200">
          <a:solidFill>
            <a:schemeClr val="tx1"/>
          </a:solidFill>
          <a:latin typeface="Aptos" panose="020B0004020202020204" pitchFamily="34" charset="0"/>
          <a:ea typeface="+mn-ea"/>
          <a:cs typeface="+mn-cs"/>
        </a:defRPr>
      </a:lvl1pPr>
      <a:lvl2pPr marL="266700" indent="-258763" algn="l" defTabSz="914400" rtl="0" eaLnBrk="1" latinLnBrk="0" hangingPunct="1">
        <a:lnSpc>
          <a:spcPct val="100000"/>
        </a:lnSpc>
        <a:spcBef>
          <a:spcPts val="600"/>
        </a:spcBef>
        <a:spcAft>
          <a:spcPts val="600"/>
        </a:spcAft>
        <a:buFont typeface="Arial" panose="020B0604020202020204" pitchFamily="34" charset="0"/>
        <a:buChar char="•"/>
        <a:tabLst>
          <a:tab pos="0" algn="l"/>
        </a:tabLst>
        <a:defRPr sz="1800" b="1" kern="1200">
          <a:solidFill>
            <a:schemeClr val="tx1"/>
          </a:solidFill>
          <a:latin typeface="Aptos" panose="020B0004020202020204" pitchFamily="34" charset="0"/>
          <a:ea typeface="+mn-ea"/>
          <a:cs typeface="+mn-cs"/>
        </a:defRPr>
      </a:lvl2pPr>
      <a:lvl3pPr marL="538163" indent="-228600" algn="l" defTabSz="914400" rtl="0" eaLnBrk="1" latinLnBrk="0" hangingPunct="1">
        <a:lnSpc>
          <a:spcPct val="100000"/>
        </a:lnSpc>
        <a:spcBef>
          <a:spcPts val="0"/>
        </a:spcBef>
        <a:spcAft>
          <a:spcPts val="600"/>
        </a:spcAft>
        <a:buFont typeface="Segoe UI" panose="020B0502040204020203" pitchFamily="34" charset="0"/>
        <a:buChar char="‒"/>
        <a:defRPr sz="1400" kern="1200">
          <a:solidFill>
            <a:schemeClr val="tx1"/>
          </a:solidFill>
          <a:latin typeface="Aptos" panose="020B0004020202020204" pitchFamily="34" charset="0"/>
          <a:ea typeface="+mn-ea"/>
          <a:cs typeface="+mn-cs"/>
        </a:defRPr>
      </a:lvl3pPr>
      <a:lvl4pPr marL="719138" indent="-1524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Aptos" panose="020B0004020202020204" pitchFamily="34" charset="0"/>
          <a:ea typeface="+mn-ea"/>
          <a:cs typeface="+mn-cs"/>
        </a:defRPr>
      </a:lvl4pPr>
      <a:lvl5pPr marL="896938" indent="-144463" algn="l" defTabSz="914400" rtl="0" eaLnBrk="1" latinLnBrk="0" hangingPunct="1">
        <a:lnSpc>
          <a:spcPct val="100000"/>
        </a:lnSpc>
        <a:spcBef>
          <a:spcPts val="0"/>
        </a:spcBef>
        <a:spcAft>
          <a:spcPts val="600"/>
        </a:spcAft>
        <a:buFont typeface="Segoe UI" panose="020B0502040204020203" pitchFamily="34" charset="0"/>
        <a:buChar char="‒"/>
        <a:defRPr sz="1200" kern="1200">
          <a:solidFill>
            <a:schemeClr val="tx1"/>
          </a:solidFill>
          <a:latin typeface="Aptos" panose="020B0004020202020204" pitchFamily="34" charset="0"/>
          <a:ea typeface="+mn-ea"/>
          <a:cs typeface="+mn-cs"/>
        </a:defRPr>
      </a:lvl5pPr>
      <a:lvl6pPr marL="1074738" indent="-1778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Aptos" panose="020B0004020202020204" pitchFamily="34" charset="0"/>
          <a:ea typeface="+mn-ea"/>
          <a:cs typeface="+mn-cs"/>
        </a:defRPr>
      </a:lvl6pPr>
      <a:lvl7pPr marL="0" indent="0" algn="l" defTabSz="914400" rtl="0" eaLnBrk="1" latinLnBrk="0" hangingPunct="1">
        <a:lnSpc>
          <a:spcPct val="100000"/>
        </a:lnSpc>
        <a:spcBef>
          <a:spcPts val="0"/>
        </a:spcBef>
        <a:spcAft>
          <a:spcPts val="600"/>
        </a:spcAft>
        <a:buFont typeface="Arial" panose="020B0604020202020204" pitchFamily="34" charset="0"/>
        <a:buNone/>
        <a:defRPr sz="700" kern="1200">
          <a:solidFill>
            <a:schemeClr val="tx1"/>
          </a:solidFill>
          <a:latin typeface="Aptos"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97" userDrawn="1">
          <p15:clr>
            <a:srgbClr val="F26B43"/>
          </p15:clr>
        </p15:guide>
        <p15:guide id="2" pos="347" userDrawn="1">
          <p15:clr>
            <a:srgbClr val="F26B43"/>
          </p15:clr>
        </p15:guide>
        <p15:guide id="3" pos="7333" userDrawn="1">
          <p15:clr>
            <a:srgbClr val="F26B43"/>
          </p15:clr>
        </p15:guide>
        <p15:guide id="4" pos="846" userDrawn="1">
          <p15:clr>
            <a:srgbClr val="F26B43"/>
          </p15:clr>
        </p15:guide>
        <p15:guide id="5" pos="937" userDrawn="1">
          <p15:clr>
            <a:srgbClr val="F26B43"/>
          </p15:clr>
        </p15:guide>
        <p15:guide id="6" pos="1436" userDrawn="1">
          <p15:clr>
            <a:srgbClr val="F26B43"/>
          </p15:clr>
        </p15:guide>
        <p15:guide id="7" pos="1526" userDrawn="1">
          <p15:clr>
            <a:srgbClr val="F26B43"/>
          </p15:clr>
        </p15:guide>
        <p15:guide id="8" pos="2025" userDrawn="1">
          <p15:clr>
            <a:srgbClr val="F26B43"/>
          </p15:clr>
        </p15:guide>
        <p15:guide id="9" pos="2115" userDrawn="1">
          <p15:clr>
            <a:srgbClr val="F26B43"/>
          </p15:clr>
        </p15:guide>
        <p15:guide id="10" pos="2615" userDrawn="1">
          <p15:clr>
            <a:srgbClr val="F26B43"/>
          </p15:clr>
        </p15:guide>
        <p15:guide id="11" pos="2706" userDrawn="1">
          <p15:clr>
            <a:srgbClr val="F26B43"/>
          </p15:clr>
        </p15:guide>
        <p15:guide id="12" pos="3205" userDrawn="1">
          <p15:clr>
            <a:srgbClr val="F26B43"/>
          </p15:clr>
        </p15:guide>
        <p15:guide id="13" pos="3296" userDrawn="1">
          <p15:clr>
            <a:srgbClr val="F26B43"/>
          </p15:clr>
        </p15:guide>
        <p15:guide id="14" pos="3795" userDrawn="1">
          <p15:clr>
            <a:srgbClr val="F26B43"/>
          </p15:clr>
        </p15:guide>
        <p15:guide id="15" pos="3885" userDrawn="1">
          <p15:clr>
            <a:srgbClr val="F26B43"/>
          </p15:clr>
        </p15:guide>
        <p15:guide id="16" pos="4475" userDrawn="1">
          <p15:clr>
            <a:srgbClr val="F26B43"/>
          </p15:clr>
        </p15:guide>
        <p15:guide id="17" pos="4384" userDrawn="1">
          <p15:clr>
            <a:srgbClr val="F26B43"/>
          </p15:clr>
        </p15:guide>
        <p15:guide id="18" pos="4974" userDrawn="1">
          <p15:clr>
            <a:srgbClr val="F26B43"/>
          </p15:clr>
        </p15:guide>
        <p15:guide id="19" pos="5065" userDrawn="1">
          <p15:clr>
            <a:srgbClr val="F26B43"/>
          </p15:clr>
        </p15:guide>
        <p15:guide id="20" pos="5564" userDrawn="1">
          <p15:clr>
            <a:srgbClr val="F26B43"/>
          </p15:clr>
        </p15:guide>
        <p15:guide id="21" pos="5654" userDrawn="1">
          <p15:clr>
            <a:srgbClr val="F26B43"/>
          </p15:clr>
        </p15:guide>
        <p15:guide id="22" pos="6153" userDrawn="1">
          <p15:clr>
            <a:srgbClr val="F26B43"/>
          </p15:clr>
        </p15:guide>
        <p15:guide id="23" pos="6244" userDrawn="1">
          <p15:clr>
            <a:srgbClr val="F26B43"/>
          </p15:clr>
        </p15:guide>
        <p15:guide id="24" pos="6743" userDrawn="1">
          <p15:clr>
            <a:srgbClr val="F26B43"/>
          </p15:clr>
        </p15:guide>
        <p15:guide id="25" pos="6834" userDrawn="1">
          <p15:clr>
            <a:srgbClr val="F26B43"/>
          </p15:clr>
        </p15:guide>
        <p15:guide id="26" orient="horz" pos="1706" userDrawn="1">
          <p15:clr>
            <a:srgbClr val="F26B43"/>
          </p15:clr>
        </p15:guide>
        <p15:guide id="27" orient="horz" pos="1117" userDrawn="1">
          <p15:clr>
            <a:srgbClr val="F26B43"/>
          </p15:clr>
        </p15:guide>
        <p15:guide id="28" orient="horz" pos="1207" userDrawn="1">
          <p15:clr>
            <a:srgbClr val="F26B43"/>
          </p15:clr>
        </p15:guide>
        <p15:guide id="29" orient="horz" pos="663" userDrawn="1">
          <p15:clr>
            <a:srgbClr val="F26B43"/>
          </p15:clr>
        </p15:guide>
        <p15:guide id="30" orient="horz" pos="527" userDrawn="1">
          <p15:clr>
            <a:srgbClr val="F26B43"/>
          </p15:clr>
        </p15:guide>
        <p15:guide id="31" orient="horz" pos="210" userDrawn="1">
          <p15:clr>
            <a:srgbClr val="F26B43"/>
          </p15:clr>
        </p15:guide>
        <p15:guide id="32" orient="horz" pos="2296" userDrawn="1">
          <p15:clr>
            <a:srgbClr val="F26B43"/>
          </p15:clr>
        </p15:guide>
        <p15:guide id="33" orient="horz" pos="2387" userDrawn="1">
          <p15:clr>
            <a:srgbClr val="F26B43"/>
          </p15:clr>
        </p15:guide>
        <p15:guide id="34" orient="horz" pos="2886" userDrawn="1">
          <p15:clr>
            <a:srgbClr val="F26B43"/>
          </p15:clr>
        </p15:guide>
        <p15:guide id="35" orient="horz" pos="2976" userDrawn="1">
          <p15:clr>
            <a:srgbClr val="F26B43"/>
          </p15:clr>
        </p15:guide>
        <p15:guide id="36" orient="horz" pos="3475" userDrawn="1">
          <p15:clr>
            <a:srgbClr val="F26B43"/>
          </p15:clr>
        </p15:guide>
        <p15:guide id="37" orient="horz" pos="3566" userDrawn="1">
          <p15:clr>
            <a:srgbClr val="F26B43"/>
          </p15:clr>
        </p15:guide>
        <p15:guide id="40" orient="horz" pos="4156" userDrawn="1">
          <p15:clr>
            <a:srgbClr val="F26B43"/>
          </p15:clr>
        </p15:guide>
        <p15:guide id="41" orient="horz" pos="3929" userDrawn="1">
          <p15:clr>
            <a:srgbClr val="F26B43"/>
          </p15:clr>
        </p15:guide>
        <p15:guide id="42" orient="horz" pos="845" userDrawn="1">
          <p15:clr>
            <a:srgbClr val="F26B43"/>
          </p15:clr>
        </p15:guide>
        <p15:guide id="43" orient="horz" pos="4065"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6" name="Oval 15">
            <a:extLst>
              <a:ext uri="{FF2B5EF4-FFF2-40B4-BE49-F238E27FC236}">
                <a16:creationId xmlns:a16="http://schemas.microsoft.com/office/drawing/2014/main" id="{929DDBC0-85EA-CF0D-BEB3-760C5526D5A1}"/>
              </a:ext>
            </a:extLst>
          </p:cNvPr>
          <p:cNvSpPr/>
          <p:nvPr userDrawn="1"/>
        </p:nvSpPr>
        <p:spPr>
          <a:xfrm>
            <a:off x="552000" y="6381000"/>
            <a:ext cx="216000" cy="21635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7" name="Title Placeholder 1">
            <a:extLst>
              <a:ext uri="{FF2B5EF4-FFF2-40B4-BE49-F238E27FC236}">
                <a16:creationId xmlns:a16="http://schemas.microsoft.com/office/drawing/2014/main" id="{CC4185A3-69FC-9E9D-16BF-6F0D256C4DCA}"/>
              </a:ext>
            </a:extLst>
          </p:cNvPr>
          <p:cNvSpPr>
            <a:spLocks noGrp="1"/>
          </p:cNvSpPr>
          <p:nvPr>
            <p:ph type="title"/>
          </p:nvPr>
        </p:nvSpPr>
        <p:spPr>
          <a:xfrm>
            <a:off x="550862" y="332712"/>
            <a:ext cx="9865138" cy="504000"/>
          </a:xfrm>
          <a:prstGeom prst="rect">
            <a:avLst/>
          </a:prstGeom>
        </p:spPr>
        <p:txBody>
          <a:bodyPr vert="horz" lIns="0" tIns="0" rIns="0" bIns="0" rtlCol="0" anchor="ctr">
            <a:noAutofit/>
          </a:bodyPr>
          <a:lstStyle/>
          <a:p>
            <a:r>
              <a:rPr lang="en-US"/>
              <a:t>Click to edit Master title style</a:t>
            </a:r>
          </a:p>
        </p:txBody>
      </p:sp>
      <p:sp>
        <p:nvSpPr>
          <p:cNvPr id="208" name="Text Placeholder 2">
            <a:extLst>
              <a:ext uri="{FF2B5EF4-FFF2-40B4-BE49-F238E27FC236}">
                <a16:creationId xmlns:a16="http://schemas.microsoft.com/office/drawing/2014/main" id="{759E54D6-7FE0-230E-F2BD-EA8795948775}"/>
              </a:ext>
            </a:extLst>
          </p:cNvPr>
          <p:cNvSpPr>
            <a:spLocks noGrp="1"/>
          </p:cNvSpPr>
          <p:nvPr>
            <p:ph type="body" idx="1"/>
          </p:nvPr>
        </p:nvSpPr>
        <p:spPr>
          <a:xfrm>
            <a:off x="551384" y="1340768"/>
            <a:ext cx="11088000" cy="4896520"/>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pic>
        <p:nvPicPr>
          <p:cNvPr id="40" name="Graphic 39">
            <a:extLst>
              <a:ext uri="{FF2B5EF4-FFF2-40B4-BE49-F238E27FC236}">
                <a16:creationId xmlns:a16="http://schemas.microsoft.com/office/drawing/2014/main" id="{0B017A58-639A-6747-DA69-6CFD685EEF06}"/>
              </a:ext>
            </a:extLst>
          </p:cNvPr>
          <p:cNvPicPr>
            <a:picLocks noChangeAspect="1"/>
          </p:cNvPicPr>
          <p:nvPr userDrawn="1"/>
        </p:nvPicPr>
        <p:blipFill>
          <a:blip>
            <a:extLst>
              <a:ext uri="{96DAC541-7B7A-43D3-8B79-37D633B846F1}">
                <asvg:svgBlip xmlns:asvg="http://schemas.microsoft.com/office/drawing/2016/SVG/main" r:embed="rId26"/>
              </a:ext>
            </a:extLst>
          </a:blip>
          <a:stretch>
            <a:fillRect/>
          </a:stretch>
        </p:blipFill>
        <p:spPr>
          <a:xfrm>
            <a:off x="10704512" y="6375697"/>
            <a:ext cx="936103" cy="240350"/>
          </a:xfrm>
          <a:prstGeom prst="rect">
            <a:avLst/>
          </a:prstGeom>
        </p:spPr>
      </p:pic>
      <p:sp>
        <p:nvSpPr>
          <p:cNvPr id="14" name="Footer Placeholder 13">
            <a:extLst>
              <a:ext uri="{FF2B5EF4-FFF2-40B4-BE49-F238E27FC236}">
                <a16:creationId xmlns:a16="http://schemas.microsoft.com/office/drawing/2014/main" id="{E02A4542-E9FF-C0C0-EED8-DE461D448373}"/>
              </a:ext>
            </a:extLst>
          </p:cNvPr>
          <p:cNvSpPr>
            <a:spLocks noGrp="1"/>
          </p:cNvSpPr>
          <p:nvPr>
            <p:ph type="ftr" sz="quarter" idx="3"/>
          </p:nvPr>
        </p:nvSpPr>
        <p:spPr>
          <a:xfrm>
            <a:off x="841475" y="6381000"/>
            <a:ext cx="1510525" cy="216000"/>
          </a:xfrm>
          <a:prstGeom prst="roundRect">
            <a:avLst>
              <a:gd name="adj" fmla="val 50000"/>
            </a:avLst>
          </a:prstGeom>
          <a:ln w="6350">
            <a:solidFill>
              <a:schemeClr val="accent1"/>
            </a:solidFill>
          </a:ln>
        </p:spPr>
        <p:txBody>
          <a:bodyPr vert="horz" lIns="0" tIns="0" rIns="0" bIns="0" rtlCol="0" anchor="ctr"/>
          <a:lstStyle>
            <a:lvl1pPr algn="ctr">
              <a:defRPr sz="600">
                <a:solidFill>
                  <a:schemeClr val="tx1"/>
                </a:solidFill>
                <a:latin typeface="Aptos" panose="020B0004020202020204" pitchFamily="34" charset="0"/>
              </a:defRPr>
            </a:lvl1pPr>
          </a:lstStyle>
          <a:p>
            <a:r>
              <a:rPr lang="en-US"/>
              <a:t>© Solace   |   Proprietary &amp; Confidential</a:t>
            </a:r>
          </a:p>
        </p:txBody>
      </p:sp>
      <p:sp>
        <p:nvSpPr>
          <p:cNvPr id="15" name="Slide Number Placeholder 14">
            <a:extLst>
              <a:ext uri="{FF2B5EF4-FFF2-40B4-BE49-F238E27FC236}">
                <a16:creationId xmlns:a16="http://schemas.microsoft.com/office/drawing/2014/main" id="{2366ABD8-289E-4BCD-5B3D-9E41A888663D}"/>
              </a:ext>
            </a:extLst>
          </p:cNvPr>
          <p:cNvSpPr>
            <a:spLocks noGrp="1"/>
          </p:cNvSpPr>
          <p:nvPr>
            <p:ph type="sldNum" sz="quarter" idx="4"/>
          </p:nvPr>
        </p:nvSpPr>
        <p:spPr>
          <a:xfrm>
            <a:off x="552000" y="6381000"/>
            <a:ext cx="216000" cy="216000"/>
          </a:xfrm>
          <a:prstGeom prst="rect">
            <a:avLst/>
          </a:prstGeom>
        </p:spPr>
        <p:txBody>
          <a:bodyPr vert="horz" lIns="0" tIns="0" rIns="0" bIns="0" rtlCol="0" anchor="ctr"/>
          <a:lstStyle>
            <a:lvl1pPr algn="ctr">
              <a:defRPr sz="800" b="1">
                <a:solidFill>
                  <a:schemeClr val="tx1"/>
                </a:solidFill>
                <a:latin typeface="Aptos" panose="020B0004020202020204" pitchFamily="34" charset="0"/>
              </a:defRPr>
            </a:lvl1pPr>
          </a:lstStyle>
          <a:p>
            <a:fld id="{5AC94115-40D6-4F9E-B464-3718F525A7D7}" type="slidenum">
              <a:rPr lang="en-US" smtClean="0"/>
              <a:pPr/>
              <a:t>‹Nr.›</a:t>
            </a:fld>
            <a:endParaRPr lang="en-US"/>
          </a:p>
        </p:txBody>
      </p:sp>
    </p:spTree>
    <p:extLst>
      <p:ext uri="{BB962C8B-B14F-4D97-AF65-F5344CB8AC3E}">
        <p14:creationId xmlns:p14="http://schemas.microsoft.com/office/powerpoint/2010/main" val="3997530722"/>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 id="2147483771" r:id="rId10"/>
    <p:sldLayoutId id="2147483772" r:id="rId11"/>
    <p:sldLayoutId id="2147483773" r:id="rId12"/>
    <p:sldLayoutId id="2147483774" r:id="rId13"/>
    <p:sldLayoutId id="2147483775" r:id="rId14"/>
    <p:sldLayoutId id="2147483776" r:id="rId15"/>
    <p:sldLayoutId id="2147483777" r:id="rId16"/>
    <p:sldLayoutId id="2147483778" r:id="rId17"/>
    <p:sldLayoutId id="2147483779" r:id="rId18"/>
    <p:sldLayoutId id="2147483780" r:id="rId19"/>
    <p:sldLayoutId id="2147483781" r:id="rId20"/>
    <p:sldLayoutId id="2147483782" r:id="rId21"/>
    <p:sldLayoutId id="2147483783" r:id="rId22"/>
    <p:sldLayoutId id="2147483784" r:id="rId23"/>
    <p:sldLayoutId id="2147483785" r:id="rId24"/>
  </p:sldLayoutIdLst>
  <p:hf hdr="0" dt="0"/>
  <p:txStyles>
    <p:titleStyle>
      <a:lvl1pPr algn="l" defTabSz="914400" rtl="0" eaLnBrk="1" latinLnBrk="0" hangingPunct="1">
        <a:lnSpc>
          <a:spcPct val="80000"/>
        </a:lnSpc>
        <a:spcBef>
          <a:spcPct val="0"/>
        </a:spcBef>
        <a:buNone/>
        <a:defRPr sz="3200" b="1" kern="1200">
          <a:solidFill>
            <a:schemeClr val="tx1"/>
          </a:solidFill>
          <a:latin typeface="Aptos" panose="020B0004020202020204" pitchFamily="34" charset="0"/>
          <a:ea typeface="+mj-ea"/>
          <a:cs typeface="+mj-cs"/>
        </a:defRPr>
      </a:lvl1pPr>
    </p:titleStyle>
    <p:bodyStyle>
      <a:lvl1pPr marL="0" indent="0" algn="l" defTabSz="914400" rtl="0" eaLnBrk="1" latinLnBrk="0" hangingPunct="1">
        <a:lnSpc>
          <a:spcPct val="100000"/>
        </a:lnSpc>
        <a:spcBef>
          <a:spcPts val="1200"/>
        </a:spcBef>
        <a:spcAft>
          <a:spcPts val="600"/>
        </a:spcAft>
        <a:buFont typeface="Arial" panose="020B0604020202020204" pitchFamily="34" charset="0"/>
        <a:buNone/>
        <a:defRPr sz="2400" b="1" kern="1200">
          <a:solidFill>
            <a:schemeClr val="tx1"/>
          </a:solidFill>
          <a:latin typeface="Aptos" panose="020B0004020202020204" pitchFamily="34" charset="0"/>
          <a:ea typeface="+mn-ea"/>
          <a:cs typeface="+mn-cs"/>
        </a:defRPr>
      </a:lvl1pPr>
      <a:lvl2pPr marL="266700" indent="-258763" algn="l" defTabSz="914400" rtl="0" eaLnBrk="1" latinLnBrk="0" hangingPunct="1">
        <a:lnSpc>
          <a:spcPct val="100000"/>
        </a:lnSpc>
        <a:spcBef>
          <a:spcPts val="600"/>
        </a:spcBef>
        <a:spcAft>
          <a:spcPts val="600"/>
        </a:spcAft>
        <a:buFont typeface="Arial" panose="020B0604020202020204" pitchFamily="34" charset="0"/>
        <a:buChar char="•"/>
        <a:tabLst>
          <a:tab pos="0" algn="l"/>
        </a:tabLst>
        <a:defRPr sz="1800" b="1" kern="1200">
          <a:solidFill>
            <a:schemeClr val="tx1"/>
          </a:solidFill>
          <a:latin typeface="Aptos" panose="020B0004020202020204" pitchFamily="34" charset="0"/>
          <a:ea typeface="+mn-ea"/>
          <a:cs typeface="+mn-cs"/>
        </a:defRPr>
      </a:lvl2pPr>
      <a:lvl3pPr marL="538163" indent="-228600" algn="l" defTabSz="914400" rtl="0" eaLnBrk="1" latinLnBrk="0" hangingPunct="1">
        <a:lnSpc>
          <a:spcPct val="100000"/>
        </a:lnSpc>
        <a:spcBef>
          <a:spcPts val="0"/>
        </a:spcBef>
        <a:spcAft>
          <a:spcPts val="600"/>
        </a:spcAft>
        <a:buFont typeface="Segoe UI" panose="020B0502040204020203" pitchFamily="34" charset="0"/>
        <a:buChar char="‒"/>
        <a:defRPr sz="1400" kern="1200">
          <a:solidFill>
            <a:schemeClr val="tx1"/>
          </a:solidFill>
          <a:latin typeface="Aptos" panose="020B0004020202020204" pitchFamily="34" charset="0"/>
          <a:ea typeface="+mn-ea"/>
          <a:cs typeface="+mn-cs"/>
        </a:defRPr>
      </a:lvl3pPr>
      <a:lvl4pPr marL="719138" indent="-152400"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tx1"/>
          </a:solidFill>
          <a:latin typeface="Aptos" panose="020B0004020202020204" pitchFamily="34" charset="0"/>
          <a:ea typeface="+mn-ea"/>
          <a:cs typeface="+mn-cs"/>
        </a:defRPr>
      </a:lvl4pPr>
      <a:lvl5pPr marL="896938" indent="-144463" algn="l" defTabSz="914400" rtl="0" eaLnBrk="1" latinLnBrk="0" hangingPunct="1">
        <a:lnSpc>
          <a:spcPct val="100000"/>
        </a:lnSpc>
        <a:spcBef>
          <a:spcPts val="0"/>
        </a:spcBef>
        <a:spcAft>
          <a:spcPts val="600"/>
        </a:spcAft>
        <a:buFont typeface="Segoe UI" panose="020B0502040204020203" pitchFamily="34" charset="0"/>
        <a:buChar char="‒"/>
        <a:defRPr sz="1200" kern="1200">
          <a:solidFill>
            <a:schemeClr val="tx1"/>
          </a:solidFill>
          <a:latin typeface="Aptos" panose="020B0004020202020204" pitchFamily="34" charset="0"/>
          <a:ea typeface="+mn-ea"/>
          <a:cs typeface="+mn-cs"/>
        </a:defRPr>
      </a:lvl5pPr>
      <a:lvl6pPr marL="1074738" indent="-177800" algn="l" defTabSz="914400" rtl="0" eaLnBrk="1" latinLnBrk="0" hangingPunct="1">
        <a:lnSpc>
          <a:spcPct val="100000"/>
        </a:lnSpc>
        <a:spcBef>
          <a:spcPts val="0"/>
        </a:spcBef>
        <a:spcAft>
          <a:spcPts val="600"/>
        </a:spcAft>
        <a:buFont typeface="Arial" panose="020B0604020202020204" pitchFamily="34" charset="0"/>
        <a:buChar char="•"/>
        <a:defRPr sz="1000" kern="1200">
          <a:solidFill>
            <a:schemeClr val="tx1"/>
          </a:solidFill>
          <a:latin typeface="Aptos" panose="020B0004020202020204" pitchFamily="34" charset="0"/>
          <a:ea typeface="+mn-ea"/>
          <a:cs typeface="+mn-cs"/>
        </a:defRPr>
      </a:lvl6pPr>
      <a:lvl7pPr marL="0" indent="0" algn="l" defTabSz="914400" rtl="0" eaLnBrk="1" latinLnBrk="0" hangingPunct="1">
        <a:lnSpc>
          <a:spcPct val="100000"/>
        </a:lnSpc>
        <a:spcBef>
          <a:spcPts val="0"/>
        </a:spcBef>
        <a:spcAft>
          <a:spcPts val="600"/>
        </a:spcAft>
        <a:buFont typeface="Arial" panose="020B0604020202020204" pitchFamily="34" charset="0"/>
        <a:buNone/>
        <a:defRPr sz="700" kern="1200">
          <a:solidFill>
            <a:schemeClr val="tx1"/>
          </a:solidFill>
          <a:latin typeface="Aptos" panose="020B0004020202020204" pitchFamily="34" charset="0"/>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797">
          <p15:clr>
            <a:srgbClr val="F26B43"/>
          </p15:clr>
        </p15:guide>
        <p15:guide id="2" pos="347">
          <p15:clr>
            <a:srgbClr val="F26B43"/>
          </p15:clr>
        </p15:guide>
        <p15:guide id="3" pos="7333">
          <p15:clr>
            <a:srgbClr val="F26B43"/>
          </p15:clr>
        </p15:guide>
        <p15:guide id="4" pos="846">
          <p15:clr>
            <a:srgbClr val="F26B43"/>
          </p15:clr>
        </p15:guide>
        <p15:guide id="5" pos="937">
          <p15:clr>
            <a:srgbClr val="F26B43"/>
          </p15:clr>
        </p15:guide>
        <p15:guide id="6" pos="1436">
          <p15:clr>
            <a:srgbClr val="F26B43"/>
          </p15:clr>
        </p15:guide>
        <p15:guide id="7" pos="1526">
          <p15:clr>
            <a:srgbClr val="F26B43"/>
          </p15:clr>
        </p15:guide>
        <p15:guide id="8" pos="2025">
          <p15:clr>
            <a:srgbClr val="F26B43"/>
          </p15:clr>
        </p15:guide>
        <p15:guide id="9" pos="2115">
          <p15:clr>
            <a:srgbClr val="F26B43"/>
          </p15:clr>
        </p15:guide>
        <p15:guide id="10" pos="2615">
          <p15:clr>
            <a:srgbClr val="F26B43"/>
          </p15:clr>
        </p15:guide>
        <p15:guide id="11" pos="2706">
          <p15:clr>
            <a:srgbClr val="F26B43"/>
          </p15:clr>
        </p15:guide>
        <p15:guide id="12" pos="3205">
          <p15:clr>
            <a:srgbClr val="F26B43"/>
          </p15:clr>
        </p15:guide>
        <p15:guide id="13" pos="3296">
          <p15:clr>
            <a:srgbClr val="F26B43"/>
          </p15:clr>
        </p15:guide>
        <p15:guide id="14" pos="3795">
          <p15:clr>
            <a:srgbClr val="F26B43"/>
          </p15:clr>
        </p15:guide>
        <p15:guide id="15" pos="3885">
          <p15:clr>
            <a:srgbClr val="F26B43"/>
          </p15:clr>
        </p15:guide>
        <p15:guide id="16" pos="4475">
          <p15:clr>
            <a:srgbClr val="F26B43"/>
          </p15:clr>
        </p15:guide>
        <p15:guide id="17" pos="4384">
          <p15:clr>
            <a:srgbClr val="F26B43"/>
          </p15:clr>
        </p15:guide>
        <p15:guide id="18" pos="4974">
          <p15:clr>
            <a:srgbClr val="F26B43"/>
          </p15:clr>
        </p15:guide>
        <p15:guide id="19" pos="5065">
          <p15:clr>
            <a:srgbClr val="F26B43"/>
          </p15:clr>
        </p15:guide>
        <p15:guide id="20" pos="5564">
          <p15:clr>
            <a:srgbClr val="F26B43"/>
          </p15:clr>
        </p15:guide>
        <p15:guide id="21" pos="5654">
          <p15:clr>
            <a:srgbClr val="F26B43"/>
          </p15:clr>
        </p15:guide>
        <p15:guide id="22" pos="6153">
          <p15:clr>
            <a:srgbClr val="F26B43"/>
          </p15:clr>
        </p15:guide>
        <p15:guide id="23" pos="6244">
          <p15:clr>
            <a:srgbClr val="F26B43"/>
          </p15:clr>
        </p15:guide>
        <p15:guide id="24" pos="6743">
          <p15:clr>
            <a:srgbClr val="F26B43"/>
          </p15:clr>
        </p15:guide>
        <p15:guide id="25" pos="6834">
          <p15:clr>
            <a:srgbClr val="F26B43"/>
          </p15:clr>
        </p15:guide>
        <p15:guide id="26" orient="horz" pos="1706">
          <p15:clr>
            <a:srgbClr val="F26B43"/>
          </p15:clr>
        </p15:guide>
        <p15:guide id="27" orient="horz" pos="1117">
          <p15:clr>
            <a:srgbClr val="F26B43"/>
          </p15:clr>
        </p15:guide>
        <p15:guide id="28" orient="horz" pos="1207">
          <p15:clr>
            <a:srgbClr val="F26B43"/>
          </p15:clr>
        </p15:guide>
        <p15:guide id="29" orient="horz" pos="663">
          <p15:clr>
            <a:srgbClr val="F26B43"/>
          </p15:clr>
        </p15:guide>
        <p15:guide id="30" orient="horz" pos="527">
          <p15:clr>
            <a:srgbClr val="F26B43"/>
          </p15:clr>
        </p15:guide>
        <p15:guide id="31" orient="horz" pos="210">
          <p15:clr>
            <a:srgbClr val="F26B43"/>
          </p15:clr>
        </p15:guide>
        <p15:guide id="32" orient="horz" pos="2296">
          <p15:clr>
            <a:srgbClr val="F26B43"/>
          </p15:clr>
        </p15:guide>
        <p15:guide id="33" orient="horz" pos="2387">
          <p15:clr>
            <a:srgbClr val="F26B43"/>
          </p15:clr>
        </p15:guide>
        <p15:guide id="34" orient="horz" pos="2886">
          <p15:clr>
            <a:srgbClr val="F26B43"/>
          </p15:clr>
        </p15:guide>
        <p15:guide id="35" orient="horz" pos="2976">
          <p15:clr>
            <a:srgbClr val="F26B43"/>
          </p15:clr>
        </p15:guide>
        <p15:guide id="36" orient="horz" pos="3475">
          <p15:clr>
            <a:srgbClr val="F26B43"/>
          </p15:clr>
        </p15:guide>
        <p15:guide id="37" orient="horz" pos="3566">
          <p15:clr>
            <a:srgbClr val="F26B43"/>
          </p15:clr>
        </p15:guide>
        <p15:guide id="40" orient="horz" pos="4156">
          <p15:clr>
            <a:srgbClr val="F26B43"/>
          </p15:clr>
        </p15:guide>
        <p15:guide id="41" orient="horz" pos="3929">
          <p15:clr>
            <a:srgbClr val="F26B43"/>
          </p15:clr>
        </p15:guide>
        <p15:guide id="42" orient="horz" pos="845">
          <p15:clr>
            <a:srgbClr val="F26B43"/>
          </p15:clr>
        </p15:guide>
        <p15:guide id="43" orient="horz" pos="4065">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0.xml"/><Relationship Id="rId2" Type="http://schemas.openxmlformats.org/officeDocument/2006/relationships/notesSlide" Target="../notesSlides/notesSlide1.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jpeg"/><Relationship Id="rId9" Type="http://schemas.openxmlformats.org/officeDocument/2006/relationships/image" Target="../media/image2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xml"/><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image" Target="../media/image26.png"/><Relationship Id="rId6" Type="http://schemas.openxmlformats.org/officeDocument/2006/relationships/image" Target="../media/image27.png"/><Relationship Id="rId7" Type="http://schemas.openxmlformats.org/officeDocument/2006/relationships/image" Target="../media/image28.png"/><Relationship Id="rId8" Type="http://schemas.openxmlformats.org/officeDocument/2006/relationships/image" Target="../media/image29.png"/><Relationship Id="rId9" Type="http://schemas.openxmlformats.org/officeDocument/2006/relationships/image" Target="../media/image30.png"/><Relationship Id="rId10" Type="http://schemas.openxmlformats.org/officeDocument/2006/relationships/image" Target="../media/image31.svg"/><Relationship Id="rId11" Type="http://schemas.openxmlformats.org/officeDocument/2006/relationships/image" Target="../media/image32.svg"/><Relationship Id="rId12" Type="http://schemas.openxmlformats.org/officeDocument/2006/relationships/image" Target="../media/image33.svg"/><Relationship Id="rId13" Type="http://schemas.openxmlformats.org/officeDocument/2006/relationships/image" Target="../media/image34.jpeg"/><Relationship Id="rId14" Type="http://schemas.openxmlformats.org/officeDocument/2006/relationships/image" Target="../media/image35.png"/><Relationship Id="rId15" Type="http://schemas.openxmlformats.org/officeDocument/2006/relationships/image" Target="../media/image36.svg"/><Relationship Id="rId16" Type="http://schemas.openxmlformats.org/officeDocument/2006/relationships/image" Target="../media/image37.png"/><Relationship Id="rId17" Type="http://schemas.openxmlformats.org/officeDocument/2006/relationships/image" Target="../media/image38.svg"/><Relationship Id="rId18" Type="http://schemas.openxmlformats.org/officeDocument/2006/relationships/image" Target="../media/image39.png"/><Relationship Id="rId19" Type="http://schemas.openxmlformats.org/officeDocument/2006/relationships/image" Target="../media/image40.svg"/><Relationship Id="rId20" Type="http://schemas.openxmlformats.org/officeDocument/2006/relationships/image" Target="../media/image41.svg"/><Relationship Id="rId21" Type="http://schemas.openxmlformats.org/officeDocument/2006/relationships/image" Target="../media/image42.svg"/><Relationship Id="rId22" Type="http://schemas.openxmlformats.org/officeDocument/2006/relationships/image" Target="../media/image43.png"/><Relationship Id="rId25" Type="http://schemas.openxmlformats.org/officeDocument/2006/relationships/image" Target="../media/image46.svg"/><Relationship Id="rId26" Type="http://schemas.openxmlformats.org/officeDocument/2006/relationships/image" Target="../media/image4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0.xml"/><Relationship Id="rId3" Type="http://schemas.openxmlformats.org/officeDocument/2006/relationships/image" Target="../media/image17.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20.png"/><Relationship Id="rId7" Type="http://schemas.openxmlformats.org/officeDocument/2006/relationships/image" Target="../media/image21.png"/><Relationship Id="rId8" Type="http://schemas.openxmlformats.org/officeDocument/2006/relationships/image" Target="../media/image22.jpeg"/><Relationship Id="rId9" Type="http://schemas.openxmlformats.org/officeDocument/2006/relationships/image" Target="../media/image2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D1581-D79F-37D2-5AD8-0BC76B77D7BF}"/>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A784085E-432E-A37B-4C79-0DAA0154778D}"/>
              </a:ext>
            </a:extLst>
          </p:cNvPr>
          <p:cNvSpPr>
            <a:spLocks noGrp="1"/>
          </p:cNvSpPr>
          <p:nvPr>
            <p:ph type="title"/>
          </p:nvPr>
        </p:nvSpPr>
        <p:spPr/>
        <p:txBody>
          <a:bodyPr/>
          <a:lstStyle/>
          <a:p>
            <a:r>
              <a:rPr lang="en-US"/>
              <a:t>Solace Agent Mesh Vision</a:t>
            </a:r>
            <a:br>
              <a:rPr lang="en-US"/>
            </a:br>
            <a:r>
              <a:rPr lang="en-US" sz="2400"/>
              <a:t>Managing Your AI Worker Lifecycle</a:t>
            </a:r>
            <a:endParaRPr lang="en-US"/>
          </a:p>
        </p:txBody>
      </p:sp>
      <p:sp>
        <p:nvSpPr>
          <p:cNvPr id="23" name="Rectangle: Rounded Corners 27">
            <a:extLst>
              <a:ext uri="{FF2B5EF4-FFF2-40B4-BE49-F238E27FC236}">
                <a16:creationId xmlns:a16="http://schemas.microsoft.com/office/drawing/2014/main" id="{8D2860D3-61DB-D9E5-52D9-9A5172233F51}"/>
              </a:ext>
            </a:extLst>
          </p:cNvPr>
          <p:cNvSpPr/>
          <p:nvPr/>
        </p:nvSpPr>
        <p:spPr>
          <a:xfrm>
            <a:off x="8744754" y="4277116"/>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IMPROVEMENT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Monitor performance</a:t>
            </a:r>
            <a:br>
              <a:rPr kumimoji="0" lang="en-US" sz="1400" b="0" i="0" u="none" strike="noStrike" kern="1200" cap="none" spc="0" normalizeH="0" baseline="0" noProof="0">
                <a:ln>
                  <a:noFill/>
                </a:ln>
                <a:solidFill>
                  <a:prstClr val="white"/>
                </a:solidFill>
                <a:effectLst/>
                <a:uLnTx/>
                <a:uFillTx/>
                <a:latin typeface="Segoe UI"/>
                <a:ea typeface="+mn-ea"/>
                <a:cs typeface="+mn-cs"/>
              </a:rPr>
            </a:br>
            <a:r>
              <a:rPr kumimoji="0" lang="en-US" sz="1400" b="0" i="0" u="none" strike="noStrike" kern="1200" cap="none" spc="0" normalizeH="0" baseline="0" noProof="0">
                <a:ln>
                  <a:noFill/>
                </a:ln>
                <a:solidFill>
                  <a:prstClr val="white"/>
                </a:solidFill>
                <a:effectLst/>
                <a:uLnTx/>
                <a:uFillTx/>
                <a:latin typeface="Segoe UI"/>
                <a:ea typeface="+mn-ea"/>
                <a:cs typeface="+mn-cs"/>
              </a:rPr>
              <a:t>and provide feedback</a:t>
            </a:r>
          </a:p>
        </p:txBody>
      </p:sp>
      <p:sp>
        <p:nvSpPr>
          <p:cNvPr id="25" name="Slide Number Placeholder 6">
            <a:extLst>
              <a:ext uri="{FF2B5EF4-FFF2-40B4-BE49-F238E27FC236}">
                <a16:creationId xmlns:a16="http://schemas.microsoft.com/office/drawing/2014/main" id="{14BBB372-90EF-D2D4-7143-A6E46F6AAA33}"/>
              </a:ext>
            </a:extLst>
          </p:cNvPr>
          <p:cNvSpPr txBox="1">
            <a:spLocks/>
          </p:cNvSpPr>
          <p:nvPr/>
        </p:nvSpPr>
        <p:spPr>
          <a:xfrm>
            <a:off x="545419" y="6332617"/>
            <a:ext cx="216000" cy="386188"/>
          </a:xfrm>
          <a:prstGeom prst="rect">
            <a:avLst/>
          </a:prstGeom>
        </p:spPr>
        <p:txBody>
          <a:bodyPr vert="horz" lIns="0" tIns="0" rIns="0" bIns="0" rtlCol="0" anchor="ctr"/>
          <a:lstStyle>
            <a:defPPr>
              <a:defRPr lang="en-US"/>
            </a:defPPr>
            <a:lvl1pPr marL="0" algn="ctr" defTabSz="914400" rtl="0" eaLnBrk="1" latinLnBrk="0" hangingPunct="1">
              <a:defRPr sz="800" b="1" kern="1200">
                <a:solidFill>
                  <a:schemeClr val="tx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AC94115-40D6-4F9E-B464-3718F525A7D7}" type="slidenum">
              <a:rPr kumimoji="0" lang="en-US" sz="800" b="1" i="0" u="none" strike="noStrike" kern="1200" cap="none" spc="0" normalizeH="0" baseline="0" noProof="0" smtClean="0">
                <a:ln>
                  <a:noFill/>
                </a:ln>
                <a:solidFill>
                  <a:srgbClr val="0A3B5E"/>
                </a:solidFill>
                <a:effectLst/>
                <a:uLnTx/>
                <a:uFillTx/>
                <a:latin typeface="Aptos" panose="020B0004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en-US" sz="800" b="1" i="0" u="none" strike="noStrike" kern="1200" cap="none" spc="0" normalizeH="0" baseline="0" noProof="0">
              <a:ln>
                <a:noFill/>
              </a:ln>
              <a:solidFill>
                <a:srgbClr val="0A3B5E"/>
              </a:solidFill>
              <a:effectLst/>
              <a:uLnTx/>
              <a:uFillTx/>
              <a:latin typeface="Aptos" panose="020B0004020202020204" pitchFamily="34" charset="0"/>
              <a:ea typeface="+mn-ea"/>
              <a:cs typeface="+mn-cs"/>
            </a:endParaRPr>
          </a:p>
        </p:txBody>
      </p:sp>
      <p:sp>
        <p:nvSpPr>
          <p:cNvPr id="26" name="Right Arrow 25">
            <a:extLst>
              <a:ext uri="{FF2B5EF4-FFF2-40B4-BE49-F238E27FC236}">
                <a16:creationId xmlns:a16="http://schemas.microsoft.com/office/drawing/2014/main" id="{A0CC6429-4636-45DE-7E24-8CC87A5A5BDC}"/>
              </a:ext>
            </a:extLst>
          </p:cNvPr>
          <p:cNvSpPr/>
          <p:nvPr/>
        </p:nvSpPr>
        <p:spPr>
          <a:xfrm>
            <a:off x="7710193" y="4444181"/>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grpSp>
        <p:nvGrpSpPr>
          <p:cNvPr id="27" name="Group 26">
            <a:extLst>
              <a:ext uri="{FF2B5EF4-FFF2-40B4-BE49-F238E27FC236}">
                <a16:creationId xmlns:a16="http://schemas.microsoft.com/office/drawing/2014/main" id="{1F49C789-AEC0-B3A5-9E18-37C87DEDBF2E}"/>
              </a:ext>
            </a:extLst>
          </p:cNvPr>
          <p:cNvGrpSpPr/>
          <p:nvPr/>
        </p:nvGrpSpPr>
        <p:grpSpPr>
          <a:xfrm>
            <a:off x="373960" y="2123684"/>
            <a:ext cx="2976880" cy="1463040"/>
            <a:chOff x="373960" y="2123684"/>
            <a:chExt cx="2976880" cy="1463040"/>
          </a:xfrm>
        </p:grpSpPr>
        <p:pic>
          <p:nvPicPr>
            <p:cNvPr id="29" name="Picture 28" descr="A screenshot of a computer&#10;&#10;AI-generated content may be incorrect.">
              <a:extLst>
                <a:ext uri="{FF2B5EF4-FFF2-40B4-BE49-F238E27FC236}">
                  <a16:creationId xmlns:a16="http://schemas.microsoft.com/office/drawing/2014/main" id="{D6F34960-1DF6-3A7C-1C6A-D12BD2B3670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339160" y="2123684"/>
              <a:ext cx="2011680" cy="1463040"/>
            </a:xfrm>
            <a:prstGeom prst="rect">
              <a:avLst/>
            </a:prstGeom>
            <a:ln w="6350">
              <a:noFill/>
            </a:ln>
            <a:effectLst>
              <a:outerShdw blurRad="63500" sx="102000" sy="102000" algn="ctr" rotWithShape="0">
                <a:prstClr val="black">
                  <a:alpha val="40000"/>
                </a:prstClr>
              </a:outerShdw>
            </a:effectLst>
          </p:spPr>
        </p:pic>
        <p:sp>
          <p:nvSpPr>
            <p:cNvPr id="33" name="Rectangle 32">
              <a:extLst>
                <a:ext uri="{FF2B5EF4-FFF2-40B4-BE49-F238E27FC236}">
                  <a16:creationId xmlns:a16="http://schemas.microsoft.com/office/drawing/2014/main" id="{8EE3EA42-4209-FBA4-70F8-C718916F41C9}"/>
                </a:ext>
              </a:extLst>
            </p:cNvPr>
            <p:cNvSpPr/>
            <p:nvPr/>
          </p:nvSpPr>
          <p:spPr>
            <a:xfrm>
              <a:off x="373960" y="2221615"/>
              <a:ext cx="854592" cy="914400"/>
            </a:xfrm>
            <a:prstGeom prst="rect">
              <a:avLst/>
            </a:prstGeom>
            <a:noFill/>
            <a:ln>
              <a:no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Agent Builder</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Instruction</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System Prompts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Guardrails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Skill</a:t>
              </a:r>
            </a:p>
          </p:txBody>
        </p:sp>
      </p:grpSp>
      <p:grpSp>
        <p:nvGrpSpPr>
          <p:cNvPr id="35" name="Group 34">
            <a:extLst>
              <a:ext uri="{FF2B5EF4-FFF2-40B4-BE49-F238E27FC236}">
                <a16:creationId xmlns:a16="http://schemas.microsoft.com/office/drawing/2014/main" id="{6F8D221E-58F5-21FE-819B-F147A877716C}"/>
              </a:ext>
            </a:extLst>
          </p:cNvPr>
          <p:cNvGrpSpPr/>
          <p:nvPr/>
        </p:nvGrpSpPr>
        <p:grpSpPr>
          <a:xfrm>
            <a:off x="8821770" y="2123684"/>
            <a:ext cx="2746310" cy="1463040"/>
            <a:chOff x="8821770" y="2123684"/>
            <a:chExt cx="2746310" cy="1463040"/>
          </a:xfrm>
        </p:grpSpPr>
        <p:pic>
          <p:nvPicPr>
            <p:cNvPr id="37" name="Picture 36" descr="Article content">
              <a:extLst>
                <a:ext uri="{FF2B5EF4-FFF2-40B4-BE49-F238E27FC236}">
                  <a16:creationId xmlns:a16="http://schemas.microsoft.com/office/drawing/2014/main" id="{D555008F-B81F-38D4-455B-B6E02A4FD70B}"/>
                </a:ext>
              </a:extLst>
            </p:cNvPr>
            <p:cNvPicPr>
              <a:picLocks/>
            </p:cNvPicPr>
            <p:nvPr/>
          </p:nvPicPr>
          <p:blipFill>
            <a:blip r:embed="rId4"/>
            <a:stretch>
              <a:fillRect/>
            </a:stretch>
          </p:blipFill>
          <p:spPr>
            <a:xfrm>
              <a:off x="9556400" y="2123684"/>
              <a:ext cx="2011680" cy="1463040"/>
            </a:xfrm>
            <a:prstGeom prst="rect">
              <a:avLst/>
            </a:prstGeom>
            <a:ln w="6350">
              <a:noFill/>
            </a:ln>
            <a:effectLst>
              <a:outerShdw blurRad="63500" sx="102000" sy="102000" algn="ctr" rotWithShape="0">
                <a:prstClr val="black">
                  <a:alpha val="40000"/>
                </a:prstClr>
              </a:outerShdw>
            </a:effectLst>
          </p:spPr>
        </p:pic>
        <p:sp>
          <p:nvSpPr>
            <p:cNvPr id="39" name="Rectangle 38">
              <a:extLst>
                <a:ext uri="{FF2B5EF4-FFF2-40B4-BE49-F238E27FC236}">
                  <a16:creationId xmlns:a16="http://schemas.microsoft.com/office/drawing/2014/main" id="{873BCED8-19AC-58C3-26DC-F602DFBD169A}"/>
                </a:ext>
              </a:extLst>
            </p:cNvPr>
            <p:cNvSpPr/>
            <p:nvPr/>
          </p:nvSpPr>
          <p:spPr>
            <a:xfrm>
              <a:off x="8821770" y="2221615"/>
              <a:ext cx="731520"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Offline Evals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Visualizer</a:t>
              </a:r>
            </a:p>
            <a:p>
              <a:pPr marL="171450" marR="0" lvl="0" indent="-171450" algn="ctr"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A3B5E">
                    <a:lumMod val="50000"/>
                  </a:srgbClr>
                </a:solidFill>
                <a:effectLst/>
                <a:uLnTx/>
                <a:uFillTx/>
                <a:latin typeface="Segoe UI"/>
                <a:ea typeface="+mn-ea"/>
                <a:cs typeface="+mn-cs"/>
              </a:endParaRPr>
            </a:p>
          </p:txBody>
        </p:sp>
      </p:grpSp>
      <p:grpSp>
        <p:nvGrpSpPr>
          <p:cNvPr id="40" name="Group 39">
            <a:extLst>
              <a:ext uri="{FF2B5EF4-FFF2-40B4-BE49-F238E27FC236}">
                <a16:creationId xmlns:a16="http://schemas.microsoft.com/office/drawing/2014/main" id="{7EBC9281-AFBE-253C-4451-31C17C66C8F5}"/>
              </a:ext>
            </a:extLst>
          </p:cNvPr>
          <p:cNvGrpSpPr/>
          <p:nvPr/>
        </p:nvGrpSpPr>
        <p:grpSpPr>
          <a:xfrm>
            <a:off x="4635500" y="5202150"/>
            <a:ext cx="2976880" cy="1463039"/>
            <a:chOff x="8821770" y="5202149"/>
            <a:chExt cx="2976880" cy="1463039"/>
          </a:xfrm>
        </p:grpSpPr>
        <p:grpSp>
          <p:nvGrpSpPr>
            <p:cNvPr id="42" name="Graphic 26">
              <a:extLst>
                <a:ext uri="{FF2B5EF4-FFF2-40B4-BE49-F238E27FC236}">
                  <a16:creationId xmlns:a16="http://schemas.microsoft.com/office/drawing/2014/main" id="{C4DBF274-C4A2-BAE3-877D-E05CE9292C75}"/>
                </a:ext>
              </a:extLst>
            </p:cNvPr>
            <p:cNvGrpSpPr/>
            <p:nvPr/>
          </p:nvGrpSpPr>
          <p:grpSpPr>
            <a:xfrm>
              <a:off x="9786970" y="5202149"/>
              <a:ext cx="2011680" cy="1463039"/>
              <a:chOff x="1695765" y="5121932"/>
              <a:chExt cx="1739678" cy="1699182"/>
            </a:xfrm>
            <a:effectLst>
              <a:outerShdw blurRad="63500" sx="102000" sy="102000" algn="ctr" rotWithShape="0">
                <a:prstClr val="black">
                  <a:alpha val="40000"/>
                </a:prstClr>
              </a:outerShdw>
            </a:effectLst>
          </p:grpSpPr>
          <p:sp>
            <p:nvSpPr>
              <p:cNvPr id="45" name="Rectangle 44">
                <a:extLst>
                  <a:ext uri="{FF2B5EF4-FFF2-40B4-BE49-F238E27FC236}">
                    <a16:creationId xmlns:a16="http://schemas.microsoft.com/office/drawing/2014/main" id="{F8C78645-533D-0605-6151-21C601E72657}"/>
                  </a:ext>
                </a:extLst>
              </p:cNvPr>
              <p:cNvSpPr/>
              <p:nvPr/>
            </p:nvSpPr>
            <p:spPr>
              <a:xfrm>
                <a:off x="1695765" y="5121932"/>
                <a:ext cx="1739678" cy="1631486"/>
              </a:xfrm>
              <a:prstGeom prst="rect">
                <a:avLst/>
              </a:prstGeom>
              <a:solidFill>
                <a:srgbClr val="F7F8F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46" name="Freeform 45">
                <a:extLst>
                  <a:ext uri="{FF2B5EF4-FFF2-40B4-BE49-F238E27FC236}">
                    <a16:creationId xmlns:a16="http://schemas.microsoft.com/office/drawing/2014/main" id="{492C2797-E729-BD7F-BB1D-28ADBB512D2D}"/>
                  </a:ext>
                </a:extLst>
              </p:cNvPr>
              <p:cNvSpPr/>
              <p:nvPr/>
            </p:nvSpPr>
            <p:spPr>
              <a:xfrm>
                <a:off x="2566116" y="6444271"/>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48" name="Freeform 47">
                <a:extLst>
                  <a:ext uri="{FF2B5EF4-FFF2-40B4-BE49-F238E27FC236}">
                    <a16:creationId xmlns:a16="http://schemas.microsoft.com/office/drawing/2014/main" id="{F41CCF92-FAD6-D2EA-FC7B-EF642DD11671}"/>
                  </a:ext>
                </a:extLst>
              </p:cNvPr>
              <p:cNvSpPr/>
              <p:nvPr/>
            </p:nvSpPr>
            <p:spPr>
              <a:xfrm>
                <a:off x="2202054" y="5771525"/>
                <a:ext cx="390626" cy="203665"/>
              </a:xfrm>
              <a:custGeom>
                <a:avLst/>
                <a:gdLst>
                  <a:gd name="csX0" fmla="*/ 377139 w 390626"/>
                  <a:gd name="csY0" fmla="*/ 203665 h 203665"/>
                  <a:gd name="csX1" fmla="*/ 364472 w 390626"/>
                  <a:gd name="csY1" fmla="*/ 180870 h 203665"/>
                  <a:gd name="csX2" fmla="*/ 390626 w 390626"/>
                  <a:gd name="csY2" fmla="*/ 181339 h 203665"/>
                  <a:gd name="csX3" fmla="*/ 377139 w 390626"/>
                  <a:gd name="csY3" fmla="*/ 203665 h 203665"/>
                  <a:gd name="csX4" fmla="*/ 377508 w 390626"/>
                  <a:gd name="csY4" fmla="*/ 183356 h 203665"/>
                  <a:gd name="csX5" fmla="*/ 375270 w 390626"/>
                  <a:gd name="csY5" fmla="*/ 183704 h 203665"/>
                  <a:gd name="csX6" fmla="*/ 338177 w 390626"/>
                  <a:gd name="csY6" fmla="*/ 133550 h 203665"/>
                  <a:gd name="csX7" fmla="*/ 190259 w 390626"/>
                  <a:gd name="csY7" fmla="*/ 104377 h 203665"/>
                  <a:gd name="csX8" fmla="*/ 190259 w 390626"/>
                  <a:gd name="csY8" fmla="*/ 102121 h 203665"/>
                  <a:gd name="csX9" fmla="*/ 190259 w 390626"/>
                  <a:gd name="csY9" fmla="*/ 99864 h 203665"/>
                  <a:gd name="csX10" fmla="*/ 340547 w 390626"/>
                  <a:gd name="csY10" fmla="*/ 129702 h 203665"/>
                  <a:gd name="csX11" fmla="*/ 379746 w 390626"/>
                  <a:gd name="csY11" fmla="*/ 183007 h 203665"/>
                  <a:gd name="csX12" fmla="*/ 377508 w 390626"/>
                  <a:gd name="csY12" fmla="*/ 183356 h 203665"/>
                  <a:gd name="csX13" fmla="*/ 190259 w 390626"/>
                  <a:gd name="csY13" fmla="*/ 102121 h 203665"/>
                  <a:gd name="csX14" fmla="*/ 190259 w 390626"/>
                  <a:gd name="csY14" fmla="*/ 104377 h 203665"/>
                  <a:gd name="csX15" fmla="*/ 14763 w 390626"/>
                  <a:gd name="csY15" fmla="*/ 52740 h 203665"/>
                  <a:gd name="csX16" fmla="*/ 220 w 390626"/>
                  <a:gd name="csY16" fmla="*/ 16631 h 203665"/>
                  <a:gd name="csX17" fmla="*/ 381 w 390626"/>
                  <a:gd name="csY17" fmla="*/ 4678 h 203665"/>
                  <a:gd name="csX18" fmla="*/ 904 w 390626"/>
                  <a:gd name="csY18" fmla="*/ 1282 h 203665"/>
                  <a:gd name="csX19" fmla="*/ 1103 w 390626"/>
                  <a:gd name="csY19" fmla="*/ 357 h 203665"/>
                  <a:gd name="csX20" fmla="*/ 1164 w 390626"/>
                  <a:gd name="csY20" fmla="*/ 104 h 203665"/>
                  <a:gd name="csX21" fmla="*/ 1183 w 390626"/>
                  <a:gd name="csY21" fmla="*/ 30 h 203665"/>
                  <a:gd name="csX22" fmla="*/ 1187 w 390626"/>
                  <a:gd name="csY22" fmla="*/ 9 h 203665"/>
                  <a:gd name="csX23" fmla="*/ 1189 w 390626"/>
                  <a:gd name="csY23" fmla="*/ 0 h 203665"/>
                  <a:gd name="csX24" fmla="*/ 3380 w 390626"/>
                  <a:gd name="csY24" fmla="*/ 576 h 203665"/>
                  <a:gd name="csX25" fmla="*/ 5570 w 390626"/>
                  <a:gd name="csY25" fmla="*/ 1156 h 203665"/>
                  <a:gd name="csX26" fmla="*/ 5570 w 390626"/>
                  <a:gd name="csY26" fmla="*/ 1153 h 203665"/>
                  <a:gd name="csX27" fmla="*/ 5568 w 390626"/>
                  <a:gd name="csY27" fmla="*/ 1160 h 203665"/>
                  <a:gd name="csX28" fmla="*/ 5559 w 390626"/>
                  <a:gd name="csY28" fmla="*/ 1199 h 203665"/>
                  <a:gd name="csX29" fmla="*/ 5516 w 390626"/>
                  <a:gd name="csY29" fmla="*/ 1379 h 203665"/>
                  <a:gd name="csX30" fmla="*/ 5351 w 390626"/>
                  <a:gd name="csY30" fmla="*/ 2153 h 203665"/>
                  <a:gd name="csX31" fmla="*/ 4879 w 390626"/>
                  <a:gd name="csY31" fmla="*/ 5202 h 203665"/>
                  <a:gd name="csX32" fmla="*/ 4734 w 390626"/>
                  <a:gd name="csY32" fmla="*/ 16257 h 203665"/>
                  <a:gd name="csX33" fmla="*/ 18330 w 390626"/>
                  <a:gd name="csY33" fmla="*/ 49958 h 203665"/>
                  <a:gd name="csX34" fmla="*/ 190259 w 390626"/>
                  <a:gd name="csY34" fmla="*/ 99864 h 203665"/>
                  <a:gd name="csX35" fmla="*/ 190259 w 390626"/>
                  <a:gd name="csY35" fmla="*/ 102121 h 2036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390626" h="203665">
                    <a:moveTo>
                      <a:pt x="377139" y="203665"/>
                    </a:moveTo>
                    <a:lnTo>
                      <a:pt x="364472" y="180870"/>
                    </a:lnTo>
                    <a:lnTo>
                      <a:pt x="390626" y="181339"/>
                    </a:lnTo>
                    <a:lnTo>
                      <a:pt x="377139" y="203665"/>
                    </a:lnTo>
                    <a:close/>
                    <a:moveTo>
                      <a:pt x="377508" y="183356"/>
                    </a:moveTo>
                    <a:lnTo>
                      <a:pt x="375270" y="183704"/>
                    </a:lnTo>
                    <a:cubicBezTo>
                      <a:pt x="373041" y="169497"/>
                      <a:pt x="364732" y="149783"/>
                      <a:pt x="338177" y="133550"/>
                    </a:cubicBezTo>
                    <a:cubicBezTo>
                      <a:pt x="311521" y="117251"/>
                      <a:pt x="266348" y="104377"/>
                      <a:pt x="190259" y="104377"/>
                    </a:cubicBezTo>
                    <a:lnTo>
                      <a:pt x="190259" y="102121"/>
                    </a:lnTo>
                    <a:lnTo>
                      <a:pt x="190259" y="99864"/>
                    </a:lnTo>
                    <a:cubicBezTo>
                      <a:pt x="266767" y="99864"/>
                      <a:pt x="312891" y="112792"/>
                      <a:pt x="340547" y="129702"/>
                    </a:cubicBezTo>
                    <a:cubicBezTo>
                      <a:pt x="368307" y="146674"/>
                      <a:pt x="377325" y="167581"/>
                      <a:pt x="379746" y="183007"/>
                    </a:cubicBezTo>
                    <a:lnTo>
                      <a:pt x="377508" y="183356"/>
                    </a:lnTo>
                    <a:close/>
                    <a:moveTo>
                      <a:pt x="190259" y="102121"/>
                    </a:moveTo>
                    <a:lnTo>
                      <a:pt x="190259" y="104377"/>
                    </a:lnTo>
                    <a:cubicBezTo>
                      <a:pt x="82982" y="104377"/>
                      <a:pt x="35371" y="78948"/>
                      <a:pt x="14763" y="52740"/>
                    </a:cubicBezTo>
                    <a:cubicBezTo>
                      <a:pt x="4463" y="39641"/>
                      <a:pt x="1047" y="26506"/>
                      <a:pt x="220" y="16631"/>
                    </a:cubicBezTo>
                    <a:cubicBezTo>
                      <a:pt x="-192" y="11698"/>
                      <a:pt x="41" y="7580"/>
                      <a:pt x="381" y="4678"/>
                    </a:cubicBezTo>
                    <a:cubicBezTo>
                      <a:pt x="551" y="3227"/>
                      <a:pt x="748" y="2079"/>
                      <a:pt x="904" y="1282"/>
                    </a:cubicBezTo>
                    <a:cubicBezTo>
                      <a:pt x="983" y="883"/>
                      <a:pt x="1051" y="573"/>
                      <a:pt x="1103" y="357"/>
                    </a:cubicBezTo>
                    <a:cubicBezTo>
                      <a:pt x="1128" y="249"/>
                      <a:pt x="1149" y="163"/>
                      <a:pt x="1164" y="104"/>
                    </a:cubicBezTo>
                    <a:cubicBezTo>
                      <a:pt x="1171" y="73"/>
                      <a:pt x="1178" y="48"/>
                      <a:pt x="1183" y="30"/>
                    </a:cubicBezTo>
                    <a:cubicBezTo>
                      <a:pt x="1185" y="21"/>
                      <a:pt x="1187" y="14"/>
                      <a:pt x="1187" y="9"/>
                    </a:cubicBezTo>
                    <a:cubicBezTo>
                      <a:pt x="1189" y="5"/>
                      <a:pt x="1189" y="3"/>
                      <a:pt x="1189" y="0"/>
                    </a:cubicBezTo>
                    <a:cubicBezTo>
                      <a:pt x="1192" y="-2"/>
                      <a:pt x="1192" y="-4"/>
                      <a:pt x="3380" y="576"/>
                    </a:cubicBezTo>
                    <a:cubicBezTo>
                      <a:pt x="5568" y="1158"/>
                      <a:pt x="5570" y="1156"/>
                      <a:pt x="5570" y="1156"/>
                    </a:cubicBezTo>
                    <a:cubicBezTo>
                      <a:pt x="5570" y="1156"/>
                      <a:pt x="5570" y="1153"/>
                      <a:pt x="5570" y="1153"/>
                    </a:cubicBezTo>
                    <a:cubicBezTo>
                      <a:pt x="5570" y="1156"/>
                      <a:pt x="5570" y="1156"/>
                      <a:pt x="5568" y="1160"/>
                    </a:cubicBezTo>
                    <a:cubicBezTo>
                      <a:pt x="5568" y="1167"/>
                      <a:pt x="5564" y="1178"/>
                      <a:pt x="5559" y="1199"/>
                    </a:cubicBezTo>
                    <a:cubicBezTo>
                      <a:pt x="5550" y="1235"/>
                      <a:pt x="5534" y="1296"/>
                      <a:pt x="5516" y="1379"/>
                    </a:cubicBezTo>
                    <a:cubicBezTo>
                      <a:pt x="5475" y="1548"/>
                      <a:pt x="5419" y="1808"/>
                      <a:pt x="5351" y="2153"/>
                    </a:cubicBezTo>
                    <a:cubicBezTo>
                      <a:pt x="5212" y="2844"/>
                      <a:pt x="5036" y="3877"/>
                      <a:pt x="4879" y="5202"/>
                    </a:cubicBezTo>
                    <a:cubicBezTo>
                      <a:pt x="4569" y="7853"/>
                      <a:pt x="4352" y="11669"/>
                      <a:pt x="4734" y="16257"/>
                    </a:cubicBezTo>
                    <a:cubicBezTo>
                      <a:pt x="5502" y="25420"/>
                      <a:pt x="8669" y="37671"/>
                      <a:pt x="18330" y="49958"/>
                    </a:cubicBezTo>
                    <a:cubicBezTo>
                      <a:pt x="37646" y="74523"/>
                      <a:pt x="83475" y="99864"/>
                      <a:pt x="190259" y="99864"/>
                    </a:cubicBezTo>
                    <a:lnTo>
                      <a:pt x="190259" y="102121"/>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49" name="Freeform 48">
                <a:extLst>
                  <a:ext uri="{FF2B5EF4-FFF2-40B4-BE49-F238E27FC236}">
                    <a16:creationId xmlns:a16="http://schemas.microsoft.com/office/drawing/2014/main" id="{88B9F8D5-9D8E-C6DE-573E-4C610BA7EF3D}"/>
                  </a:ext>
                </a:extLst>
              </p:cNvPr>
              <p:cNvSpPr/>
              <p:nvPr/>
            </p:nvSpPr>
            <p:spPr>
              <a:xfrm>
                <a:off x="2579196" y="5772105"/>
                <a:ext cx="377315" cy="185321"/>
              </a:xfrm>
              <a:custGeom>
                <a:avLst/>
                <a:gdLst>
                  <a:gd name="csX0" fmla="*/ 0 w 377315"/>
                  <a:gd name="csY0" fmla="*/ 185322 h 185321"/>
                  <a:gd name="csX1" fmla="*/ 190431 w 377315"/>
                  <a:gd name="csY1" fmla="*/ 101545 h 185321"/>
                  <a:gd name="csX2" fmla="*/ 377311 w 377315"/>
                  <a:gd name="csY2" fmla="*/ 0 h 185321"/>
                </a:gdLst>
                <a:ahLst/>
                <a:cxnLst>
                  <a:cxn ang="0">
                    <a:pos x="csX0" y="csY0"/>
                  </a:cxn>
                  <a:cxn ang="0">
                    <a:pos x="csX1" y="csY1"/>
                  </a:cxn>
                  <a:cxn ang="0">
                    <a:pos x="csX2" y="csY2"/>
                  </a:cxn>
                </a:cxnLst>
                <a:rect l="l" t="t" r="r" b="b"/>
                <a:pathLst>
                  <a:path w="377315" h="185321">
                    <a:moveTo>
                      <a:pt x="0" y="185322"/>
                    </a:moveTo>
                    <a:cubicBezTo>
                      <a:pt x="0" y="185322"/>
                      <a:pt x="0" y="98444"/>
                      <a:pt x="190431" y="101545"/>
                    </a:cubicBezTo>
                    <a:cubicBezTo>
                      <a:pt x="380861" y="104643"/>
                      <a:pt x="377311" y="0"/>
                      <a:pt x="377311" y="0"/>
                    </a:cubicBez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0" name="Rectangle 49">
                <a:extLst>
                  <a:ext uri="{FF2B5EF4-FFF2-40B4-BE49-F238E27FC236}">
                    <a16:creationId xmlns:a16="http://schemas.microsoft.com/office/drawing/2014/main" id="{4B36265C-5127-1C5C-60E7-9F82566BD415}"/>
                  </a:ext>
                </a:extLst>
              </p:cNvPr>
              <p:cNvSpPr/>
              <p:nvPr/>
            </p:nvSpPr>
            <p:spPr>
              <a:xfrm>
                <a:off x="2223558" y="6570638"/>
                <a:ext cx="679562" cy="124110"/>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1" name="Rectangle 50">
                <a:extLst>
                  <a:ext uri="{FF2B5EF4-FFF2-40B4-BE49-F238E27FC236}">
                    <a16:creationId xmlns:a16="http://schemas.microsoft.com/office/drawing/2014/main" id="{E4C89330-05E8-8729-AC16-6CC650740FAB}"/>
                  </a:ext>
                </a:extLst>
              </p:cNvPr>
              <p:cNvSpPr/>
              <p:nvPr/>
            </p:nvSpPr>
            <p:spPr>
              <a:xfrm>
                <a:off x="2223558" y="5970395"/>
                <a:ext cx="679562" cy="124110"/>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2" name="Freeform 51">
                <a:extLst>
                  <a:ext uri="{FF2B5EF4-FFF2-40B4-BE49-F238E27FC236}">
                    <a16:creationId xmlns:a16="http://schemas.microsoft.com/office/drawing/2014/main" id="{A524C4AB-0F36-45B9-2356-CDECC578A202}"/>
                  </a:ext>
                </a:extLst>
              </p:cNvPr>
              <p:cNvSpPr/>
              <p:nvPr/>
            </p:nvSpPr>
            <p:spPr>
              <a:xfrm>
                <a:off x="2341557" y="6617655"/>
                <a:ext cx="234002" cy="23251"/>
              </a:xfrm>
              <a:custGeom>
                <a:avLst/>
                <a:gdLst>
                  <a:gd name="csX0" fmla="*/ 761 w 234002"/>
                  <a:gd name="csY0" fmla="*/ 22936 h 23251"/>
                  <a:gd name="csX1" fmla="*/ 222 w 234002"/>
                  <a:gd name="csY1" fmla="*/ 22714 h 23251"/>
                  <a:gd name="csX2" fmla="*/ 0 w 234002"/>
                  <a:gd name="csY2" fmla="*/ 22177 h 23251"/>
                  <a:gd name="csX3" fmla="*/ 0 w 234002"/>
                  <a:gd name="csY3" fmla="*/ 1611 h 23251"/>
                  <a:gd name="csX4" fmla="*/ 222 w 234002"/>
                  <a:gd name="csY4" fmla="*/ 1042 h 23251"/>
                  <a:gd name="csX5" fmla="*/ 761 w 234002"/>
                  <a:gd name="csY5" fmla="*/ 821 h 23251"/>
                  <a:gd name="csX6" fmla="*/ 9260 w 234002"/>
                  <a:gd name="csY6" fmla="*/ 821 h 23251"/>
                  <a:gd name="csX7" fmla="*/ 13573 w 234002"/>
                  <a:gd name="csY7" fmla="*/ 1611 h 23251"/>
                  <a:gd name="csX8" fmla="*/ 16427 w 234002"/>
                  <a:gd name="csY8" fmla="*/ 3949 h 23251"/>
                  <a:gd name="csX9" fmla="*/ 17442 w 234002"/>
                  <a:gd name="csY9" fmla="*/ 7835 h 23251"/>
                  <a:gd name="csX10" fmla="*/ 16427 w 234002"/>
                  <a:gd name="csY10" fmla="*/ 11752 h 23251"/>
                  <a:gd name="csX11" fmla="*/ 13573 w 234002"/>
                  <a:gd name="csY11" fmla="*/ 14027 h 23251"/>
                  <a:gd name="csX12" fmla="*/ 9260 w 234002"/>
                  <a:gd name="csY12" fmla="*/ 14785 h 23251"/>
                  <a:gd name="csX13" fmla="*/ 4535 w 234002"/>
                  <a:gd name="csY13" fmla="*/ 14785 h 23251"/>
                  <a:gd name="csX14" fmla="*/ 4535 w 234002"/>
                  <a:gd name="csY14" fmla="*/ 22177 h 23251"/>
                  <a:gd name="csX15" fmla="*/ 4313 w 234002"/>
                  <a:gd name="csY15" fmla="*/ 22714 h 23251"/>
                  <a:gd name="csX16" fmla="*/ 3774 w 234002"/>
                  <a:gd name="csY16" fmla="*/ 22936 h 23251"/>
                  <a:gd name="csX17" fmla="*/ 761 w 234002"/>
                  <a:gd name="csY17" fmla="*/ 22936 h 23251"/>
                  <a:gd name="csX18" fmla="*/ 4472 w 234002"/>
                  <a:gd name="csY18" fmla="*/ 11278 h 23251"/>
                  <a:gd name="csX19" fmla="*/ 9102 w 234002"/>
                  <a:gd name="csY19" fmla="*/ 11278 h 23251"/>
                  <a:gd name="csX20" fmla="*/ 11924 w 234002"/>
                  <a:gd name="csY20" fmla="*/ 10425 h 23251"/>
                  <a:gd name="csX21" fmla="*/ 12907 w 234002"/>
                  <a:gd name="csY21" fmla="*/ 7835 h 23251"/>
                  <a:gd name="csX22" fmla="*/ 11987 w 234002"/>
                  <a:gd name="csY22" fmla="*/ 5307 h 23251"/>
                  <a:gd name="csX23" fmla="*/ 9102 w 234002"/>
                  <a:gd name="csY23" fmla="*/ 4328 h 23251"/>
                  <a:gd name="csX24" fmla="*/ 4472 w 234002"/>
                  <a:gd name="csY24" fmla="*/ 4328 h 23251"/>
                  <a:gd name="csX25" fmla="*/ 4472 w 234002"/>
                  <a:gd name="csY25" fmla="*/ 11278 h 23251"/>
                  <a:gd name="csX26" fmla="*/ 21286 w 234002"/>
                  <a:gd name="csY26" fmla="*/ 22936 h 23251"/>
                  <a:gd name="csX27" fmla="*/ 20747 w 234002"/>
                  <a:gd name="csY27" fmla="*/ 22714 h 23251"/>
                  <a:gd name="csX28" fmla="*/ 20525 w 234002"/>
                  <a:gd name="csY28" fmla="*/ 22177 h 23251"/>
                  <a:gd name="csX29" fmla="*/ 20525 w 234002"/>
                  <a:gd name="csY29" fmla="*/ 7298 h 23251"/>
                  <a:gd name="csX30" fmla="*/ 20747 w 234002"/>
                  <a:gd name="csY30" fmla="*/ 6729 h 23251"/>
                  <a:gd name="csX31" fmla="*/ 21286 w 234002"/>
                  <a:gd name="csY31" fmla="*/ 6508 h 23251"/>
                  <a:gd name="csX32" fmla="*/ 23855 w 234002"/>
                  <a:gd name="csY32" fmla="*/ 6508 h 23251"/>
                  <a:gd name="csX33" fmla="*/ 24394 w 234002"/>
                  <a:gd name="csY33" fmla="*/ 6729 h 23251"/>
                  <a:gd name="csX34" fmla="*/ 24648 w 234002"/>
                  <a:gd name="csY34" fmla="*/ 7298 h 23251"/>
                  <a:gd name="csX35" fmla="*/ 24648 w 234002"/>
                  <a:gd name="csY35" fmla="*/ 8593 h 23251"/>
                  <a:gd name="csX36" fmla="*/ 26519 w 234002"/>
                  <a:gd name="csY36" fmla="*/ 7045 h 23251"/>
                  <a:gd name="csX37" fmla="*/ 29214 w 234002"/>
                  <a:gd name="csY37" fmla="*/ 6508 h 23251"/>
                  <a:gd name="csX38" fmla="*/ 30515 w 234002"/>
                  <a:gd name="csY38" fmla="*/ 6508 h 23251"/>
                  <a:gd name="csX39" fmla="*/ 31054 w 234002"/>
                  <a:gd name="csY39" fmla="*/ 6729 h 23251"/>
                  <a:gd name="csX40" fmla="*/ 31276 w 234002"/>
                  <a:gd name="csY40" fmla="*/ 7266 h 23251"/>
                  <a:gd name="csX41" fmla="*/ 31276 w 234002"/>
                  <a:gd name="csY41" fmla="*/ 9541 h 23251"/>
                  <a:gd name="csX42" fmla="*/ 31054 w 234002"/>
                  <a:gd name="csY42" fmla="*/ 10078 h 23251"/>
                  <a:gd name="csX43" fmla="*/ 30515 w 234002"/>
                  <a:gd name="csY43" fmla="*/ 10299 h 23251"/>
                  <a:gd name="csX44" fmla="*/ 28041 w 234002"/>
                  <a:gd name="csY44" fmla="*/ 10299 h 23251"/>
                  <a:gd name="csX45" fmla="*/ 25662 w 234002"/>
                  <a:gd name="csY45" fmla="*/ 11152 h 23251"/>
                  <a:gd name="csX46" fmla="*/ 24838 w 234002"/>
                  <a:gd name="csY46" fmla="*/ 13490 h 23251"/>
                  <a:gd name="csX47" fmla="*/ 24838 w 234002"/>
                  <a:gd name="csY47" fmla="*/ 22177 h 23251"/>
                  <a:gd name="csX48" fmla="*/ 24616 w 234002"/>
                  <a:gd name="csY48" fmla="*/ 22714 h 23251"/>
                  <a:gd name="csX49" fmla="*/ 24045 w 234002"/>
                  <a:gd name="csY49" fmla="*/ 22936 h 23251"/>
                  <a:gd name="csX50" fmla="*/ 21286 w 234002"/>
                  <a:gd name="csY50" fmla="*/ 22936 h 23251"/>
                  <a:gd name="csX51" fmla="*/ 34508 w 234002"/>
                  <a:gd name="csY51" fmla="*/ 22936 h 23251"/>
                  <a:gd name="csX52" fmla="*/ 33969 w 234002"/>
                  <a:gd name="csY52" fmla="*/ 22714 h 23251"/>
                  <a:gd name="csX53" fmla="*/ 33747 w 234002"/>
                  <a:gd name="csY53" fmla="*/ 22177 h 23251"/>
                  <a:gd name="csX54" fmla="*/ 33747 w 234002"/>
                  <a:gd name="csY54" fmla="*/ 7266 h 23251"/>
                  <a:gd name="csX55" fmla="*/ 33969 w 234002"/>
                  <a:gd name="csY55" fmla="*/ 6729 h 23251"/>
                  <a:gd name="csX56" fmla="*/ 34508 w 234002"/>
                  <a:gd name="csY56" fmla="*/ 6508 h 23251"/>
                  <a:gd name="csX57" fmla="*/ 37140 w 234002"/>
                  <a:gd name="csY57" fmla="*/ 6508 h 23251"/>
                  <a:gd name="csX58" fmla="*/ 37679 w 234002"/>
                  <a:gd name="csY58" fmla="*/ 6729 h 23251"/>
                  <a:gd name="csX59" fmla="*/ 37901 w 234002"/>
                  <a:gd name="csY59" fmla="*/ 7266 h 23251"/>
                  <a:gd name="csX60" fmla="*/ 37901 w 234002"/>
                  <a:gd name="csY60" fmla="*/ 22177 h 23251"/>
                  <a:gd name="csX61" fmla="*/ 37679 w 234002"/>
                  <a:gd name="csY61" fmla="*/ 22714 h 23251"/>
                  <a:gd name="csX62" fmla="*/ 37140 w 234002"/>
                  <a:gd name="csY62" fmla="*/ 22936 h 23251"/>
                  <a:gd name="csX63" fmla="*/ 34508 w 234002"/>
                  <a:gd name="csY63" fmla="*/ 22936 h 23251"/>
                  <a:gd name="csX64" fmla="*/ 34381 w 234002"/>
                  <a:gd name="csY64" fmla="*/ 3791 h 23251"/>
                  <a:gd name="csX65" fmla="*/ 33810 w 234002"/>
                  <a:gd name="csY65" fmla="*/ 3601 h 23251"/>
                  <a:gd name="csX66" fmla="*/ 33620 w 234002"/>
                  <a:gd name="csY66" fmla="*/ 3033 h 23251"/>
                  <a:gd name="csX67" fmla="*/ 33620 w 234002"/>
                  <a:gd name="csY67" fmla="*/ 758 h 23251"/>
                  <a:gd name="csX68" fmla="*/ 33810 w 234002"/>
                  <a:gd name="csY68" fmla="*/ 221 h 23251"/>
                  <a:gd name="csX69" fmla="*/ 34381 w 234002"/>
                  <a:gd name="csY69" fmla="*/ 0 h 23251"/>
                  <a:gd name="csX70" fmla="*/ 37267 w 234002"/>
                  <a:gd name="csY70" fmla="*/ 0 h 23251"/>
                  <a:gd name="csX71" fmla="*/ 37838 w 234002"/>
                  <a:gd name="csY71" fmla="*/ 221 h 23251"/>
                  <a:gd name="csX72" fmla="*/ 38060 w 234002"/>
                  <a:gd name="csY72" fmla="*/ 758 h 23251"/>
                  <a:gd name="csX73" fmla="*/ 38060 w 234002"/>
                  <a:gd name="csY73" fmla="*/ 3033 h 23251"/>
                  <a:gd name="csX74" fmla="*/ 37838 w 234002"/>
                  <a:gd name="csY74" fmla="*/ 3601 h 23251"/>
                  <a:gd name="csX75" fmla="*/ 37267 w 234002"/>
                  <a:gd name="csY75" fmla="*/ 3791 h 23251"/>
                  <a:gd name="csX76" fmla="*/ 34381 w 234002"/>
                  <a:gd name="csY76" fmla="*/ 3791 h 23251"/>
                  <a:gd name="csX77" fmla="*/ 49246 w 234002"/>
                  <a:gd name="csY77" fmla="*/ 23252 h 23251"/>
                  <a:gd name="csX78" fmla="*/ 45218 w 234002"/>
                  <a:gd name="csY78" fmla="*/ 22399 h 23251"/>
                  <a:gd name="csX79" fmla="*/ 42522 w 234002"/>
                  <a:gd name="csY79" fmla="*/ 19934 h 23251"/>
                  <a:gd name="csX80" fmla="*/ 41476 w 234002"/>
                  <a:gd name="csY80" fmla="*/ 15985 h 23251"/>
                  <a:gd name="csX81" fmla="*/ 41444 w 234002"/>
                  <a:gd name="csY81" fmla="*/ 14753 h 23251"/>
                  <a:gd name="csX82" fmla="*/ 41476 w 234002"/>
                  <a:gd name="csY82" fmla="*/ 13458 h 23251"/>
                  <a:gd name="csX83" fmla="*/ 42522 w 234002"/>
                  <a:gd name="csY83" fmla="*/ 9541 h 23251"/>
                  <a:gd name="csX84" fmla="*/ 45218 w 234002"/>
                  <a:gd name="csY84" fmla="*/ 7045 h 23251"/>
                  <a:gd name="csX85" fmla="*/ 49246 w 234002"/>
                  <a:gd name="csY85" fmla="*/ 6192 h 23251"/>
                  <a:gd name="csX86" fmla="*/ 52702 w 234002"/>
                  <a:gd name="csY86" fmla="*/ 6761 h 23251"/>
                  <a:gd name="csX87" fmla="*/ 55049 w 234002"/>
                  <a:gd name="csY87" fmla="*/ 8182 h 23251"/>
                  <a:gd name="csX88" fmla="*/ 56413 w 234002"/>
                  <a:gd name="csY88" fmla="*/ 9983 h 23251"/>
                  <a:gd name="csX89" fmla="*/ 56920 w 234002"/>
                  <a:gd name="csY89" fmla="*/ 11657 h 23251"/>
                  <a:gd name="csX90" fmla="*/ 56698 w 234002"/>
                  <a:gd name="csY90" fmla="*/ 12226 h 23251"/>
                  <a:gd name="csX91" fmla="*/ 56159 w 234002"/>
                  <a:gd name="csY91" fmla="*/ 12416 h 23251"/>
                  <a:gd name="csX92" fmla="*/ 53368 w 234002"/>
                  <a:gd name="csY92" fmla="*/ 12416 h 23251"/>
                  <a:gd name="csX93" fmla="*/ 52861 w 234002"/>
                  <a:gd name="csY93" fmla="*/ 12258 h 23251"/>
                  <a:gd name="csX94" fmla="*/ 52544 w 234002"/>
                  <a:gd name="csY94" fmla="*/ 11784 h 23251"/>
                  <a:gd name="csX95" fmla="*/ 51275 w 234002"/>
                  <a:gd name="csY95" fmla="*/ 10015 h 23251"/>
                  <a:gd name="csX96" fmla="*/ 49309 w 234002"/>
                  <a:gd name="csY96" fmla="*/ 9478 h 23251"/>
                  <a:gd name="csX97" fmla="*/ 46772 w 234002"/>
                  <a:gd name="csY97" fmla="*/ 10488 h 23251"/>
                  <a:gd name="csX98" fmla="*/ 45789 w 234002"/>
                  <a:gd name="csY98" fmla="*/ 13616 h 23251"/>
                  <a:gd name="csX99" fmla="*/ 45789 w 234002"/>
                  <a:gd name="csY99" fmla="*/ 15827 h 23251"/>
                  <a:gd name="csX100" fmla="*/ 46772 w 234002"/>
                  <a:gd name="csY100" fmla="*/ 18987 h 23251"/>
                  <a:gd name="csX101" fmla="*/ 49309 w 234002"/>
                  <a:gd name="csY101" fmla="*/ 19966 h 23251"/>
                  <a:gd name="csX102" fmla="*/ 51307 w 234002"/>
                  <a:gd name="csY102" fmla="*/ 19461 h 23251"/>
                  <a:gd name="csX103" fmla="*/ 52544 w 234002"/>
                  <a:gd name="csY103" fmla="*/ 17660 h 23251"/>
                  <a:gd name="csX104" fmla="*/ 52861 w 234002"/>
                  <a:gd name="csY104" fmla="*/ 17186 h 23251"/>
                  <a:gd name="csX105" fmla="*/ 53368 w 234002"/>
                  <a:gd name="csY105" fmla="*/ 17028 h 23251"/>
                  <a:gd name="csX106" fmla="*/ 56159 w 234002"/>
                  <a:gd name="csY106" fmla="*/ 17028 h 23251"/>
                  <a:gd name="csX107" fmla="*/ 56698 w 234002"/>
                  <a:gd name="csY107" fmla="*/ 17249 h 23251"/>
                  <a:gd name="csX108" fmla="*/ 56920 w 234002"/>
                  <a:gd name="csY108" fmla="*/ 17786 h 23251"/>
                  <a:gd name="csX109" fmla="*/ 56603 w 234002"/>
                  <a:gd name="csY109" fmla="*/ 19081 h 23251"/>
                  <a:gd name="csX110" fmla="*/ 55747 w 234002"/>
                  <a:gd name="csY110" fmla="*/ 20535 h 23251"/>
                  <a:gd name="csX111" fmla="*/ 54288 w 234002"/>
                  <a:gd name="csY111" fmla="*/ 21893 h 23251"/>
                  <a:gd name="csX112" fmla="*/ 52131 w 234002"/>
                  <a:gd name="csY112" fmla="*/ 22872 h 23251"/>
                  <a:gd name="csX113" fmla="*/ 49246 w 234002"/>
                  <a:gd name="csY113" fmla="*/ 23252 h 23251"/>
                  <a:gd name="csX114" fmla="*/ 67331 w 234002"/>
                  <a:gd name="csY114" fmla="*/ 23252 h 23251"/>
                  <a:gd name="csX115" fmla="*/ 61749 w 234002"/>
                  <a:gd name="csY115" fmla="*/ 21230 h 23251"/>
                  <a:gd name="csX116" fmla="*/ 59530 w 234002"/>
                  <a:gd name="csY116" fmla="*/ 15480 h 23251"/>
                  <a:gd name="csX117" fmla="*/ 59498 w 234002"/>
                  <a:gd name="csY117" fmla="*/ 14690 h 23251"/>
                  <a:gd name="csX118" fmla="*/ 59530 w 234002"/>
                  <a:gd name="csY118" fmla="*/ 13900 h 23251"/>
                  <a:gd name="csX119" fmla="*/ 60608 w 234002"/>
                  <a:gd name="csY119" fmla="*/ 9793 h 23251"/>
                  <a:gd name="csX120" fmla="*/ 63303 w 234002"/>
                  <a:gd name="csY120" fmla="*/ 7140 h 23251"/>
                  <a:gd name="csX121" fmla="*/ 67331 w 234002"/>
                  <a:gd name="csY121" fmla="*/ 6192 h 23251"/>
                  <a:gd name="csX122" fmla="*/ 71644 w 234002"/>
                  <a:gd name="csY122" fmla="*/ 7266 h 23251"/>
                  <a:gd name="csX123" fmla="*/ 74276 w 234002"/>
                  <a:gd name="csY123" fmla="*/ 10204 h 23251"/>
                  <a:gd name="csX124" fmla="*/ 75164 w 234002"/>
                  <a:gd name="csY124" fmla="*/ 14532 h 23251"/>
                  <a:gd name="csX125" fmla="*/ 75164 w 234002"/>
                  <a:gd name="csY125" fmla="*/ 15196 h 23251"/>
                  <a:gd name="csX126" fmla="*/ 74942 w 234002"/>
                  <a:gd name="csY126" fmla="*/ 15733 h 23251"/>
                  <a:gd name="csX127" fmla="*/ 74371 w 234002"/>
                  <a:gd name="csY127" fmla="*/ 15954 h 23251"/>
                  <a:gd name="csX128" fmla="*/ 63843 w 234002"/>
                  <a:gd name="csY128" fmla="*/ 15954 h 23251"/>
                  <a:gd name="csX129" fmla="*/ 63843 w 234002"/>
                  <a:gd name="csY129" fmla="*/ 16049 h 23251"/>
                  <a:gd name="csX130" fmla="*/ 63843 w 234002"/>
                  <a:gd name="csY130" fmla="*/ 16207 h 23251"/>
                  <a:gd name="csX131" fmla="*/ 64255 w 234002"/>
                  <a:gd name="csY131" fmla="*/ 18260 h 23251"/>
                  <a:gd name="csX132" fmla="*/ 65428 w 234002"/>
                  <a:gd name="csY132" fmla="*/ 19745 h 23251"/>
                  <a:gd name="csX133" fmla="*/ 67299 w 234002"/>
                  <a:gd name="csY133" fmla="*/ 20314 h 23251"/>
                  <a:gd name="csX134" fmla="*/ 68790 w 234002"/>
                  <a:gd name="csY134" fmla="*/ 20061 h 23251"/>
                  <a:gd name="csX135" fmla="*/ 69773 w 234002"/>
                  <a:gd name="csY135" fmla="*/ 19429 h 23251"/>
                  <a:gd name="csX136" fmla="*/ 70312 w 234002"/>
                  <a:gd name="csY136" fmla="*/ 18860 h 23251"/>
                  <a:gd name="csX137" fmla="*/ 70756 w 234002"/>
                  <a:gd name="csY137" fmla="*/ 18418 h 23251"/>
                  <a:gd name="csX138" fmla="*/ 71295 w 234002"/>
                  <a:gd name="csY138" fmla="*/ 18323 h 23251"/>
                  <a:gd name="csX139" fmla="*/ 74022 w 234002"/>
                  <a:gd name="csY139" fmla="*/ 18323 h 23251"/>
                  <a:gd name="csX140" fmla="*/ 74530 w 234002"/>
                  <a:gd name="csY140" fmla="*/ 18513 h 23251"/>
                  <a:gd name="csX141" fmla="*/ 74720 w 234002"/>
                  <a:gd name="csY141" fmla="*/ 18987 h 23251"/>
                  <a:gd name="csX142" fmla="*/ 74181 w 234002"/>
                  <a:gd name="csY142" fmla="*/ 20219 h 23251"/>
                  <a:gd name="csX143" fmla="*/ 72786 w 234002"/>
                  <a:gd name="csY143" fmla="*/ 21640 h 23251"/>
                  <a:gd name="csX144" fmla="*/ 70471 w 234002"/>
                  <a:gd name="csY144" fmla="*/ 22809 h 23251"/>
                  <a:gd name="csX145" fmla="*/ 67331 w 234002"/>
                  <a:gd name="csY145" fmla="*/ 23252 h 23251"/>
                  <a:gd name="csX146" fmla="*/ 63843 w 234002"/>
                  <a:gd name="csY146" fmla="*/ 13300 h 23251"/>
                  <a:gd name="csX147" fmla="*/ 70851 w 234002"/>
                  <a:gd name="csY147" fmla="*/ 13300 h 23251"/>
                  <a:gd name="csX148" fmla="*/ 70851 w 234002"/>
                  <a:gd name="csY148" fmla="*/ 13205 h 23251"/>
                  <a:gd name="csX149" fmla="*/ 70439 w 234002"/>
                  <a:gd name="csY149" fmla="*/ 11057 h 23251"/>
                  <a:gd name="csX150" fmla="*/ 69234 w 234002"/>
                  <a:gd name="csY150" fmla="*/ 9604 h 23251"/>
                  <a:gd name="csX151" fmla="*/ 67331 w 234002"/>
                  <a:gd name="csY151" fmla="*/ 9067 h 23251"/>
                  <a:gd name="csX152" fmla="*/ 65428 w 234002"/>
                  <a:gd name="csY152" fmla="*/ 9604 h 23251"/>
                  <a:gd name="csX153" fmla="*/ 64223 w 234002"/>
                  <a:gd name="csY153" fmla="*/ 11057 h 23251"/>
                  <a:gd name="csX154" fmla="*/ 63843 w 234002"/>
                  <a:gd name="csY154" fmla="*/ 13205 h 23251"/>
                  <a:gd name="csX155" fmla="*/ 63843 w 234002"/>
                  <a:gd name="csY155" fmla="*/ 13300 h 23251"/>
                  <a:gd name="csX156" fmla="*/ 87473 w 234002"/>
                  <a:gd name="csY156" fmla="*/ 23252 h 23251"/>
                  <a:gd name="csX157" fmla="*/ 82463 w 234002"/>
                  <a:gd name="csY157" fmla="*/ 22241 h 23251"/>
                  <a:gd name="csX158" fmla="*/ 79355 w 234002"/>
                  <a:gd name="csY158" fmla="*/ 19303 h 23251"/>
                  <a:gd name="csX159" fmla="*/ 78150 w 234002"/>
                  <a:gd name="csY159" fmla="*/ 14690 h 23251"/>
                  <a:gd name="csX160" fmla="*/ 78118 w 234002"/>
                  <a:gd name="csY160" fmla="*/ 11910 h 23251"/>
                  <a:gd name="csX161" fmla="*/ 78150 w 234002"/>
                  <a:gd name="csY161" fmla="*/ 9067 h 23251"/>
                  <a:gd name="csX162" fmla="*/ 79355 w 234002"/>
                  <a:gd name="csY162" fmla="*/ 4486 h 23251"/>
                  <a:gd name="csX163" fmla="*/ 82494 w 234002"/>
                  <a:gd name="csY163" fmla="*/ 1548 h 23251"/>
                  <a:gd name="csX164" fmla="*/ 87473 w 234002"/>
                  <a:gd name="csY164" fmla="*/ 505 h 23251"/>
                  <a:gd name="csX165" fmla="*/ 91342 w 234002"/>
                  <a:gd name="csY165" fmla="*/ 1074 h 23251"/>
                  <a:gd name="csX166" fmla="*/ 94260 w 234002"/>
                  <a:gd name="csY166" fmla="*/ 2654 h 23251"/>
                  <a:gd name="csX167" fmla="*/ 96131 w 234002"/>
                  <a:gd name="csY167" fmla="*/ 4960 h 23251"/>
                  <a:gd name="csX168" fmla="*/ 96829 w 234002"/>
                  <a:gd name="csY168" fmla="*/ 7835 h 23251"/>
                  <a:gd name="csX169" fmla="*/ 96638 w 234002"/>
                  <a:gd name="csY169" fmla="*/ 8309 h 23251"/>
                  <a:gd name="csX170" fmla="*/ 96163 w 234002"/>
                  <a:gd name="csY170" fmla="*/ 8498 h 23251"/>
                  <a:gd name="csX171" fmla="*/ 93150 w 234002"/>
                  <a:gd name="csY171" fmla="*/ 8498 h 23251"/>
                  <a:gd name="csX172" fmla="*/ 92579 w 234002"/>
                  <a:gd name="csY172" fmla="*/ 8340 h 23251"/>
                  <a:gd name="csX173" fmla="*/ 92262 w 234002"/>
                  <a:gd name="csY173" fmla="*/ 7740 h 23251"/>
                  <a:gd name="csX174" fmla="*/ 90518 w 234002"/>
                  <a:gd name="csY174" fmla="*/ 4897 h 23251"/>
                  <a:gd name="csX175" fmla="*/ 87441 w 234002"/>
                  <a:gd name="csY175" fmla="*/ 4138 h 23251"/>
                  <a:gd name="csX176" fmla="*/ 84048 w 234002"/>
                  <a:gd name="csY176" fmla="*/ 5339 h 23251"/>
                  <a:gd name="csX177" fmla="*/ 82685 w 234002"/>
                  <a:gd name="csY177" fmla="*/ 9225 h 23251"/>
                  <a:gd name="csX178" fmla="*/ 82685 w 234002"/>
                  <a:gd name="csY178" fmla="*/ 14532 h 23251"/>
                  <a:gd name="csX179" fmla="*/ 84048 w 234002"/>
                  <a:gd name="csY179" fmla="*/ 18450 h 23251"/>
                  <a:gd name="csX180" fmla="*/ 87441 w 234002"/>
                  <a:gd name="csY180" fmla="*/ 19619 h 23251"/>
                  <a:gd name="csX181" fmla="*/ 90518 w 234002"/>
                  <a:gd name="csY181" fmla="*/ 18860 h 23251"/>
                  <a:gd name="csX182" fmla="*/ 92262 w 234002"/>
                  <a:gd name="csY182" fmla="*/ 16017 h 23251"/>
                  <a:gd name="csX183" fmla="*/ 92579 w 234002"/>
                  <a:gd name="csY183" fmla="*/ 15417 h 23251"/>
                  <a:gd name="csX184" fmla="*/ 93150 w 234002"/>
                  <a:gd name="csY184" fmla="*/ 15259 h 23251"/>
                  <a:gd name="csX185" fmla="*/ 96163 w 234002"/>
                  <a:gd name="csY185" fmla="*/ 15259 h 23251"/>
                  <a:gd name="csX186" fmla="*/ 96638 w 234002"/>
                  <a:gd name="csY186" fmla="*/ 15448 h 23251"/>
                  <a:gd name="csX187" fmla="*/ 96829 w 234002"/>
                  <a:gd name="csY187" fmla="*/ 15922 h 23251"/>
                  <a:gd name="csX188" fmla="*/ 96131 w 234002"/>
                  <a:gd name="csY188" fmla="*/ 18797 h 23251"/>
                  <a:gd name="csX189" fmla="*/ 94260 w 234002"/>
                  <a:gd name="csY189" fmla="*/ 21135 h 23251"/>
                  <a:gd name="csX190" fmla="*/ 91342 w 234002"/>
                  <a:gd name="csY190" fmla="*/ 22683 h 23251"/>
                  <a:gd name="csX191" fmla="*/ 87473 w 234002"/>
                  <a:gd name="csY191" fmla="*/ 23252 h 23251"/>
                  <a:gd name="csX192" fmla="*/ 104997 w 234002"/>
                  <a:gd name="csY192" fmla="*/ 23252 h 23251"/>
                  <a:gd name="csX193" fmla="*/ 102016 w 234002"/>
                  <a:gd name="csY193" fmla="*/ 22620 h 23251"/>
                  <a:gd name="csX194" fmla="*/ 99891 w 234002"/>
                  <a:gd name="csY194" fmla="*/ 20882 h 23251"/>
                  <a:gd name="csX195" fmla="*/ 99130 w 234002"/>
                  <a:gd name="csY195" fmla="*/ 18418 h 23251"/>
                  <a:gd name="csX196" fmla="*/ 100906 w 234002"/>
                  <a:gd name="csY196" fmla="*/ 14911 h 23251"/>
                  <a:gd name="csX197" fmla="*/ 105663 w 234002"/>
                  <a:gd name="csY197" fmla="*/ 13142 h 23251"/>
                  <a:gd name="csX198" fmla="*/ 110008 w 234002"/>
                  <a:gd name="csY198" fmla="*/ 12510 h 23251"/>
                  <a:gd name="csX199" fmla="*/ 110008 w 234002"/>
                  <a:gd name="csY199" fmla="*/ 11847 h 23251"/>
                  <a:gd name="csX200" fmla="*/ 109342 w 234002"/>
                  <a:gd name="csY200" fmla="*/ 9793 h 23251"/>
                  <a:gd name="csX201" fmla="*/ 107058 w 234002"/>
                  <a:gd name="csY201" fmla="*/ 9067 h 23251"/>
                  <a:gd name="csX202" fmla="*/ 105187 w 234002"/>
                  <a:gd name="csY202" fmla="*/ 9541 h 23251"/>
                  <a:gd name="csX203" fmla="*/ 104141 w 234002"/>
                  <a:gd name="csY203" fmla="*/ 10741 h 23251"/>
                  <a:gd name="csX204" fmla="*/ 103411 w 234002"/>
                  <a:gd name="csY204" fmla="*/ 11152 h 23251"/>
                  <a:gd name="csX205" fmla="*/ 100906 w 234002"/>
                  <a:gd name="csY205" fmla="*/ 11152 h 23251"/>
                  <a:gd name="csX206" fmla="*/ 100367 w 234002"/>
                  <a:gd name="csY206" fmla="*/ 10962 h 23251"/>
                  <a:gd name="csX207" fmla="*/ 100208 w 234002"/>
                  <a:gd name="csY207" fmla="*/ 10457 h 23251"/>
                  <a:gd name="csX208" fmla="*/ 100620 w 234002"/>
                  <a:gd name="csY208" fmla="*/ 9225 h 23251"/>
                  <a:gd name="csX209" fmla="*/ 101826 w 234002"/>
                  <a:gd name="csY209" fmla="*/ 7835 h 23251"/>
                  <a:gd name="csX210" fmla="*/ 103950 w 234002"/>
                  <a:gd name="csY210" fmla="*/ 6666 h 23251"/>
                  <a:gd name="csX211" fmla="*/ 107090 w 234002"/>
                  <a:gd name="csY211" fmla="*/ 6192 h 23251"/>
                  <a:gd name="csX212" fmla="*/ 110451 w 234002"/>
                  <a:gd name="csY212" fmla="*/ 6697 h 23251"/>
                  <a:gd name="csX213" fmla="*/ 112671 w 234002"/>
                  <a:gd name="csY213" fmla="*/ 7993 h 23251"/>
                  <a:gd name="csX214" fmla="*/ 113876 w 234002"/>
                  <a:gd name="csY214" fmla="*/ 9920 h 23251"/>
                  <a:gd name="csX215" fmla="*/ 114257 w 234002"/>
                  <a:gd name="csY215" fmla="*/ 12258 h 23251"/>
                  <a:gd name="csX216" fmla="*/ 114257 w 234002"/>
                  <a:gd name="csY216" fmla="*/ 22177 h 23251"/>
                  <a:gd name="csX217" fmla="*/ 114035 w 234002"/>
                  <a:gd name="csY217" fmla="*/ 22714 h 23251"/>
                  <a:gd name="csX218" fmla="*/ 113496 w 234002"/>
                  <a:gd name="csY218" fmla="*/ 22936 h 23251"/>
                  <a:gd name="csX219" fmla="*/ 110927 w 234002"/>
                  <a:gd name="csY219" fmla="*/ 22936 h 23251"/>
                  <a:gd name="csX220" fmla="*/ 110356 w 234002"/>
                  <a:gd name="csY220" fmla="*/ 22714 h 23251"/>
                  <a:gd name="csX221" fmla="*/ 110166 w 234002"/>
                  <a:gd name="csY221" fmla="*/ 22177 h 23251"/>
                  <a:gd name="csX222" fmla="*/ 110166 w 234002"/>
                  <a:gd name="csY222" fmla="*/ 20945 h 23251"/>
                  <a:gd name="csX223" fmla="*/ 109056 w 234002"/>
                  <a:gd name="csY223" fmla="*/ 22083 h 23251"/>
                  <a:gd name="csX224" fmla="*/ 107344 w 234002"/>
                  <a:gd name="csY224" fmla="*/ 22936 h 23251"/>
                  <a:gd name="csX225" fmla="*/ 104997 w 234002"/>
                  <a:gd name="csY225" fmla="*/ 23252 h 23251"/>
                  <a:gd name="csX226" fmla="*/ 106075 w 234002"/>
                  <a:gd name="csY226" fmla="*/ 20250 h 23251"/>
                  <a:gd name="csX227" fmla="*/ 108073 w 234002"/>
                  <a:gd name="csY227" fmla="*/ 19776 h 23251"/>
                  <a:gd name="csX228" fmla="*/ 109500 w 234002"/>
                  <a:gd name="csY228" fmla="*/ 18323 h 23251"/>
                  <a:gd name="csX229" fmla="*/ 110039 w 234002"/>
                  <a:gd name="csY229" fmla="*/ 15796 h 23251"/>
                  <a:gd name="csX230" fmla="*/ 110039 w 234002"/>
                  <a:gd name="csY230" fmla="*/ 15132 h 23251"/>
                  <a:gd name="csX231" fmla="*/ 106868 w 234002"/>
                  <a:gd name="csY231" fmla="*/ 15638 h 23251"/>
                  <a:gd name="csX232" fmla="*/ 104077 w 234002"/>
                  <a:gd name="csY232" fmla="*/ 16554 h 23251"/>
                  <a:gd name="csX233" fmla="*/ 103157 w 234002"/>
                  <a:gd name="csY233" fmla="*/ 18102 h 23251"/>
                  <a:gd name="csX234" fmla="*/ 103570 w 234002"/>
                  <a:gd name="csY234" fmla="*/ 19303 h 23251"/>
                  <a:gd name="csX235" fmla="*/ 104680 w 234002"/>
                  <a:gd name="csY235" fmla="*/ 20029 h 23251"/>
                  <a:gd name="csX236" fmla="*/ 106075 w 234002"/>
                  <a:gd name="csY236" fmla="*/ 20250 h 23251"/>
                  <a:gd name="csX237" fmla="*/ 119118 w 234002"/>
                  <a:gd name="csY237" fmla="*/ 22936 h 23251"/>
                  <a:gd name="csX238" fmla="*/ 118579 w 234002"/>
                  <a:gd name="csY238" fmla="*/ 22714 h 23251"/>
                  <a:gd name="csX239" fmla="*/ 118357 w 234002"/>
                  <a:gd name="csY239" fmla="*/ 22177 h 23251"/>
                  <a:gd name="csX240" fmla="*/ 118357 w 234002"/>
                  <a:gd name="csY240" fmla="*/ 1264 h 23251"/>
                  <a:gd name="csX241" fmla="*/ 118579 w 234002"/>
                  <a:gd name="csY241" fmla="*/ 727 h 23251"/>
                  <a:gd name="csX242" fmla="*/ 119118 w 234002"/>
                  <a:gd name="csY242" fmla="*/ 505 h 23251"/>
                  <a:gd name="csX243" fmla="*/ 121750 w 234002"/>
                  <a:gd name="csY243" fmla="*/ 505 h 23251"/>
                  <a:gd name="csX244" fmla="*/ 122289 w 234002"/>
                  <a:gd name="csY244" fmla="*/ 727 h 23251"/>
                  <a:gd name="csX245" fmla="*/ 122511 w 234002"/>
                  <a:gd name="csY245" fmla="*/ 1264 h 23251"/>
                  <a:gd name="csX246" fmla="*/ 122511 w 234002"/>
                  <a:gd name="csY246" fmla="*/ 22177 h 23251"/>
                  <a:gd name="csX247" fmla="*/ 122289 w 234002"/>
                  <a:gd name="csY247" fmla="*/ 22714 h 23251"/>
                  <a:gd name="csX248" fmla="*/ 121750 w 234002"/>
                  <a:gd name="csY248" fmla="*/ 22936 h 23251"/>
                  <a:gd name="csX249" fmla="*/ 119118 w 234002"/>
                  <a:gd name="csY249" fmla="*/ 22936 h 23251"/>
                  <a:gd name="csX250" fmla="*/ 133853 w 234002"/>
                  <a:gd name="csY250" fmla="*/ 23252 h 23251"/>
                  <a:gd name="csX251" fmla="*/ 129826 w 234002"/>
                  <a:gd name="csY251" fmla="*/ 22399 h 23251"/>
                  <a:gd name="csX252" fmla="*/ 127130 w 234002"/>
                  <a:gd name="csY252" fmla="*/ 19934 h 23251"/>
                  <a:gd name="csX253" fmla="*/ 126084 w 234002"/>
                  <a:gd name="csY253" fmla="*/ 15985 h 23251"/>
                  <a:gd name="csX254" fmla="*/ 126052 w 234002"/>
                  <a:gd name="csY254" fmla="*/ 14753 h 23251"/>
                  <a:gd name="csX255" fmla="*/ 126084 w 234002"/>
                  <a:gd name="csY255" fmla="*/ 13458 h 23251"/>
                  <a:gd name="csX256" fmla="*/ 127130 w 234002"/>
                  <a:gd name="csY256" fmla="*/ 9541 h 23251"/>
                  <a:gd name="csX257" fmla="*/ 129826 w 234002"/>
                  <a:gd name="csY257" fmla="*/ 7045 h 23251"/>
                  <a:gd name="csX258" fmla="*/ 133853 w 234002"/>
                  <a:gd name="csY258" fmla="*/ 6192 h 23251"/>
                  <a:gd name="csX259" fmla="*/ 137310 w 234002"/>
                  <a:gd name="csY259" fmla="*/ 6761 h 23251"/>
                  <a:gd name="csX260" fmla="*/ 139657 w 234002"/>
                  <a:gd name="csY260" fmla="*/ 8182 h 23251"/>
                  <a:gd name="csX261" fmla="*/ 141020 w 234002"/>
                  <a:gd name="csY261" fmla="*/ 9983 h 23251"/>
                  <a:gd name="csX262" fmla="*/ 141528 w 234002"/>
                  <a:gd name="csY262" fmla="*/ 11657 h 23251"/>
                  <a:gd name="csX263" fmla="*/ 141306 w 234002"/>
                  <a:gd name="csY263" fmla="*/ 12226 h 23251"/>
                  <a:gd name="csX264" fmla="*/ 140767 w 234002"/>
                  <a:gd name="csY264" fmla="*/ 12416 h 23251"/>
                  <a:gd name="csX265" fmla="*/ 137976 w 234002"/>
                  <a:gd name="csY265" fmla="*/ 12416 h 23251"/>
                  <a:gd name="csX266" fmla="*/ 137469 w 234002"/>
                  <a:gd name="csY266" fmla="*/ 12258 h 23251"/>
                  <a:gd name="csX267" fmla="*/ 137151 w 234002"/>
                  <a:gd name="csY267" fmla="*/ 11784 h 23251"/>
                  <a:gd name="csX268" fmla="*/ 135883 w 234002"/>
                  <a:gd name="csY268" fmla="*/ 10015 h 23251"/>
                  <a:gd name="csX269" fmla="*/ 133917 w 234002"/>
                  <a:gd name="csY269" fmla="*/ 9478 h 23251"/>
                  <a:gd name="csX270" fmla="*/ 131380 w 234002"/>
                  <a:gd name="csY270" fmla="*/ 10488 h 23251"/>
                  <a:gd name="csX271" fmla="*/ 130397 w 234002"/>
                  <a:gd name="csY271" fmla="*/ 13616 h 23251"/>
                  <a:gd name="csX272" fmla="*/ 130397 w 234002"/>
                  <a:gd name="csY272" fmla="*/ 15827 h 23251"/>
                  <a:gd name="csX273" fmla="*/ 131380 w 234002"/>
                  <a:gd name="csY273" fmla="*/ 18987 h 23251"/>
                  <a:gd name="csX274" fmla="*/ 133917 w 234002"/>
                  <a:gd name="csY274" fmla="*/ 19966 h 23251"/>
                  <a:gd name="csX275" fmla="*/ 135915 w 234002"/>
                  <a:gd name="csY275" fmla="*/ 19461 h 23251"/>
                  <a:gd name="csX276" fmla="*/ 137151 w 234002"/>
                  <a:gd name="csY276" fmla="*/ 17660 h 23251"/>
                  <a:gd name="csX277" fmla="*/ 137469 w 234002"/>
                  <a:gd name="csY277" fmla="*/ 17186 h 23251"/>
                  <a:gd name="csX278" fmla="*/ 137976 w 234002"/>
                  <a:gd name="csY278" fmla="*/ 17028 h 23251"/>
                  <a:gd name="csX279" fmla="*/ 140767 w 234002"/>
                  <a:gd name="csY279" fmla="*/ 17028 h 23251"/>
                  <a:gd name="csX280" fmla="*/ 141306 w 234002"/>
                  <a:gd name="csY280" fmla="*/ 17249 h 23251"/>
                  <a:gd name="csX281" fmla="*/ 141528 w 234002"/>
                  <a:gd name="csY281" fmla="*/ 17786 h 23251"/>
                  <a:gd name="csX282" fmla="*/ 141211 w 234002"/>
                  <a:gd name="csY282" fmla="*/ 19081 h 23251"/>
                  <a:gd name="csX283" fmla="*/ 140354 w 234002"/>
                  <a:gd name="csY283" fmla="*/ 20535 h 23251"/>
                  <a:gd name="csX284" fmla="*/ 138896 w 234002"/>
                  <a:gd name="csY284" fmla="*/ 21893 h 23251"/>
                  <a:gd name="csX285" fmla="*/ 136739 w 234002"/>
                  <a:gd name="csY285" fmla="*/ 22872 h 23251"/>
                  <a:gd name="csX286" fmla="*/ 133853 w 234002"/>
                  <a:gd name="csY286" fmla="*/ 23252 h 23251"/>
                  <a:gd name="csX287" fmla="*/ 150956 w 234002"/>
                  <a:gd name="csY287" fmla="*/ 23252 h 23251"/>
                  <a:gd name="csX288" fmla="*/ 147594 w 234002"/>
                  <a:gd name="csY288" fmla="*/ 22399 h 23251"/>
                  <a:gd name="csX289" fmla="*/ 145438 w 234002"/>
                  <a:gd name="csY289" fmla="*/ 19934 h 23251"/>
                  <a:gd name="csX290" fmla="*/ 144676 w 234002"/>
                  <a:gd name="csY290" fmla="*/ 16143 h 23251"/>
                  <a:gd name="csX291" fmla="*/ 144676 w 234002"/>
                  <a:gd name="csY291" fmla="*/ 7266 h 23251"/>
                  <a:gd name="csX292" fmla="*/ 144898 w 234002"/>
                  <a:gd name="csY292" fmla="*/ 6729 h 23251"/>
                  <a:gd name="csX293" fmla="*/ 145438 w 234002"/>
                  <a:gd name="csY293" fmla="*/ 6508 h 23251"/>
                  <a:gd name="csX294" fmla="*/ 148228 w 234002"/>
                  <a:gd name="csY294" fmla="*/ 6508 h 23251"/>
                  <a:gd name="csX295" fmla="*/ 148767 w 234002"/>
                  <a:gd name="csY295" fmla="*/ 6729 h 23251"/>
                  <a:gd name="csX296" fmla="*/ 148989 w 234002"/>
                  <a:gd name="csY296" fmla="*/ 7266 h 23251"/>
                  <a:gd name="csX297" fmla="*/ 148989 w 234002"/>
                  <a:gd name="csY297" fmla="*/ 15954 h 23251"/>
                  <a:gd name="csX298" fmla="*/ 152446 w 234002"/>
                  <a:gd name="csY298" fmla="*/ 19871 h 23251"/>
                  <a:gd name="csX299" fmla="*/ 155047 w 234002"/>
                  <a:gd name="csY299" fmla="*/ 18829 h 23251"/>
                  <a:gd name="csX300" fmla="*/ 156030 w 234002"/>
                  <a:gd name="csY300" fmla="*/ 15954 h 23251"/>
                  <a:gd name="csX301" fmla="*/ 156030 w 234002"/>
                  <a:gd name="csY301" fmla="*/ 7266 h 23251"/>
                  <a:gd name="csX302" fmla="*/ 156252 w 234002"/>
                  <a:gd name="csY302" fmla="*/ 6729 h 23251"/>
                  <a:gd name="csX303" fmla="*/ 156791 w 234002"/>
                  <a:gd name="csY303" fmla="*/ 6508 h 23251"/>
                  <a:gd name="csX304" fmla="*/ 159582 w 234002"/>
                  <a:gd name="csY304" fmla="*/ 6508 h 23251"/>
                  <a:gd name="csX305" fmla="*/ 160121 w 234002"/>
                  <a:gd name="csY305" fmla="*/ 6729 h 23251"/>
                  <a:gd name="csX306" fmla="*/ 160343 w 234002"/>
                  <a:gd name="csY306" fmla="*/ 7266 h 23251"/>
                  <a:gd name="csX307" fmla="*/ 160343 w 234002"/>
                  <a:gd name="csY307" fmla="*/ 22177 h 23251"/>
                  <a:gd name="csX308" fmla="*/ 160121 w 234002"/>
                  <a:gd name="csY308" fmla="*/ 22714 h 23251"/>
                  <a:gd name="csX309" fmla="*/ 159582 w 234002"/>
                  <a:gd name="csY309" fmla="*/ 22936 h 23251"/>
                  <a:gd name="csX310" fmla="*/ 157013 w 234002"/>
                  <a:gd name="csY310" fmla="*/ 22936 h 23251"/>
                  <a:gd name="csX311" fmla="*/ 156442 w 234002"/>
                  <a:gd name="csY311" fmla="*/ 22714 h 23251"/>
                  <a:gd name="csX312" fmla="*/ 156252 w 234002"/>
                  <a:gd name="csY312" fmla="*/ 22177 h 23251"/>
                  <a:gd name="csX313" fmla="*/ 156252 w 234002"/>
                  <a:gd name="csY313" fmla="*/ 20882 h 23251"/>
                  <a:gd name="csX314" fmla="*/ 154127 w 234002"/>
                  <a:gd name="csY314" fmla="*/ 22620 h 23251"/>
                  <a:gd name="csX315" fmla="*/ 150956 w 234002"/>
                  <a:gd name="csY315" fmla="*/ 23252 h 23251"/>
                  <a:gd name="csX316" fmla="*/ 165326 w 234002"/>
                  <a:gd name="csY316" fmla="*/ 22936 h 23251"/>
                  <a:gd name="csX317" fmla="*/ 164787 w 234002"/>
                  <a:gd name="csY317" fmla="*/ 22714 h 23251"/>
                  <a:gd name="csX318" fmla="*/ 164565 w 234002"/>
                  <a:gd name="csY318" fmla="*/ 22177 h 23251"/>
                  <a:gd name="csX319" fmla="*/ 164565 w 234002"/>
                  <a:gd name="csY319" fmla="*/ 1264 h 23251"/>
                  <a:gd name="csX320" fmla="*/ 164787 w 234002"/>
                  <a:gd name="csY320" fmla="*/ 727 h 23251"/>
                  <a:gd name="csX321" fmla="*/ 165326 w 234002"/>
                  <a:gd name="csY321" fmla="*/ 505 h 23251"/>
                  <a:gd name="csX322" fmla="*/ 167958 w 234002"/>
                  <a:gd name="csY322" fmla="*/ 505 h 23251"/>
                  <a:gd name="csX323" fmla="*/ 168497 w 234002"/>
                  <a:gd name="csY323" fmla="*/ 727 h 23251"/>
                  <a:gd name="csX324" fmla="*/ 168719 w 234002"/>
                  <a:gd name="csY324" fmla="*/ 1264 h 23251"/>
                  <a:gd name="csX325" fmla="*/ 168719 w 234002"/>
                  <a:gd name="csY325" fmla="*/ 22177 h 23251"/>
                  <a:gd name="csX326" fmla="*/ 168497 w 234002"/>
                  <a:gd name="csY326" fmla="*/ 22714 h 23251"/>
                  <a:gd name="csX327" fmla="*/ 167958 w 234002"/>
                  <a:gd name="csY327" fmla="*/ 22936 h 23251"/>
                  <a:gd name="csX328" fmla="*/ 165326 w 234002"/>
                  <a:gd name="csY328" fmla="*/ 22936 h 23251"/>
                  <a:gd name="csX329" fmla="*/ 177715 w 234002"/>
                  <a:gd name="csY329" fmla="*/ 23252 h 23251"/>
                  <a:gd name="csX330" fmla="*/ 174734 w 234002"/>
                  <a:gd name="csY330" fmla="*/ 22620 h 23251"/>
                  <a:gd name="csX331" fmla="*/ 172609 w 234002"/>
                  <a:gd name="csY331" fmla="*/ 20882 h 23251"/>
                  <a:gd name="csX332" fmla="*/ 171848 w 234002"/>
                  <a:gd name="csY332" fmla="*/ 18418 h 23251"/>
                  <a:gd name="csX333" fmla="*/ 173624 w 234002"/>
                  <a:gd name="csY333" fmla="*/ 14911 h 23251"/>
                  <a:gd name="csX334" fmla="*/ 178380 w 234002"/>
                  <a:gd name="csY334" fmla="*/ 13142 h 23251"/>
                  <a:gd name="csX335" fmla="*/ 182725 w 234002"/>
                  <a:gd name="csY335" fmla="*/ 12510 h 23251"/>
                  <a:gd name="csX336" fmla="*/ 182725 w 234002"/>
                  <a:gd name="csY336" fmla="*/ 11847 h 23251"/>
                  <a:gd name="csX337" fmla="*/ 182059 w 234002"/>
                  <a:gd name="csY337" fmla="*/ 9793 h 23251"/>
                  <a:gd name="csX338" fmla="*/ 179776 w 234002"/>
                  <a:gd name="csY338" fmla="*/ 9067 h 23251"/>
                  <a:gd name="csX339" fmla="*/ 177905 w 234002"/>
                  <a:gd name="csY339" fmla="*/ 9541 h 23251"/>
                  <a:gd name="csX340" fmla="*/ 176858 w 234002"/>
                  <a:gd name="csY340" fmla="*/ 10741 h 23251"/>
                  <a:gd name="csX341" fmla="*/ 176129 w 234002"/>
                  <a:gd name="csY341" fmla="*/ 11152 h 23251"/>
                  <a:gd name="csX342" fmla="*/ 173624 w 234002"/>
                  <a:gd name="csY342" fmla="*/ 11152 h 23251"/>
                  <a:gd name="csX343" fmla="*/ 173084 w 234002"/>
                  <a:gd name="csY343" fmla="*/ 10962 h 23251"/>
                  <a:gd name="csX344" fmla="*/ 172926 w 234002"/>
                  <a:gd name="csY344" fmla="*/ 10457 h 23251"/>
                  <a:gd name="csX345" fmla="*/ 173338 w 234002"/>
                  <a:gd name="csY345" fmla="*/ 9225 h 23251"/>
                  <a:gd name="csX346" fmla="*/ 174543 w 234002"/>
                  <a:gd name="csY346" fmla="*/ 7835 h 23251"/>
                  <a:gd name="csX347" fmla="*/ 176668 w 234002"/>
                  <a:gd name="csY347" fmla="*/ 6666 h 23251"/>
                  <a:gd name="csX348" fmla="*/ 179808 w 234002"/>
                  <a:gd name="csY348" fmla="*/ 6192 h 23251"/>
                  <a:gd name="csX349" fmla="*/ 183169 w 234002"/>
                  <a:gd name="csY349" fmla="*/ 6697 h 23251"/>
                  <a:gd name="csX350" fmla="*/ 185389 w 234002"/>
                  <a:gd name="csY350" fmla="*/ 7993 h 23251"/>
                  <a:gd name="csX351" fmla="*/ 186594 w 234002"/>
                  <a:gd name="csY351" fmla="*/ 9920 h 23251"/>
                  <a:gd name="csX352" fmla="*/ 186975 w 234002"/>
                  <a:gd name="csY352" fmla="*/ 12258 h 23251"/>
                  <a:gd name="csX353" fmla="*/ 186975 w 234002"/>
                  <a:gd name="csY353" fmla="*/ 22177 h 23251"/>
                  <a:gd name="csX354" fmla="*/ 186753 w 234002"/>
                  <a:gd name="csY354" fmla="*/ 22714 h 23251"/>
                  <a:gd name="csX355" fmla="*/ 186214 w 234002"/>
                  <a:gd name="csY355" fmla="*/ 22936 h 23251"/>
                  <a:gd name="csX356" fmla="*/ 183645 w 234002"/>
                  <a:gd name="csY356" fmla="*/ 22936 h 23251"/>
                  <a:gd name="csX357" fmla="*/ 183074 w 234002"/>
                  <a:gd name="csY357" fmla="*/ 22714 h 23251"/>
                  <a:gd name="csX358" fmla="*/ 182884 w 234002"/>
                  <a:gd name="csY358" fmla="*/ 22177 h 23251"/>
                  <a:gd name="csX359" fmla="*/ 182884 w 234002"/>
                  <a:gd name="csY359" fmla="*/ 20945 h 23251"/>
                  <a:gd name="csX360" fmla="*/ 181774 w 234002"/>
                  <a:gd name="csY360" fmla="*/ 22083 h 23251"/>
                  <a:gd name="csX361" fmla="*/ 180061 w 234002"/>
                  <a:gd name="csY361" fmla="*/ 22936 h 23251"/>
                  <a:gd name="csX362" fmla="*/ 177715 w 234002"/>
                  <a:gd name="csY362" fmla="*/ 23252 h 23251"/>
                  <a:gd name="csX363" fmla="*/ 178793 w 234002"/>
                  <a:gd name="csY363" fmla="*/ 20250 h 23251"/>
                  <a:gd name="csX364" fmla="*/ 180791 w 234002"/>
                  <a:gd name="csY364" fmla="*/ 19776 h 23251"/>
                  <a:gd name="csX365" fmla="*/ 182218 w 234002"/>
                  <a:gd name="csY365" fmla="*/ 18323 h 23251"/>
                  <a:gd name="csX366" fmla="*/ 182757 w 234002"/>
                  <a:gd name="csY366" fmla="*/ 15796 h 23251"/>
                  <a:gd name="csX367" fmla="*/ 182757 w 234002"/>
                  <a:gd name="csY367" fmla="*/ 15132 h 23251"/>
                  <a:gd name="csX368" fmla="*/ 179586 w 234002"/>
                  <a:gd name="csY368" fmla="*/ 15638 h 23251"/>
                  <a:gd name="csX369" fmla="*/ 176795 w 234002"/>
                  <a:gd name="csY369" fmla="*/ 16554 h 23251"/>
                  <a:gd name="csX370" fmla="*/ 175875 w 234002"/>
                  <a:gd name="csY370" fmla="*/ 18102 h 23251"/>
                  <a:gd name="csX371" fmla="*/ 176287 w 234002"/>
                  <a:gd name="csY371" fmla="*/ 19303 h 23251"/>
                  <a:gd name="csX372" fmla="*/ 177397 w 234002"/>
                  <a:gd name="csY372" fmla="*/ 20029 h 23251"/>
                  <a:gd name="csX373" fmla="*/ 178793 w 234002"/>
                  <a:gd name="csY373" fmla="*/ 20250 h 23251"/>
                  <a:gd name="csX374" fmla="*/ 198342 w 234002"/>
                  <a:gd name="csY374" fmla="*/ 22936 h 23251"/>
                  <a:gd name="csX375" fmla="*/ 195139 w 234002"/>
                  <a:gd name="csY375" fmla="*/ 22272 h 23251"/>
                  <a:gd name="csX376" fmla="*/ 193204 w 234002"/>
                  <a:gd name="csY376" fmla="*/ 20314 h 23251"/>
                  <a:gd name="csX377" fmla="*/ 192570 w 234002"/>
                  <a:gd name="csY377" fmla="*/ 17028 h 23251"/>
                  <a:gd name="csX378" fmla="*/ 192570 w 234002"/>
                  <a:gd name="csY378" fmla="*/ 9857 h 23251"/>
                  <a:gd name="csX379" fmla="*/ 190064 w 234002"/>
                  <a:gd name="csY379" fmla="*/ 9857 h 23251"/>
                  <a:gd name="csX380" fmla="*/ 189525 w 234002"/>
                  <a:gd name="csY380" fmla="*/ 9636 h 23251"/>
                  <a:gd name="csX381" fmla="*/ 189303 w 234002"/>
                  <a:gd name="csY381" fmla="*/ 9098 h 23251"/>
                  <a:gd name="csX382" fmla="*/ 189303 w 234002"/>
                  <a:gd name="csY382" fmla="*/ 7266 h 23251"/>
                  <a:gd name="csX383" fmla="*/ 189525 w 234002"/>
                  <a:gd name="csY383" fmla="*/ 6729 h 23251"/>
                  <a:gd name="csX384" fmla="*/ 190064 w 234002"/>
                  <a:gd name="csY384" fmla="*/ 6508 h 23251"/>
                  <a:gd name="csX385" fmla="*/ 192570 w 234002"/>
                  <a:gd name="csY385" fmla="*/ 6508 h 23251"/>
                  <a:gd name="csX386" fmla="*/ 192570 w 234002"/>
                  <a:gd name="csY386" fmla="*/ 1264 h 23251"/>
                  <a:gd name="csX387" fmla="*/ 192760 w 234002"/>
                  <a:gd name="csY387" fmla="*/ 727 h 23251"/>
                  <a:gd name="csX388" fmla="*/ 193331 w 234002"/>
                  <a:gd name="csY388" fmla="*/ 505 h 23251"/>
                  <a:gd name="csX389" fmla="*/ 195900 w 234002"/>
                  <a:gd name="csY389" fmla="*/ 505 h 23251"/>
                  <a:gd name="csX390" fmla="*/ 196439 w 234002"/>
                  <a:gd name="csY390" fmla="*/ 727 h 23251"/>
                  <a:gd name="csX391" fmla="*/ 196661 w 234002"/>
                  <a:gd name="csY391" fmla="*/ 1264 h 23251"/>
                  <a:gd name="csX392" fmla="*/ 196661 w 234002"/>
                  <a:gd name="csY392" fmla="*/ 6508 h 23251"/>
                  <a:gd name="csX393" fmla="*/ 200625 w 234002"/>
                  <a:gd name="csY393" fmla="*/ 6508 h 23251"/>
                  <a:gd name="csX394" fmla="*/ 201164 w 234002"/>
                  <a:gd name="csY394" fmla="*/ 6729 h 23251"/>
                  <a:gd name="csX395" fmla="*/ 201386 w 234002"/>
                  <a:gd name="csY395" fmla="*/ 7266 h 23251"/>
                  <a:gd name="csX396" fmla="*/ 201386 w 234002"/>
                  <a:gd name="csY396" fmla="*/ 9098 h 23251"/>
                  <a:gd name="csX397" fmla="*/ 201164 w 234002"/>
                  <a:gd name="csY397" fmla="*/ 9636 h 23251"/>
                  <a:gd name="csX398" fmla="*/ 200625 w 234002"/>
                  <a:gd name="csY398" fmla="*/ 9857 h 23251"/>
                  <a:gd name="csX399" fmla="*/ 196661 w 234002"/>
                  <a:gd name="csY399" fmla="*/ 9857 h 23251"/>
                  <a:gd name="csX400" fmla="*/ 196661 w 234002"/>
                  <a:gd name="csY400" fmla="*/ 16712 h 23251"/>
                  <a:gd name="csX401" fmla="*/ 197105 w 234002"/>
                  <a:gd name="csY401" fmla="*/ 18734 h 23251"/>
                  <a:gd name="csX402" fmla="*/ 198722 w 234002"/>
                  <a:gd name="csY402" fmla="*/ 19461 h 23251"/>
                  <a:gd name="csX403" fmla="*/ 200910 w 234002"/>
                  <a:gd name="csY403" fmla="*/ 19461 h 23251"/>
                  <a:gd name="csX404" fmla="*/ 201449 w 234002"/>
                  <a:gd name="csY404" fmla="*/ 19682 h 23251"/>
                  <a:gd name="csX405" fmla="*/ 201671 w 234002"/>
                  <a:gd name="csY405" fmla="*/ 20219 h 23251"/>
                  <a:gd name="csX406" fmla="*/ 201671 w 234002"/>
                  <a:gd name="csY406" fmla="*/ 22177 h 23251"/>
                  <a:gd name="csX407" fmla="*/ 201449 w 234002"/>
                  <a:gd name="csY407" fmla="*/ 22714 h 23251"/>
                  <a:gd name="csX408" fmla="*/ 200910 w 234002"/>
                  <a:gd name="csY408" fmla="*/ 22936 h 23251"/>
                  <a:gd name="csX409" fmla="*/ 198342 w 234002"/>
                  <a:gd name="csY409" fmla="*/ 22936 h 23251"/>
                  <a:gd name="csX410" fmla="*/ 211776 w 234002"/>
                  <a:gd name="csY410" fmla="*/ 23252 h 23251"/>
                  <a:gd name="csX411" fmla="*/ 207495 w 234002"/>
                  <a:gd name="csY411" fmla="*/ 22367 h 23251"/>
                  <a:gd name="csX412" fmla="*/ 204863 w 234002"/>
                  <a:gd name="csY412" fmla="*/ 19871 h 23251"/>
                  <a:gd name="csX413" fmla="*/ 203848 w 234002"/>
                  <a:gd name="csY413" fmla="*/ 16112 h 23251"/>
                  <a:gd name="csX414" fmla="*/ 203817 w 234002"/>
                  <a:gd name="csY414" fmla="*/ 14722 h 23251"/>
                  <a:gd name="csX415" fmla="*/ 203848 w 234002"/>
                  <a:gd name="csY415" fmla="*/ 13332 h 23251"/>
                  <a:gd name="csX416" fmla="*/ 204895 w 234002"/>
                  <a:gd name="csY416" fmla="*/ 9572 h 23251"/>
                  <a:gd name="csX417" fmla="*/ 207559 w 234002"/>
                  <a:gd name="csY417" fmla="*/ 7077 h 23251"/>
                  <a:gd name="csX418" fmla="*/ 211776 w 234002"/>
                  <a:gd name="csY418" fmla="*/ 6192 h 23251"/>
                  <a:gd name="csX419" fmla="*/ 215963 w 234002"/>
                  <a:gd name="csY419" fmla="*/ 7077 h 23251"/>
                  <a:gd name="csX420" fmla="*/ 218626 w 234002"/>
                  <a:gd name="csY420" fmla="*/ 9572 h 23251"/>
                  <a:gd name="csX421" fmla="*/ 219705 w 234002"/>
                  <a:gd name="csY421" fmla="*/ 13332 h 23251"/>
                  <a:gd name="csX422" fmla="*/ 219736 w 234002"/>
                  <a:gd name="csY422" fmla="*/ 14722 h 23251"/>
                  <a:gd name="csX423" fmla="*/ 219705 w 234002"/>
                  <a:gd name="csY423" fmla="*/ 16112 h 23251"/>
                  <a:gd name="csX424" fmla="*/ 218658 w 234002"/>
                  <a:gd name="csY424" fmla="*/ 19871 h 23251"/>
                  <a:gd name="csX425" fmla="*/ 216026 w 234002"/>
                  <a:gd name="csY425" fmla="*/ 22367 h 23251"/>
                  <a:gd name="csX426" fmla="*/ 211776 w 234002"/>
                  <a:gd name="csY426" fmla="*/ 23252 h 23251"/>
                  <a:gd name="csX427" fmla="*/ 211776 w 234002"/>
                  <a:gd name="csY427" fmla="*/ 20124 h 23251"/>
                  <a:gd name="csX428" fmla="*/ 214377 w 234002"/>
                  <a:gd name="csY428" fmla="*/ 19081 h 23251"/>
                  <a:gd name="csX429" fmla="*/ 215392 w 234002"/>
                  <a:gd name="csY429" fmla="*/ 15954 h 23251"/>
                  <a:gd name="csX430" fmla="*/ 215423 w 234002"/>
                  <a:gd name="csY430" fmla="*/ 14722 h 23251"/>
                  <a:gd name="csX431" fmla="*/ 215392 w 234002"/>
                  <a:gd name="csY431" fmla="*/ 13490 h 23251"/>
                  <a:gd name="csX432" fmla="*/ 214377 w 234002"/>
                  <a:gd name="csY432" fmla="*/ 10394 h 23251"/>
                  <a:gd name="csX433" fmla="*/ 211776 w 234002"/>
                  <a:gd name="csY433" fmla="*/ 9320 h 23251"/>
                  <a:gd name="csX434" fmla="*/ 209176 w 234002"/>
                  <a:gd name="csY434" fmla="*/ 10394 h 23251"/>
                  <a:gd name="csX435" fmla="*/ 208161 w 234002"/>
                  <a:gd name="csY435" fmla="*/ 13490 h 23251"/>
                  <a:gd name="csX436" fmla="*/ 208129 w 234002"/>
                  <a:gd name="csY436" fmla="*/ 14722 h 23251"/>
                  <a:gd name="csX437" fmla="*/ 208161 w 234002"/>
                  <a:gd name="csY437" fmla="*/ 15954 h 23251"/>
                  <a:gd name="csX438" fmla="*/ 209176 w 234002"/>
                  <a:gd name="csY438" fmla="*/ 19081 h 23251"/>
                  <a:gd name="csX439" fmla="*/ 211776 w 234002"/>
                  <a:gd name="csY439" fmla="*/ 20124 h 23251"/>
                  <a:gd name="csX440" fmla="*/ 224013 w 234002"/>
                  <a:gd name="csY440" fmla="*/ 22936 h 23251"/>
                  <a:gd name="csX441" fmla="*/ 223474 w 234002"/>
                  <a:gd name="csY441" fmla="*/ 22714 h 23251"/>
                  <a:gd name="csX442" fmla="*/ 223252 w 234002"/>
                  <a:gd name="csY442" fmla="*/ 22177 h 23251"/>
                  <a:gd name="csX443" fmla="*/ 223252 w 234002"/>
                  <a:gd name="csY443" fmla="*/ 7298 h 23251"/>
                  <a:gd name="csX444" fmla="*/ 223474 w 234002"/>
                  <a:gd name="csY444" fmla="*/ 6729 h 23251"/>
                  <a:gd name="csX445" fmla="*/ 224013 w 234002"/>
                  <a:gd name="csY445" fmla="*/ 6508 h 23251"/>
                  <a:gd name="csX446" fmla="*/ 226582 w 234002"/>
                  <a:gd name="csY446" fmla="*/ 6508 h 23251"/>
                  <a:gd name="csX447" fmla="*/ 227121 w 234002"/>
                  <a:gd name="csY447" fmla="*/ 6729 h 23251"/>
                  <a:gd name="csX448" fmla="*/ 227375 w 234002"/>
                  <a:gd name="csY448" fmla="*/ 7298 h 23251"/>
                  <a:gd name="csX449" fmla="*/ 227375 w 234002"/>
                  <a:gd name="csY449" fmla="*/ 8593 h 23251"/>
                  <a:gd name="csX450" fmla="*/ 229246 w 234002"/>
                  <a:gd name="csY450" fmla="*/ 7045 h 23251"/>
                  <a:gd name="csX451" fmla="*/ 231941 w 234002"/>
                  <a:gd name="csY451" fmla="*/ 6508 h 23251"/>
                  <a:gd name="csX452" fmla="*/ 233242 w 234002"/>
                  <a:gd name="csY452" fmla="*/ 6508 h 23251"/>
                  <a:gd name="csX453" fmla="*/ 233781 w 234002"/>
                  <a:gd name="csY453" fmla="*/ 6729 h 23251"/>
                  <a:gd name="csX454" fmla="*/ 234003 w 234002"/>
                  <a:gd name="csY454" fmla="*/ 7266 h 23251"/>
                  <a:gd name="csX455" fmla="*/ 234003 w 234002"/>
                  <a:gd name="csY455" fmla="*/ 9541 h 23251"/>
                  <a:gd name="csX456" fmla="*/ 233781 w 234002"/>
                  <a:gd name="csY456" fmla="*/ 10078 h 23251"/>
                  <a:gd name="csX457" fmla="*/ 233242 w 234002"/>
                  <a:gd name="csY457" fmla="*/ 10299 h 23251"/>
                  <a:gd name="csX458" fmla="*/ 230768 w 234002"/>
                  <a:gd name="csY458" fmla="*/ 10299 h 23251"/>
                  <a:gd name="csX459" fmla="*/ 228389 w 234002"/>
                  <a:gd name="csY459" fmla="*/ 11152 h 23251"/>
                  <a:gd name="csX460" fmla="*/ 227565 w 234002"/>
                  <a:gd name="csY460" fmla="*/ 13490 h 23251"/>
                  <a:gd name="csX461" fmla="*/ 227565 w 234002"/>
                  <a:gd name="csY461" fmla="*/ 22177 h 23251"/>
                  <a:gd name="csX462" fmla="*/ 227343 w 234002"/>
                  <a:gd name="csY462" fmla="*/ 22714 h 23251"/>
                  <a:gd name="csX463" fmla="*/ 226772 w 234002"/>
                  <a:gd name="csY463" fmla="*/ 22936 h 23251"/>
                  <a:gd name="csX464" fmla="*/ 224013 w 234002"/>
                  <a:gd name="csY464"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Lst>
                <a:rect l="l" t="t" r="r" b="b"/>
                <a:pathLst>
                  <a:path w="234002" h="23251">
                    <a:moveTo>
                      <a:pt x="761" y="22936"/>
                    </a:moveTo>
                    <a:cubicBezTo>
                      <a:pt x="550" y="22936"/>
                      <a:pt x="369" y="22861"/>
                      <a:pt x="222" y="22714"/>
                    </a:cubicBezTo>
                    <a:cubicBezTo>
                      <a:pt x="75" y="22568"/>
                      <a:pt x="0" y="22387"/>
                      <a:pt x="0" y="22177"/>
                    </a:cubicBezTo>
                    <a:lnTo>
                      <a:pt x="0" y="1611"/>
                    </a:lnTo>
                    <a:cubicBezTo>
                      <a:pt x="0" y="1379"/>
                      <a:pt x="75" y="1189"/>
                      <a:pt x="222" y="1042"/>
                    </a:cubicBezTo>
                    <a:cubicBezTo>
                      <a:pt x="369" y="896"/>
                      <a:pt x="550" y="821"/>
                      <a:pt x="761" y="821"/>
                    </a:cubicBezTo>
                    <a:lnTo>
                      <a:pt x="9260" y="821"/>
                    </a:lnTo>
                    <a:cubicBezTo>
                      <a:pt x="10909" y="821"/>
                      <a:pt x="12348" y="1085"/>
                      <a:pt x="13573" y="1611"/>
                    </a:cubicBezTo>
                    <a:cubicBezTo>
                      <a:pt x="14799" y="2117"/>
                      <a:pt x="15750" y="2895"/>
                      <a:pt x="16427" y="3949"/>
                    </a:cubicBezTo>
                    <a:cubicBezTo>
                      <a:pt x="17105" y="4980"/>
                      <a:pt x="17442" y="6275"/>
                      <a:pt x="17442" y="7835"/>
                    </a:cubicBezTo>
                    <a:cubicBezTo>
                      <a:pt x="17442" y="9414"/>
                      <a:pt x="17105" y="10721"/>
                      <a:pt x="16427" y="11752"/>
                    </a:cubicBezTo>
                    <a:cubicBezTo>
                      <a:pt x="15750" y="12763"/>
                      <a:pt x="14799" y="13521"/>
                      <a:pt x="13573" y="14027"/>
                    </a:cubicBezTo>
                    <a:cubicBezTo>
                      <a:pt x="12348" y="14532"/>
                      <a:pt x="10909" y="14785"/>
                      <a:pt x="9260" y="14785"/>
                    </a:cubicBezTo>
                    <a:lnTo>
                      <a:pt x="4535" y="14785"/>
                    </a:lnTo>
                    <a:lnTo>
                      <a:pt x="4535" y="22177"/>
                    </a:lnTo>
                    <a:cubicBezTo>
                      <a:pt x="4535" y="22387"/>
                      <a:pt x="4460" y="22568"/>
                      <a:pt x="4313" y="22714"/>
                    </a:cubicBezTo>
                    <a:cubicBezTo>
                      <a:pt x="4186" y="22861"/>
                      <a:pt x="4007" y="22936"/>
                      <a:pt x="3774" y="22936"/>
                    </a:cubicBezTo>
                    <a:lnTo>
                      <a:pt x="761" y="22936"/>
                    </a:lnTo>
                    <a:close/>
                    <a:moveTo>
                      <a:pt x="4472" y="11278"/>
                    </a:moveTo>
                    <a:lnTo>
                      <a:pt x="9102" y="11278"/>
                    </a:lnTo>
                    <a:cubicBezTo>
                      <a:pt x="10327" y="11278"/>
                      <a:pt x="11269" y="10994"/>
                      <a:pt x="11924" y="10425"/>
                    </a:cubicBezTo>
                    <a:cubicBezTo>
                      <a:pt x="12579" y="9836"/>
                      <a:pt x="12907" y="8972"/>
                      <a:pt x="12907" y="7835"/>
                    </a:cubicBezTo>
                    <a:cubicBezTo>
                      <a:pt x="12907" y="6781"/>
                      <a:pt x="12601" y="5939"/>
                      <a:pt x="11987" y="5307"/>
                    </a:cubicBezTo>
                    <a:cubicBezTo>
                      <a:pt x="11374" y="4655"/>
                      <a:pt x="10413" y="4328"/>
                      <a:pt x="9102" y="4328"/>
                    </a:cubicBezTo>
                    <a:lnTo>
                      <a:pt x="4472" y="4328"/>
                    </a:lnTo>
                    <a:lnTo>
                      <a:pt x="4472" y="11278"/>
                    </a:lnTo>
                    <a:close/>
                    <a:moveTo>
                      <a:pt x="21286" y="22936"/>
                    </a:moveTo>
                    <a:cubicBezTo>
                      <a:pt x="21073" y="22936"/>
                      <a:pt x="20894" y="22861"/>
                      <a:pt x="20747" y="22714"/>
                    </a:cubicBezTo>
                    <a:cubicBezTo>
                      <a:pt x="20597" y="22568"/>
                      <a:pt x="20525" y="22387"/>
                      <a:pt x="20525" y="22177"/>
                    </a:cubicBezTo>
                    <a:lnTo>
                      <a:pt x="20525" y="7298"/>
                    </a:lnTo>
                    <a:cubicBezTo>
                      <a:pt x="20525" y="7065"/>
                      <a:pt x="20597" y="6876"/>
                      <a:pt x="20747" y="6729"/>
                    </a:cubicBezTo>
                    <a:cubicBezTo>
                      <a:pt x="20894" y="6582"/>
                      <a:pt x="21073" y="6508"/>
                      <a:pt x="21286" y="6508"/>
                    </a:cubicBezTo>
                    <a:lnTo>
                      <a:pt x="23855" y="6508"/>
                    </a:lnTo>
                    <a:cubicBezTo>
                      <a:pt x="24066" y="6508"/>
                      <a:pt x="24245" y="6582"/>
                      <a:pt x="24394" y="6729"/>
                    </a:cubicBezTo>
                    <a:cubicBezTo>
                      <a:pt x="24562" y="6876"/>
                      <a:pt x="24648" y="7065"/>
                      <a:pt x="24648" y="7298"/>
                    </a:cubicBezTo>
                    <a:lnTo>
                      <a:pt x="24648" y="8593"/>
                    </a:lnTo>
                    <a:cubicBezTo>
                      <a:pt x="25132" y="7918"/>
                      <a:pt x="25758" y="7404"/>
                      <a:pt x="26519" y="7045"/>
                    </a:cubicBezTo>
                    <a:cubicBezTo>
                      <a:pt x="27300" y="6686"/>
                      <a:pt x="28200" y="6508"/>
                      <a:pt x="29214" y="6508"/>
                    </a:cubicBezTo>
                    <a:lnTo>
                      <a:pt x="30515" y="6508"/>
                    </a:lnTo>
                    <a:cubicBezTo>
                      <a:pt x="30746" y="6508"/>
                      <a:pt x="30927" y="6582"/>
                      <a:pt x="31054" y="6729"/>
                    </a:cubicBezTo>
                    <a:cubicBezTo>
                      <a:pt x="31201" y="6876"/>
                      <a:pt x="31276" y="7056"/>
                      <a:pt x="31276" y="7266"/>
                    </a:cubicBezTo>
                    <a:lnTo>
                      <a:pt x="31276" y="9541"/>
                    </a:lnTo>
                    <a:cubicBezTo>
                      <a:pt x="31276" y="9751"/>
                      <a:pt x="31201" y="9931"/>
                      <a:pt x="31054" y="10078"/>
                    </a:cubicBezTo>
                    <a:cubicBezTo>
                      <a:pt x="30927" y="10224"/>
                      <a:pt x="30746" y="10299"/>
                      <a:pt x="30515" y="10299"/>
                    </a:cubicBezTo>
                    <a:lnTo>
                      <a:pt x="28041" y="10299"/>
                    </a:lnTo>
                    <a:cubicBezTo>
                      <a:pt x="27026" y="10299"/>
                      <a:pt x="26233" y="10583"/>
                      <a:pt x="25662" y="11152"/>
                    </a:cubicBezTo>
                    <a:cubicBezTo>
                      <a:pt x="25112" y="11721"/>
                      <a:pt x="24838" y="12499"/>
                      <a:pt x="24838" y="13490"/>
                    </a:cubicBezTo>
                    <a:lnTo>
                      <a:pt x="24838" y="22177"/>
                    </a:lnTo>
                    <a:cubicBezTo>
                      <a:pt x="24838" y="22387"/>
                      <a:pt x="24763" y="22568"/>
                      <a:pt x="24616" y="22714"/>
                    </a:cubicBezTo>
                    <a:cubicBezTo>
                      <a:pt x="24466" y="22861"/>
                      <a:pt x="24276" y="22936"/>
                      <a:pt x="24045" y="22936"/>
                    </a:cubicBezTo>
                    <a:lnTo>
                      <a:pt x="21286" y="22936"/>
                    </a:lnTo>
                    <a:close/>
                    <a:moveTo>
                      <a:pt x="34508" y="22936"/>
                    </a:moveTo>
                    <a:cubicBezTo>
                      <a:pt x="34297" y="22936"/>
                      <a:pt x="34119" y="22861"/>
                      <a:pt x="33969" y="22714"/>
                    </a:cubicBezTo>
                    <a:cubicBezTo>
                      <a:pt x="33822" y="22568"/>
                      <a:pt x="33747" y="22387"/>
                      <a:pt x="33747" y="22177"/>
                    </a:cubicBezTo>
                    <a:lnTo>
                      <a:pt x="33747" y="7266"/>
                    </a:lnTo>
                    <a:cubicBezTo>
                      <a:pt x="33747" y="7056"/>
                      <a:pt x="33822" y="6876"/>
                      <a:pt x="33969" y="6729"/>
                    </a:cubicBezTo>
                    <a:cubicBezTo>
                      <a:pt x="34119" y="6582"/>
                      <a:pt x="34297" y="6508"/>
                      <a:pt x="34508" y="6508"/>
                    </a:cubicBezTo>
                    <a:lnTo>
                      <a:pt x="37140" y="6508"/>
                    </a:lnTo>
                    <a:cubicBezTo>
                      <a:pt x="37374" y="6508"/>
                      <a:pt x="37553" y="6582"/>
                      <a:pt x="37679" y="6729"/>
                    </a:cubicBezTo>
                    <a:cubicBezTo>
                      <a:pt x="37829" y="6876"/>
                      <a:pt x="37901" y="7056"/>
                      <a:pt x="37901" y="7266"/>
                    </a:cubicBezTo>
                    <a:lnTo>
                      <a:pt x="37901" y="22177"/>
                    </a:lnTo>
                    <a:cubicBezTo>
                      <a:pt x="37901" y="22387"/>
                      <a:pt x="37829" y="22568"/>
                      <a:pt x="37679" y="22714"/>
                    </a:cubicBezTo>
                    <a:cubicBezTo>
                      <a:pt x="37553" y="22861"/>
                      <a:pt x="37374" y="22936"/>
                      <a:pt x="37140" y="22936"/>
                    </a:cubicBezTo>
                    <a:lnTo>
                      <a:pt x="34508" y="22936"/>
                    </a:lnTo>
                    <a:close/>
                    <a:moveTo>
                      <a:pt x="34381" y="3791"/>
                    </a:moveTo>
                    <a:cubicBezTo>
                      <a:pt x="34150" y="3791"/>
                      <a:pt x="33960" y="3728"/>
                      <a:pt x="33810" y="3601"/>
                    </a:cubicBezTo>
                    <a:cubicBezTo>
                      <a:pt x="33684" y="3455"/>
                      <a:pt x="33620" y="3265"/>
                      <a:pt x="33620" y="3033"/>
                    </a:cubicBezTo>
                    <a:lnTo>
                      <a:pt x="33620" y="758"/>
                    </a:lnTo>
                    <a:cubicBezTo>
                      <a:pt x="33620" y="548"/>
                      <a:pt x="33684" y="368"/>
                      <a:pt x="33810" y="221"/>
                    </a:cubicBezTo>
                    <a:cubicBezTo>
                      <a:pt x="33960" y="75"/>
                      <a:pt x="34150" y="0"/>
                      <a:pt x="34381" y="0"/>
                    </a:cubicBezTo>
                    <a:lnTo>
                      <a:pt x="37267" y="0"/>
                    </a:lnTo>
                    <a:cubicBezTo>
                      <a:pt x="37500" y="0"/>
                      <a:pt x="37691" y="75"/>
                      <a:pt x="37838" y="221"/>
                    </a:cubicBezTo>
                    <a:cubicBezTo>
                      <a:pt x="37987" y="368"/>
                      <a:pt x="38060" y="548"/>
                      <a:pt x="38060" y="758"/>
                    </a:cubicBezTo>
                    <a:lnTo>
                      <a:pt x="38060" y="3033"/>
                    </a:lnTo>
                    <a:cubicBezTo>
                      <a:pt x="38060" y="3265"/>
                      <a:pt x="37987" y="3455"/>
                      <a:pt x="37838" y="3601"/>
                    </a:cubicBezTo>
                    <a:cubicBezTo>
                      <a:pt x="37691" y="3728"/>
                      <a:pt x="37500" y="3791"/>
                      <a:pt x="37267" y="3791"/>
                    </a:cubicBezTo>
                    <a:lnTo>
                      <a:pt x="34381" y="3791"/>
                    </a:lnTo>
                    <a:close/>
                    <a:moveTo>
                      <a:pt x="49246" y="23252"/>
                    </a:moveTo>
                    <a:cubicBezTo>
                      <a:pt x="47723" y="23252"/>
                      <a:pt x="46380" y="22967"/>
                      <a:pt x="45218" y="22399"/>
                    </a:cubicBezTo>
                    <a:cubicBezTo>
                      <a:pt x="44076" y="21830"/>
                      <a:pt x="43177" y="21008"/>
                      <a:pt x="42522" y="19934"/>
                    </a:cubicBezTo>
                    <a:cubicBezTo>
                      <a:pt x="41888" y="18840"/>
                      <a:pt x="41539" y="17522"/>
                      <a:pt x="41476" y="15985"/>
                    </a:cubicBezTo>
                    <a:cubicBezTo>
                      <a:pt x="41453" y="15670"/>
                      <a:pt x="41444" y="15259"/>
                      <a:pt x="41444" y="14753"/>
                    </a:cubicBezTo>
                    <a:cubicBezTo>
                      <a:pt x="41444" y="14228"/>
                      <a:pt x="41453" y="13794"/>
                      <a:pt x="41476" y="13458"/>
                    </a:cubicBezTo>
                    <a:cubicBezTo>
                      <a:pt x="41539" y="11921"/>
                      <a:pt x="41888" y="10615"/>
                      <a:pt x="42522" y="9541"/>
                    </a:cubicBezTo>
                    <a:cubicBezTo>
                      <a:pt x="43177" y="8446"/>
                      <a:pt x="44076" y="7614"/>
                      <a:pt x="45218" y="7045"/>
                    </a:cubicBezTo>
                    <a:cubicBezTo>
                      <a:pt x="46380" y="6476"/>
                      <a:pt x="47723" y="6192"/>
                      <a:pt x="49246" y="6192"/>
                    </a:cubicBezTo>
                    <a:cubicBezTo>
                      <a:pt x="50598" y="6192"/>
                      <a:pt x="51751" y="6382"/>
                      <a:pt x="52702" y="6761"/>
                    </a:cubicBezTo>
                    <a:cubicBezTo>
                      <a:pt x="53654" y="7140"/>
                      <a:pt x="54435" y="7614"/>
                      <a:pt x="55049" y="8182"/>
                    </a:cubicBezTo>
                    <a:cubicBezTo>
                      <a:pt x="55661" y="8751"/>
                      <a:pt x="56116" y="9351"/>
                      <a:pt x="56413" y="9983"/>
                    </a:cubicBezTo>
                    <a:cubicBezTo>
                      <a:pt x="56730" y="10595"/>
                      <a:pt x="56897" y="11152"/>
                      <a:pt x="56920" y="11657"/>
                    </a:cubicBezTo>
                    <a:cubicBezTo>
                      <a:pt x="56940" y="11890"/>
                      <a:pt x="56866" y="12079"/>
                      <a:pt x="56698" y="12226"/>
                    </a:cubicBezTo>
                    <a:cubicBezTo>
                      <a:pt x="56549" y="12352"/>
                      <a:pt x="56370" y="12416"/>
                      <a:pt x="56159" y="12416"/>
                    </a:cubicBezTo>
                    <a:lnTo>
                      <a:pt x="53368" y="12416"/>
                    </a:lnTo>
                    <a:cubicBezTo>
                      <a:pt x="53155" y="12416"/>
                      <a:pt x="52988" y="12364"/>
                      <a:pt x="52861" y="12258"/>
                    </a:cubicBezTo>
                    <a:cubicBezTo>
                      <a:pt x="52754" y="12152"/>
                      <a:pt x="52648" y="11994"/>
                      <a:pt x="52544" y="11784"/>
                    </a:cubicBezTo>
                    <a:cubicBezTo>
                      <a:pt x="52227" y="10942"/>
                      <a:pt x="51803" y="10351"/>
                      <a:pt x="51275" y="10015"/>
                    </a:cubicBezTo>
                    <a:cubicBezTo>
                      <a:pt x="50768" y="9656"/>
                      <a:pt x="50111" y="9478"/>
                      <a:pt x="49309" y="9478"/>
                    </a:cubicBezTo>
                    <a:cubicBezTo>
                      <a:pt x="48251" y="9478"/>
                      <a:pt x="47406" y="9814"/>
                      <a:pt x="46772" y="10488"/>
                    </a:cubicBezTo>
                    <a:cubicBezTo>
                      <a:pt x="46158" y="11141"/>
                      <a:pt x="45830" y="12183"/>
                      <a:pt x="45789" y="13616"/>
                    </a:cubicBezTo>
                    <a:cubicBezTo>
                      <a:pt x="45746" y="14417"/>
                      <a:pt x="45746" y="15153"/>
                      <a:pt x="45789" y="15827"/>
                    </a:cubicBezTo>
                    <a:cubicBezTo>
                      <a:pt x="45830" y="17281"/>
                      <a:pt x="46158" y="18334"/>
                      <a:pt x="46772" y="18987"/>
                    </a:cubicBezTo>
                    <a:cubicBezTo>
                      <a:pt x="47406" y="19639"/>
                      <a:pt x="48251" y="19966"/>
                      <a:pt x="49309" y="19966"/>
                    </a:cubicBezTo>
                    <a:cubicBezTo>
                      <a:pt x="50134" y="19966"/>
                      <a:pt x="50800" y="19797"/>
                      <a:pt x="51307" y="19461"/>
                    </a:cubicBezTo>
                    <a:cubicBezTo>
                      <a:pt x="51814" y="19102"/>
                      <a:pt x="52227" y="18501"/>
                      <a:pt x="52544" y="17660"/>
                    </a:cubicBezTo>
                    <a:cubicBezTo>
                      <a:pt x="52648" y="17450"/>
                      <a:pt x="52754" y="17292"/>
                      <a:pt x="52861" y="17186"/>
                    </a:cubicBezTo>
                    <a:cubicBezTo>
                      <a:pt x="52988" y="17080"/>
                      <a:pt x="53155" y="17028"/>
                      <a:pt x="53368" y="17028"/>
                    </a:cubicBezTo>
                    <a:lnTo>
                      <a:pt x="56159" y="17028"/>
                    </a:lnTo>
                    <a:cubicBezTo>
                      <a:pt x="56370" y="17028"/>
                      <a:pt x="56549" y="17102"/>
                      <a:pt x="56698" y="17249"/>
                    </a:cubicBezTo>
                    <a:cubicBezTo>
                      <a:pt x="56866" y="17375"/>
                      <a:pt x="56940" y="17554"/>
                      <a:pt x="56920" y="17786"/>
                    </a:cubicBezTo>
                    <a:cubicBezTo>
                      <a:pt x="56897" y="18165"/>
                      <a:pt x="56793" y="18596"/>
                      <a:pt x="56603" y="19081"/>
                    </a:cubicBezTo>
                    <a:cubicBezTo>
                      <a:pt x="56433" y="19544"/>
                      <a:pt x="56148" y="20029"/>
                      <a:pt x="55747" y="20535"/>
                    </a:cubicBezTo>
                    <a:cubicBezTo>
                      <a:pt x="55366" y="21020"/>
                      <a:pt x="54879" y="21471"/>
                      <a:pt x="54288" y="21893"/>
                    </a:cubicBezTo>
                    <a:cubicBezTo>
                      <a:pt x="53694" y="22293"/>
                      <a:pt x="52976" y="22620"/>
                      <a:pt x="52131" y="22872"/>
                    </a:cubicBezTo>
                    <a:cubicBezTo>
                      <a:pt x="51307" y="23125"/>
                      <a:pt x="50344" y="23252"/>
                      <a:pt x="49246" y="23252"/>
                    </a:cubicBezTo>
                    <a:close/>
                    <a:moveTo>
                      <a:pt x="67331" y="23252"/>
                    </a:moveTo>
                    <a:cubicBezTo>
                      <a:pt x="64984" y="23252"/>
                      <a:pt x="63125" y="22577"/>
                      <a:pt x="61749" y="21230"/>
                    </a:cubicBezTo>
                    <a:cubicBezTo>
                      <a:pt x="60375" y="19882"/>
                      <a:pt x="59636" y="17964"/>
                      <a:pt x="59530" y="15480"/>
                    </a:cubicBezTo>
                    <a:cubicBezTo>
                      <a:pt x="59509" y="15270"/>
                      <a:pt x="59498" y="15006"/>
                      <a:pt x="59498" y="14690"/>
                    </a:cubicBezTo>
                    <a:cubicBezTo>
                      <a:pt x="59498" y="14354"/>
                      <a:pt x="59509" y="14090"/>
                      <a:pt x="59530" y="13900"/>
                    </a:cubicBezTo>
                    <a:cubicBezTo>
                      <a:pt x="59613" y="12321"/>
                      <a:pt x="59974" y="10951"/>
                      <a:pt x="60608" y="9793"/>
                    </a:cubicBezTo>
                    <a:cubicBezTo>
                      <a:pt x="61262" y="8636"/>
                      <a:pt x="62162" y="7751"/>
                      <a:pt x="63303" y="7140"/>
                    </a:cubicBezTo>
                    <a:cubicBezTo>
                      <a:pt x="64445" y="6508"/>
                      <a:pt x="65788" y="6192"/>
                      <a:pt x="67331" y="6192"/>
                    </a:cubicBezTo>
                    <a:cubicBezTo>
                      <a:pt x="69043" y="6192"/>
                      <a:pt x="70482" y="6551"/>
                      <a:pt x="71644" y="7266"/>
                    </a:cubicBezTo>
                    <a:cubicBezTo>
                      <a:pt x="72806" y="7961"/>
                      <a:pt x="73685" y="8940"/>
                      <a:pt x="74276" y="10204"/>
                    </a:cubicBezTo>
                    <a:cubicBezTo>
                      <a:pt x="74867" y="11447"/>
                      <a:pt x="75164" y="12889"/>
                      <a:pt x="75164" y="14532"/>
                    </a:cubicBezTo>
                    <a:lnTo>
                      <a:pt x="75164" y="15196"/>
                    </a:lnTo>
                    <a:cubicBezTo>
                      <a:pt x="75164" y="15406"/>
                      <a:pt x="75089" y="15586"/>
                      <a:pt x="74942" y="15733"/>
                    </a:cubicBezTo>
                    <a:cubicBezTo>
                      <a:pt x="74795" y="15879"/>
                      <a:pt x="74605" y="15954"/>
                      <a:pt x="74371" y="15954"/>
                    </a:cubicBezTo>
                    <a:lnTo>
                      <a:pt x="63843" y="15954"/>
                    </a:lnTo>
                    <a:cubicBezTo>
                      <a:pt x="63843" y="15954"/>
                      <a:pt x="63843" y="15985"/>
                      <a:pt x="63843" y="16049"/>
                    </a:cubicBezTo>
                    <a:cubicBezTo>
                      <a:pt x="63843" y="16112"/>
                      <a:pt x="63843" y="16164"/>
                      <a:pt x="63843" y="16207"/>
                    </a:cubicBezTo>
                    <a:cubicBezTo>
                      <a:pt x="63863" y="16944"/>
                      <a:pt x="64001" y="17628"/>
                      <a:pt x="64255" y="18260"/>
                    </a:cubicBezTo>
                    <a:cubicBezTo>
                      <a:pt x="64529" y="18871"/>
                      <a:pt x="64921" y="19366"/>
                      <a:pt x="65428" y="19745"/>
                    </a:cubicBezTo>
                    <a:cubicBezTo>
                      <a:pt x="65956" y="20124"/>
                      <a:pt x="66581" y="20314"/>
                      <a:pt x="67299" y="20314"/>
                    </a:cubicBezTo>
                    <a:cubicBezTo>
                      <a:pt x="67890" y="20314"/>
                      <a:pt x="68389" y="20230"/>
                      <a:pt x="68790" y="20061"/>
                    </a:cubicBezTo>
                    <a:cubicBezTo>
                      <a:pt x="69191" y="19871"/>
                      <a:pt x="69519" y="19661"/>
                      <a:pt x="69773" y="19429"/>
                    </a:cubicBezTo>
                    <a:cubicBezTo>
                      <a:pt x="70027" y="19197"/>
                      <a:pt x="70206" y="19007"/>
                      <a:pt x="70312" y="18860"/>
                    </a:cubicBezTo>
                    <a:cubicBezTo>
                      <a:pt x="70502" y="18607"/>
                      <a:pt x="70650" y="18461"/>
                      <a:pt x="70756" y="18418"/>
                    </a:cubicBezTo>
                    <a:cubicBezTo>
                      <a:pt x="70883" y="18355"/>
                      <a:pt x="71062" y="18323"/>
                      <a:pt x="71295" y="18323"/>
                    </a:cubicBezTo>
                    <a:lnTo>
                      <a:pt x="74022" y="18323"/>
                    </a:lnTo>
                    <a:cubicBezTo>
                      <a:pt x="74233" y="18323"/>
                      <a:pt x="74403" y="18386"/>
                      <a:pt x="74530" y="18513"/>
                    </a:cubicBezTo>
                    <a:cubicBezTo>
                      <a:pt x="74677" y="18639"/>
                      <a:pt x="74740" y="18797"/>
                      <a:pt x="74720" y="18987"/>
                    </a:cubicBezTo>
                    <a:cubicBezTo>
                      <a:pt x="74700" y="19323"/>
                      <a:pt x="74519" y="19734"/>
                      <a:pt x="74181" y="20219"/>
                    </a:cubicBezTo>
                    <a:cubicBezTo>
                      <a:pt x="73864" y="20704"/>
                      <a:pt x="73399" y="21178"/>
                      <a:pt x="72786" y="21640"/>
                    </a:cubicBezTo>
                    <a:cubicBezTo>
                      <a:pt x="72172" y="22103"/>
                      <a:pt x="71402" y="22493"/>
                      <a:pt x="70471" y="22809"/>
                    </a:cubicBezTo>
                    <a:cubicBezTo>
                      <a:pt x="69562" y="23105"/>
                      <a:pt x="68516" y="23252"/>
                      <a:pt x="67331" y="23252"/>
                    </a:cubicBezTo>
                    <a:close/>
                    <a:moveTo>
                      <a:pt x="63843" y="13300"/>
                    </a:moveTo>
                    <a:lnTo>
                      <a:pt x="70851" y="13300"/>
                    </a:lnTo>
                    <a:lnTo>
                      <a:pt x="70851" y="13205"/>
                    </a:lnTo>
                    <a:cubicBezTo>
                      <a:pt x="70851" y="12384"/>
                      <a:pt x="70713" y="11669"/>
                      <a:pt x="70439" y="11057"/>
                    </a:cubicBezTo>
                    <a:cubicBezTo>
                      <a:pt x="70165" y="10446"/>
                      <a:pt x="69762" y="9963"/>
                      <a:pt x="69234" y="9604"/>
                    </a:cubicBezTo>
                    <a:cubicBezTo>
                      <a:pt x="68706" y="9245"/>
                      <a:pt x="68072" y="9067"/>
                      <a:pt x="67331" y="9067"/>
                    </a:cubicBezTo>
                    <a:cubicBezTo>
                      <a:pt x="66590" y="9067"/>
                      <a:pt x="65956" y="9245"/>
                      <a:pt x="65428" y="9604"/>
                    </a:cubicBezTo>
                    <a:cubicBezTo>
                      <a:pt x="64900" y="9963"/>
                      <a:pt x="64497" y="10446"/>
                      <a:pt x="64223" y="11057"/>
                    </a:cubicBezTo>
                    <a:cubicBezTo>
                      <a:pt x="63969" y="11669"/>
                      <a:pt x="63843" y="12384"/>
                      <a:pt x="63843" y="13205"/>
                    </a:cubicBezTo>
                    <a:lnTo>
                      <a:pt x="63843" y="13300"/>
                    </a:lnTo>
                    <a:close/>
                    <a:moveTo>
                      <a:pt x="87473" y="23252"/>
                    </a:moveTo>
                    <a:cubicBezTo>
                      <a:pt x="85507" y="23252"/>
                      <a:pt x="83838" y="22915"/>
                      <a:pt x="82463" y="22241"/>
                    </a:cubicBezTo>
                    <a:cubicBezTo>
                      <a:pt x="81110" y="21545"/>
                      <a:pt x="80073" y="20566"/>
                      <a:pt x="79355" y="19303"/>
                    </a:cubicBezTo>
                    <a:cubicBezTo>
                      <a:pt x="78637" y="18019"/>
                      <a:pt x="78233" y="16480"/>
                      <a:pt x="78150" y="14690"/>
                    </a:cubicBezTo>
                    <a:cubicBezTo>
                      <a:pt x="78129" y="13826"/>
                      <a:pt x="78118" y="12901"/>
                      <a:pt x="78118" y="11910"/>
                    </a:cubicBezTo>
                    <a:cubicBezTo>
                      <a:pt x="78118" y="10919"/>
                      <a:pt x="78129" y="9972"/>
                      <a:pt x="78150" y="9067"/>
                    </a:cubicBezTo>
                    <a:cubicBezTo>
                      <a:pt x="78233" y="7298"/>
                      <a:pt x="78637" y="5770"/>
                      <a:pt x="79355" y="4486"/>
                    </a:cubicBezTo>
                    <a:cubicBezTo>
                      <a:pt x="80095" y="3202"/>
                      <a:pt x="81142" y="2223"/>
                      <a:pt x="82494" y="1548"/>
                    </a:cubicBezTo>
                    <a:cubicBezTo>
                      <a:pt x="83869" y="853"/>
                      <a:pt x="85527" y="505"/>
                      <a:pt x="87473" y="505"/>
                    </a:cubicBezTo>
                    <a:cubicBezTo>
                      <a:pt x="88912" y="505"/>
                      <a:pt x="90200" y="695"/>
                      <a:pt x="91342" y="1074"/>
                    </a:cubicBezTo>
                    <a:cubicBezTo>
                      <a:pt x="92484" y="1453"/>
                      <a:pt x="93456" y="1979"/>
                      <a:pt x="94260" y="2654"/>
                    </a:cubicBezTo>
                    <a:cubicBezTo>
                      <a:pt x="95064" y="3306"/>
                      <a:pt x="95687" y="4075"/>
                      <a:pt x="96131" y="4960"/>
                    </a:cubicBezTo>
                    <a:cubicBezTo>
                      <a:pt x="96575" y="5845"/>
                      <a:pt x="96808" y="6804"/>
                      <a:pt x="96829" y="7835"/>
                    </a:cubicBezTo>
                    <a:cubicBezTo>
                      <a:pt x="96849" y="8024"/>
                      <a:pt x="96785" y="8182"/>
                      <a:pt x="96638" y="8309"/>
                    </a:cubicBezTo>
                    <a:cubicBezTo>
                      <a:pt x="96511" y="8435"/>
                      <a:pt x="96353" y="8498"/>
                      <a:pt x="96163" y="8498"/>
                    </a:cubicBezTo>
                    <a:lnTo>
                      <a:pt x="93150" y="8498"/>
                    </a:lnTo>
                    <a:cubicBezTo>
                      <a:pt x="92916" y="8498"/>
                      <a:pt x="92726" y="8446"/>
                      <a:pt x="92579" y="8340"/>
                    </a:cubicBezTo>
                    <a:cubicBezTo>
                      <a:pt x="92432" y="8214"/>
                      <a:pt x="92325" y="8013"/>
                      <a:pt x="92262" y="7740"/>
                    </a:cubicBezTo>
                    <a:cubicBezTo>
                      <a:pt x="91924" y="6350"/>
                      <a:pt x="91342" y="5402"/>
                      <a:pt x="90518" y="4897"/>
                    </a:cubicBezTo>
                    <a:cubicBezTo>
                      <a:pt x="89693" y="4391"/>
                      <a:pt x="88667" y="4138"/>
                      <a:pt x="87441" y="4138"/>
                    </a:cubicBezTo>
                    <a:cubicBezTo>
                      <a:pt x="86026" y="4138"/>
                      <a:pt x="84893" y="4538"/>
                      <a:pt x="84048" y="5339"/>
                    </a:cubicBezTo>
                    <a:cubicBezTo>
                      <a:pt x="83203" y="6118"/>
                      <a:pt x="82748" y="7413"/>
                      <a:pt x="82685" y="9225"/>
                    </a:cubicBezTo>
                    <a:cubicBezTo>
                      <a:pt x="82621" y="10951"/>
                      <a:pt x="82621" y="12720"/>
                      <a:pt x="82685" y="14532"/>
                    </a:cubicBezTo>
                    <a:cubicBezTo>
                      <a:pt x="82748" y="16344"/>
                      <a:pt x="83203" y="17648"/>
                      <a:pt x="84048" y="18450"/>
                    </a:cubicBezTo>
                    <a:cubicBezTo>
                      <a:pt x="84893" y="19228"/>
                      <a:pt x="86026" y="19619"/>
                      <a:pt x="87441" y="19619"/>
                    </a:cubicBezTo>
                    <a:cubicBezTo>
                      <a:pt x="88667" y="19619"/>
                      <a:pt x="89693" y="19366"/>
                      <a:pt x="90518" y="18860"/>
                    </a:cubicBezTo>
                    <a:cubicBezTo>
                      <a:pt x="91342" y="18334"/>
                      <a:pt x="91924" y="17387"/>
                      <a:pt x="92262" y="16017"/>
                    </a:cubicBezTo>
                    <a:cubicBezTo>
                      <a:pt x="92325" y="15721"/>
                      <a:pt x="92432" y="15523"/>
                      <a:pt x="92579" y="15417"/>
                    </a:cubicBezTo>
                    <a:cubicBezTo>
                      <a:pt x="92726" y="15311"/>
                      <a:pt x="92916" y="15259"/>
                      <a:pt x="93150" y="15259"/>
                    </a:cubicBezTo>
                    <a:lnTo>
                      <a:pt x="96163" y="15259"/>
                    </a:lnTo>
                    <a:cubicBezTo>
                      <a:pt x="96353" y="15259"/>
                      <a:pt x="96511" y="15322"/>
                      <a:pt x="96638" y="15448"/>
                    </a:cubicBezTo>
                    <a:cubicBezTo>
                      <a:pt x="96785" y="15575"/>
                      <a:pt x="96849" y="15733"/>
                      <a:pt x="96829" y="15922"/>
                    </a:cubicBezTo>
                    <a:cubicBezTo>
                      <a:pt x="96808" y="16953"/>
                      <a:pt x="96575" y="17912"/>
                      <a:pt x="96131" y="18797"/>
                    </a:cubicBezTo>
                    <a:cubicBezTo>
                      <a:pt x="95687" y="19682"/>
                      <a:pt x="95064" y="20460"/>
                      <a:pt x="94260" y="21135"/>
                    </a:cubicBezTo>
                    <a:cubicBezTo>
                      <a:pt x="93456" y="21787"/>
                      <a:pt x="92484" y="22304"/>
                      <a:pt x="91342" y="22683"/>
                    </a:cubicBezTo>
                    <a:cubicBezTo>
                      <a:pt x="90200" y="23062"/>
                      <a:pt x="88912" y="23252"/>
                      <a:pt x="87473" y="23252"/>
                    </a:cubicBezTo>
                    <a:close/>
                    <a:moveTo>
                      <a:pt x="104997" y="23252"/>
                    </a:moveTo>
                    <a:cubicBezTo>
                      <a:pt x="103898" y="23252"/>
                      <a:pt x="102904" y="23042"/>
                      <a:pt x="102016" y="22620"/>
                    </a:cubicBezTo>
                    <a:cubicBezTo>
                      <a:pt x="101128" y="22177"/>
                      <a:pt x="100421" y="21597"/>
                      <a:pt x="99891" y="20882"/>
                    </a:cubicBezTo>
                    <a:cubicBezTo>
                      <a:pt x="99384" y="20144"/>
                      <a:pt x="99130" y="19323"/>
                      <a:pt x="99130" y="18418"/>
                    </a:cubicBezTo>
                    <a:cubicBezTo>
                      <a:pt x="99130" y="16944"/>
                      <a:pt x="99723" y="15776"/>
                      <a:pt x="100906" y="14911"/>
                    </a:cubicBezTo>
                    <a:cubicBezTo>
                      <a:pt x="102111" y="14027"/>
                      <a:pt x="103697" y="13438"/>
                      <a:pt x="105663" y="13142"/>
                    </a:cubicBezTo>
                    <a:lnTo>
                      <a:pt x="110008" y="12510"/>
                    </a:lnTo>
                    <a:lnTo>
                      <a:pt x="110008" y="11847"/>
                    </a:lnTo>
                    <a:cubicBezTo>
                      <a:pt x="110008" y="10962"/>
                      <a:pt x="109786" y="10279"/>
                      <a:pt x="109342" y="9793"/>
                    </a:cubicBezTo>
                    <a:cubicBezTo>
                      <a:pt x="108898" y="9308"/>
                      <a:pt x="108136" y="9067"/>
                      <a:pt x="107058" y="9067"/>
                    </a:cubicBezTo>
                    <a:cubicBezTo>
                      <a:pt x="106297" y="9067"/>
                      <a:pt x="105674" y="9225"/>
                      <a:pt x="105187" y="9541"/>
                    </a:cubicBezTo>
                    <a:cubicBezTo>
                      <a:pt x="104723" y="9836"/>
                      <a:pt x="104374" y="10236"/>
                      <a:pt x="104141" y="10741"/>
                    </a:cubicBezTo>
                    <a:cubicBezTo>
                      <a:pt x="103973" y="11014"/>
                      <a:pt x="103728" y="11152"/>
                      <a:pt x="103411" y="11152"/>
                    </a:cubicBezTo>
                    <a:lnTo>
                      <a:pt x="100906" y="11152"/>
                    </a:lnTo>
                    <a:cubicBezTo>
                      <a:pt x="100675" y="11152"/>
                      <a:pt x="100494" y="11089"/>
                      <a:pt x="100367" y="10962"/>
                    </a:cubicBezTo>
                    <a:cubicBezTo>
                      <a:pt x="100263" y="10836"/>
                      <a:pt x="100208" y="10667"/>
                      <a:pt x="100208" y="10457"/>
                    </a:cubicBezTo>
                    <a:cubicBezTo>
                      <a:pt x="100231" y="10121"/>
                      <a:pt x="100367" y="9710"/>
                      <a:pt x="100620" y="9225"/>
                    </a:cubicBezTo>
                    <a:cubicBezTo>
                      <a:pt x="100874" y="8740"/>
                      <a:pt x="101277" y="8277"/>
                      <a:pt x="101826" y="7835"/>
                    </a:cubicBezTo>
                    <a:cubicBezTo>
                      <a:pt x="102376" y="7372"/>
                      <a:pt x="103085" y="6982"/>
                      <a:pt x="103950" y="6666"/>
                    </a:cubicBezTo>
                    <a:cubicBezTo>
                      <a:pt x="104818" y="6350"/>
                      <a:pt x="105864" y="6192"/>
                      <a:pt x="107090" y="6192"/>
                    </a:cubicBezTo>
                    <a:cubicBezTo>
                      <a:pt x="108422" y="6192"/>
                      <a:pt x="109543" y="6361"/>
                      <a:pt x="110451" y="6697"/>
                    </a:cubicBezTo>
                    <a:cubicBezTo>
                      <a:pt x="111382" y="7013"/>
                      <a:pt x="112123" y="7444"/>
                      <a:pt x="112671" y="7993"/>
                    </a:cubicBezTo>
                    <a:cubicBezTo>
                      <a:pt x="113222" y="8541"/>
                      <a:pt x="113623" y="9182"/>
                      <a:pt x="113876" y="9920"/>
                    </a:cubicBezTo>
                    <a:cubicBezTo>
                      <a:pt x="114130" y="10658"/>
                      <a:pt x="114257" y="11436"/>
                      <a:pt x="114257" y="12258"/>
                    </a:cubicBezTo>
                    <a:lnTo>
                      <a:pt x="114257" y="22177"/>
                    </a:lnTo>
                    <a:cubicBezTo>
                      <a:pt x="114257" y="22387"/>
                      <a:pt x="114185" y="22568"/>
                      <a:pt x="114035" y="22714"/>
                    </a:cubicBezTo>
                    <a:cubicBezTo>
                      <a:pt x="113888" y="22861"/>
                      <a:pt x="113709" y="22936"/>
                      <a:pt x="113496" y="22936"/>
                    </a:cubicBezTo>
                    <a:lnTo>
                      <a:pt x="110927" y="22936"/>
                    </a:lnTo>
                    <a:cubicBezTo>
                      <a:pt x="110696" y="22936"/>
                      <a:pt x="110506" y="22861"/>
                      <a:pt x="110356" y="22714"/>
                    </a:cubicBezTo>
                    <a:cubicBezTo>
                      <a:pt x="110229" y="22568"/>
                      <a:pt x="110166" y="22387"/>
                      <a:pt x="110166" y="22177"/>
                    </a:cubicBezTo>
                    <a:lnTo>
                      <a:pt x="110166" y="20945"/>
                    </a:lnTo>
                    <a:cubicBezTo>
                      <a:pt x="109892" y="21345"/>
                      <a:pt x="109523" y="21724"/>
                      <a:pt x="109056" y="22083"/>
                    </a:cubicBezTo>
                    <a:cubicBezTo>
                      <a:pt x="108592" y="22419"/>
                      <a:pt x="108021" y="22703"/>
                      <a:pt x="107344" y="22936"/>
                    </a:cubicBezTo>
                    <a:cubicBezTo>
                      <a:pt x="106689" y="23145"/>
                      <a:pt x="105907" y="23252"/>
                      <a:pt x="104997" y="23252"/>
                    </a:cubicBezTo>
                    <a:close/>
                    <a:moveTo>
                      <a:pt x="106075" y="20250"/>
                    </a:moveTo>
                    <a:cubicBezTo>
                      <a:pt x="106816" y="20250"/>
                      <a:pt x="107482" y="20092"/>
                      <a:pt x="108073" y="19776"/>
                    </a:cubicBezTo>
                    <a:cubicBezTo>
                      <a:pt x="108687" y="19461"/>
                      <a:pt x="109163" y="18975"/>
                      <a:pt x="109500" y="18323"/>
                    </a:cubicBezTo>
                    <a:cubicBezTo>
                      <a:pt x="109860" y="17648"/>
                      <a:pt x="110039" y="16807"/>
                      <a:pt x="110039" y="15796"/>
                    </a:cubicBezTo>
                    <a:lnTo>
                      <a:pt x="110039" y="15132"/>
                    </a:lnTo>
                    <a:lnTo>
                      <a:pt x="106868" y="15638"/>
                    </a:lnTo>
                    <a:cubicBezTo>
                      <a:pt x="105622" y="15827"/>
                      <a:pt x="104691" y="16132"/>
                      <a:pt x="104077" y="16554"/>
                    </a:cubicBezTo>
                    <a:cubicBezTo>
                      <a:pt x="103466" y="16976"/>
                      <a:pt x="103157" y="17490"/>
                      <a:pt x="103157" y="18102"/>
                    </a:cubicBezTo>
                    <a:cubicBezTo>
                      <a:pt x="103157" y="18565"/>
                      <a:pt x="103296" y="18966"/>
                      <a:pt x="103570" y="19303"/>
                    </a:cubicBezTo>
                    <a:cubicBezTo>
                      <a:pt x="103867" y="19619"/>
                      <a:pt x="104236" y="19860"/>
                      <a:pt x="104680" y="20029"/>
                    </a:cubicBezTo>
                    <a:cubicBezTo>
                      <a:pt x="105124" y="20176"/>
                      <a:pt x="105590" y="20250"/>
                      <a:pt x="106075" y="20250"/>
                    </a:cubicBezTo>
                    <a:close/>
                    <a:moveTo>
                      <a:pt x="119118" y="22936"/>
                    </a:moveTo>
                    <a:cubicBezTo>
                      <a:pt x="118907" y="22936"/>
                      <a:pt x="118729" y="22861"/>
                      <a:pt x="118579" y="22714"/>
                    </a:cubicBezTo>
                    <a:cubicBezTo>
                      <a:pt x="118432" y="22568"/>
                      <a:pt x="118357" y="22387"/>
                      <a:pt x="118357" y="22177"/>
                    </a:cubicBezTo>
                    <a:lnTo>
                      <a:pt x="118357" y="1264"/>
                    </a:lnTo>
                    <a:cubicBezTo>
                      <a:pt x="118357" y="1054"/>
                      <a:pt x="118432" y="873"/>
                      <a:pt x="118579" y="727"/>
                    </a:cubicBezTo>
                    <a:cubicBezTo>
                      <a:pt x="118729" y="580"/>
                      <a:pt x="118907" y="505"/>
                      <a:pt x="119118" y="505"/>
                    </a:cubicBezTo>
                    <a:lnTo>
                      <a:pt x="121750" y="505"/>
                    </a:lnTo>
                    <a:cubicBezTo>
                      <a:pt x="121963" y="505"/>
                      <a:pt x="122142" y="580"/>
                      <a:pt x="122289" y="727"/>
                    </a:cubicBezTo>
                    <a:cubicBezTo>
                      <a:pt x="122439" y="873"/>
                      <a:pt x="122511" y="1054"/>
                      <a:pt x="122511" y="1264"/>
                    </a:cubicBezTo>
                    <a:lnTo>
                      <a:pt x="122511" y="22177"/>
                    </a:lnTo>
                    <a:cubicBezTo>
                      <a:pt x="122511" y="22387"/>
                      <a:pt x="122439" y="22568"/>
                      <a:pt x="122289" y="22714"/>
                    </a:cubicBezTo>
                    <a:cubicBezTo>
                      <a:pt x="122142" y="22861"/>
                      <a:pt x="121963" y="22936"/>
                      <a:pt x="121750" y="22936"/>
                    </a:cubicBezTo>
                    <a:lnTo>
                      <a:pt x="119118" y="22936"/>
                    </a:lnTo>
                    <a:close/>
                    <a:moveTo>
                      <a:pt x="133853" y="23252"/>
                    </a:moveTo>
                    <a:cubicBezTo>
                      <a:pt x="132331" y="23252"/>
                      <a:pt x="130990" y="22967"/>
                      <a:pt x="129826" y="22399"/>
                    </a:cubicBezTo>
                    <a:cubicBezTo>
                      <a:pt x="128684" y="21830"/>
                      <a:pt x="127787" y="21008"/>
                      <a:pt x="127130" y="19934"/>
                    </a:cubicBezTo>
                    <a:cubicBezTo>
                      <a:pt x="126496" y="18840"/>
                      <a:pt x="126147" y="17522"/>
                      <a:pt x="126084" y="15985"/>
                    </a:cubicBezTo>
                    <a:cubicBezTo>
                      <a:pt x="126063" y="15670"/>
                      <a:pt x="126052" y="15259"/>
                      <a:pt x="126052" y="14753"/>
                    </a:cubicBezTo>
                    <a:cubicBezTo>
                      <a:pt x="126052" y="14228"/>
                      <a:pt x="126063" y="13794"/>
                      <a:pt x="126084" y="13458"/>
                    </a:cubicBezTo>
                    <a:cubicBezTo>
                      <a:pt x="126147" y="11921"/>
                      <a:pt x="126496" y="10615"/>
                      <a:pt x="127130" y="9541"/>
                    </a:cubicBezTo>
                    <a:cubicBezTo>
                      <a:pt x="127787" y="8446"/>
                      <a:pt x="128684" y="7614"/>
                      <a:pt x="129826" y="7045"/>
                    </a:cubicBezTo>
                    <a:cubicBezTo>
                      <a:pt x="130990" y="6476"/>
                      <a:pt x="132331" y="6192"/>
                      <a:pt x="133853" y="6192"/>
                    </a:cubicBezTo>
                    <a:cubicBezTo>
                      <a:pt x="135208" y="6192"/>
                      <a:pt x="136359" y="6382"/>
                      <a:pt x="137310" y="6761"/>
                    </a:cubicBezTo>
                    <a:cubicBezTo>
                      <a:pt x="138261" y="7140"/>
                      <a:pt x="139045" y="7614"/>
                      <a:pt x="139657" y="8182"/>
                    </a:cubicBezTo>
                    <a:cubicBezTo>
                      <a:pt x="140271" y="8751"/>
                      <a:pt x="140726" y="9351"/>
                      <a:pt x="141020" y="9983"/>
                    </a:cubicBezTo>
                    <a:cubicBezTo>
                      <a:pt x="141338" y="10595"/>
                      <a:pt x="141507" y="11152"/>
                      <a:pt x="141528" y="11657"/>
                    </a:cubicBezTo>
                    <a:cubicBezTo>
                      <a:pt x="141550" y="11890"/>
                      <a:pt x="141476" y="12079"/>
                      <a:pt x="141306" y="12226"/>
                    </a:cubicBezTo>
                    <a:cubicBezTo>
                      <a:pt x="141159" y="12352"/>
                      <a:pt x="140980" y="12416"/>
                      <a:pt x="140767" y="12416"/>
                    </a:cubicBezTo>
                    <a:lnTo>
                      <a:pt x="137976" y="12416"/>
                    </a:lnTo>
                    <a:cubicBezTo>
                      <a:pt x="137765" y="12416"/>
                      <a:pt x="137595" y="12364"/>
                      <a:pt x="137469" y="12258"/>
                    </a:cubicBezTo>
                    <a:cubicBezTo>
                      <a:pt x="137364" y="12152"/>
                      <a:pt x="137258" y="11994"/>
                      <a:pt x="137151" y="11784"/>
                    </a:cubicBezTo>
                    <a:cubicBezTo>
                      <a:pt x="136834" y="10942"/>
                      <a:pt x="136413" y="10351"/>
                      <a:pt x="135883" y="10015"/>
                    </a:cubicBezTo>
                    <a:cubicBezTo>
                      <a:pt x="135376" y="9656"/>
                      <a:pt x="134721" y="9478"/>
                      <a:pt x="133917" y="9478"/>
                    </a:cubicBezTo>
                    <a:cubicBezTo>
                      <a:pt x="132861" y="9478"/>
                      <a:pt x="132014" y="9814"/>
                      <a:pt x="131380" y="10488"/>
                    </a:cubicBezTo>
                    <a:cubicBezTo>
                      <a:pt x="130768" y="11141"/>
                      <a:pt x="130440" y="12183"/>
                      <a:pt x="130397" y="13616"/>
                    </a:cubicBezTo>
                    <a:cubicBezTo>
                      <a:pt x="130356" y="14417"/>
                      <a:pt x="130356" y="15153"/>
                      <a:pt x="130397" y="15827"/>
                    </a:cubicBezTo>
                    <a:cubicBezTo>
                      <a:pt x="130440" y="17281"/>
                      <a:pt x="130768" y="18334"/>
                      <a:pt x="131380" y="18987"/>
                    </a:cubicBezTo>
                    <a:cubicBezTo>
                      <a:pt x="132014" y="19639"/>
                      <a:pt x="132861" y="19966"/>
                      <a:pt x="133917" y="19966"/>
                    </a:cubicBezTo>
                    <a:cubicBezTo>
                      <a:pt x="134741" y="19966"/>
                      <a:pt x="135407" y="19797"/>
                      <a:pt x="135915" y="19461"/>
                    </a:cubicBezTo>
                    <a:cubicBezTo>
                      <a:pt x="136422" y="19102"/>
                      <a:pt x="136834" y="18501"/>
                      <a:pt x="137151" y="17660"/>
                    </a:cubicBezTo>
                    <a:cubicBezTo>
                      <a:pt x="137258" y="17450"/>
                      <a:pt x="137364" y="17292"/>
                      <a:pt x="137469" y="17186"/>
                    </a:cubicBezTo>
                    <a:cubicBezTo>
                      <a:pt x="137595" y="17080"/>
                      <a:pt x="137765" y="17028"/>
                      <a:pt x="137976" y="17028"/>
                    </a:cubicBezTo>
                    <a:lnTo>
                      <a:pt x="140767" y="17028"/>
                    </a:lnTo>
                    <a:cubicBezTo>
                      <a:pt x="140980" y="17028"/>
                      <a:pt x="141159" y="17102"/>
                      <a:pt x="141306" y="17249"/>
                    </a:cubicBezTo>
                    <a:cubicBezTo>
                      <a:pt x="141476" y="17375"/>
                      <a:pt x="141550" y="17554"/>
                      <a:pt x="141528" y="17786"/>
                    </a:cubicBezTo>
                    <a:cubicBezTo>
                      <a:pt x="141507" y="18165"/>
                      <a:pt x="141401" y="18596"/>
                      <a:pt x="141211" y="19081"/>
                    </a:cubicBezTo>
                    <a:cubicBezTo>
                      <a:pt x="141043" y="19544"/>
                      <a:pt x="140758" y="20029"/>
                      <a:pt x="140354" y="20535"/>
                    </a:cubicBezTo>
                    <a:cubicBezTo>
                      <a:pt x="139974" y="21020"/>
                      <a:pt x="139489" y="21471"/>
                      <a:pt x="138896" y="21893"/>
                    </a:cubicBezTo>
                    <a:cubicBezTo>
                      <a:pt x="138304" y="22293"/>
                      <a:pt x="137586" y="22620"/>
                      <a:pt x="136739" y="22872"/>
                    </a:cubicBezTo>
                    <a:cubicBezTo>
                      <a:pt x="135915" y="23125"/>
                      <a:pt x="134954" y="23252"/>
                      <a:pt x="133853" y="23252"/>
                    </a:cubicBezTo>
                    <a:close/>
                    <a:moveTo>
                      <a:pt x="150956" y="23252"/>
                    </a:moveTo>
                    <a:cubicBezTo>
                      <a:pt x="149667" y="23252"/>
                      <a:pt x="148545" y="22967"/>
                      <a:pt x="147594" y="22399"/>
                    </a:cubicBezTo>
                    <a:cubicBezTo>
                      <a:pt x="146665" y="21810"/>
                      <a:pt x="145945" y="20988"/>
                      <a:pt x="145438" y="19934"/>
                    </a:cubicBezTo>
                    <a:cubicBezTo>
                      <a:pt x="144930" y="18860"/>
                      <a:pt x="144676" y="17597"/>
                      <a:pt x="144676" y="16143"/>
                    </a:cubicBezTo>
                    <a:lnTo>
                      <a:pt x="144676" y="7266"/>
                    </a:lnTo>
                    <a:cubicBezTo>
                      <a:pt x="144676" y="7056"/>
                      <a:pt x="144751" y="6876"/>
                      <a:pt x="144898" y="6729"/>
                    </a:cubicBezTo>
                    <a:cubicBezTo>
                      <a:pt x="145048" y="6582"/>
                      <a:pt x="145227" y="6508"/>
                      <a:pt x="145438" y="6508"/>
                    </a:cubicBezTo>
                    <a:lnTo>
                      <a:pt x="148228" y="6508"/>
                    </a:lnTo>
                    <a:cubicBezTo>
                      <a:pt x="148462" y="6508"/>
                      <a:pt x="148641" y="6582"/>
                      <a:pt x="148767" y="6729"/>
                    </a:cubicBezTo>
                    <a:cubicBezTo>
                      <a:pt x="148917" y="6876"/>
                      <a:pt x="148989" y="7056"/>
                      <a:pt x="148989" y="7266"/>
                    </a:cubicBezTo>
                    <a:lnTo>
                      <a:pt x="148989" y="15954"/>
                    </a:lnTo>
                    <a:cubicBezTo>
                      <a:pt x="148989" y="18565"/>
                      <a:pt x="150142" y="19871"/>
                      <a:pt x="152446" y="19871"/>
                    </a:cubicBezTo>
                    <a:cubicBezTo>
                      <a:pt x="153547" y="19871"/>
                      <a:pt x="154412" y="19524"/>
                      <a:pt x="155047" y="18829"/>
                    </a:cubicBezTo>
                    <a:cubicBezTo>
                      <a:pt x="155704" y="18134"/>
                      <a:pt x="156030" y="17175"/>
                      <a:pt x="156030" y="15954"/>
                    </a:cubicBezTo>
                    <a:lnTo>
                      <a:pt x="156030" y="7266"/>
                    </a:lnTo>
                    <a:cubicBezTo>
                      <a:pt x="156030" y="7056"/>
                      <a:pt x="156104" y="6876"/>
                      <a:pt x="156252" y="6729"/>
                    </a:cubicBezTo>
                    <a:cubicBezTo>
                      <a:pt x="156401" y="6582"/>
                      <a:pt x="156580" y="6508"/>
                      <a:pt x="156791" y="6508"/>
                    </a:cubicBezTo>
                    <a:lnTo>
                      <a:pt x="159582" y="6508"/>
                    </a:lnTo>
                    <a:cubicBezTo>
                      <a:pt x="159794" y="6508"/>
                      <a:pt x="159973" y="6582"/>
                      <a:pt x="160121" y="6729"/>
                    </a:cubicBezTo>
                    <a:cubicBezTo>
                      <a:pt x="160270" y="6876"/>
                      <a:pt x="160343" y="7056"/>
                      <a:pt x="160343" y="7266"/>
                    </a:cubicBezTo>
                    <a:lnTo>
                      <a:pt x="160343" y="22177"/>
                    </a:lnTo>
                    <a:cubicBezTo>
                      <a:pt x="160343" y="22387"/>
                      <a:pt x="160270" y="22568"/>
                      <a:pt x="160121" y="22714"/>
                    </a:cubicBezTo>
                    <a:cubicBezTo>
                      <a:pt x="159973" y="22861"/>
                      <a:pt x="159794" y="22936"/>
                      <a:pt x="159582" y="22936"/>
                    </a:cubicBezTo>
                    <a:lnTo>
                      <a:pt x="157013" y="22936"/>
                    </a:lnTo>
                    <a:cubicBezTo>
                      <a:pt x="156782" y="22936"/>
                      <a:pt x="156591" y="22861"/>
                      <a:pt x="156442" y="22714"/>
                    </a:cubicBezTo>
                    <a:cubicBezTo>
                      <a:pt x="156315" y="22568"/>
                      <a:pt x="156252" y="22387"/>
                      <a:pt x="156252" y="22177"/>
                    </a:cubicBezTo>
                    <a:lnTo>
                      <a:pt x="156252" y="20882"/>
                    </a:lnTo>
                    <a:cubicBezTo>
                      <a:pt x="155681" y="21620"/>
                      <a:pt x="154974" y="22198"/>
                      <a:pt x="154127" y="22620"/>
                    </a:cubicBezTo>
                    <a:cubicBezTo>
                      <a:pt x="153282" y="23042"/>
                      <a:pt x="152224" y="23252"/>
                      <a:pt x="150956" y="23252"/>
                    </a:cubicBezTo>
                    <a:close/>
                    <a:moveTo>
                      <a:pt x="165326" y="22936"/>
                    </a:moveTo>
                    <a:cubicBezTo>
                      <a:pt x="165113" y="22936"/>
                      <a:pt x="164934" y="22861"/>
                      <a:pt x="164787" y="22714"/>
                    </a:cubicBezTo>
                    <a:cubicBezTo>
                      <a:pt x="164638" y="22568"/>
                      <a:pt x="164565" y="22387"/>
                      <a:pt x="164565" y="22177"/>
                    </a:cubicBezTo>
                    <a:lnTo>
                      <a:pt x="164565" y="1264"/>
                    </a:lnTo>
                    <a:cubicBezTo>
                      <a:pt x="164565" y="1054"/>
                      <a:pt x="164638" y="873"/>
                      <a:pt x="164787" y="727"/>
                    </a:cubicBezTo>
                    <a:cubicBezTo>
                      <a:pt x="164934" y="580"/>
                      <a:pt x="165113" y="505"/>
                      <a:pt x="165326" y="505"/>
                    </a:cubicBezTo>
                    <a:lnTo>
                      <a:pt x="167958" y="505"/>
                    </a:lnTo>
                    <a:cubicBezTo>
                      <a:pt x="168169" y="505"/>
                      <a:pt x="168348" y="580"/>
                      <a:pt x="168497" y="727"/>
                    </a:cubicBezTo>
                    <a:cubicBezTo>
                      <a:pt x="168645" y="873"/>
                      <a:pt x="168719" y="1054"/>
                      <a:pt x="168719" y="1264"/>
                    </a:cubicBezTo>
                    <a:lnTo>
                      <a:pt x="168719" y="22177"/>
                    </a:lnTo>
                    <a:cubicBezTo>
                      <a:pt x="168719" y="22387"/>
                      <a:pt x="168645" y="22568"/>
                      <a:pt x="168497" y="22714"/>
                    </a:cubicBezTo>
                    <a:cubicBezTo>
                      <a:pt x="168348" y="22861"/>
                      <a:pt x="168169" y="22936"/>
                      <a:pt x="167958" y="22936"/>
                    </a:cubicBezTo>
                    <a:lnTo>
                      <a:pt x="165326" y="22936"/>
                    </a:lnTo>
                    <a:close/>
                    <a:moveTo>
                      <a:pt x="177715" y="23252"/>
                    </a:moveTo>
                    <a:cubicBezTo>
                      <a:pt x="176614" y="23252"/>
                      <a:pt x="175621" y="23042"/>
                      <a:pt x="174734" y="22620"/>
                    </a:cubicBezTo>
                    <a:cubicBezTo>
                      <a:pt x="173846" y="22177"/>
                      <a:pt x="173137" y="21597"/>
                      <a:pt x="172609" y="20882"/>
                    </a:cubicBezTo>
                    <a:cubicBezTo>
                      <a:pt x="172101" y="20144"/>
                      <a:pt x="171848" y="19323"/>
                      <a:pt x="171848" y="18418"/>
                    </a:cubicBezTo>
                    <a:cubicBezTo>
                      <a:pt x="171848" y="16944"/>
                      <a:pt x="172439" y="15776"/>
                      <a:pt x="173624" y="14911"/>
                    </a:cubicBezTo>
                    <a:cubicBezTo>
                      <a:pt x="174829" y="14027"/>
                      <a:pt x="176414" y="13438"/>
                      <a:pt x="178380" y="13142"/>
                    </a:cubicBezTo>
                    <a:lnTo>
                      <a:pt x="182725" y="12510"/>
                    </a:lnTo>
                    <a:lnTo>
                      <a:pt x="182725" y="11847"/>
                    </a:lnTo>
                    <a:cubicBezTo>
                      <a:pt x="182725" y="10962"/>
                      <a:pt x="182503" y="10279"/>
                      <a:pt x="182059" y="9793"/>
                    </a:cubicBezTo>
                    <a:cubicBezTo>
                      <a:pt x="181615" y="9308"/>
                      <a:pt x="180854" y="9067"/>
                      <a:pt x="179776" y="9067"/>
                    </a:cubicBezTo>
                    <a:cubicBezTo>
                      <a:pt x="179015" y="9067"/>
                      <a:pt x="178390" y="9225"/>
                      <a:pt x="177905" y="9541"/>
                    </a:cubicBezTo>
                    <a:cubicBezTo>
                      <a:pt x="177438" y="9836"/>
                      <a:pt x="177089" y="10236"/>
                      <a:pt x="176858" y="10741"/>
                    </a:cubicBezTo>
                    <a:cubicBezTo>
                      <a:pt x="176688" y="11014"/>
                      <a:pt x="176446" y="11152"/>
                      <a:pt x="176129" y="11152"/>
                    </a:cubicBezTo>
                    <a:lnTo>
                      <a:pt x="173624" y="11152"/>
                    </a:lnTo>
                    <a:cubicBezTo>
                      <a:pt x="173390" y="11152"/>
                      <a:pt x="173211" y="11089"/>
                      <a:pt x="173084" y="10962"/>
                    </a:cubicBezTo>
                    <a:cubicBezTo>
                      <a:pt x="172978" y="10836"/>
                      <a:pt x="172926" y="10667"/>
                      <a:pt x="172926" y="10457"/>
                    </a:cubicBezTo>
                    <a:cubicBezTo>
                      <a:pt x="172946" y="10121"/>
                      <a:pt x="173084" y="9710"/>
                      <a:pt x="173338" y="9225"/>
                    </a:cubicBezTo>
                    <a:cubicBezTo>
                      <a:pt x="173592" y="8740"/>
                      <a:pt x="173993" y="8277"/>
                      <a:pt x="174543" y="7835"/>
                    </a:cubicBezTo>
                    <a:cubicBezTo>
                      <a:pt x="175091" y="7372"/>
                      <a:pt x="175800" y="6982"/>
                      <a:pt x="176668" y="6666"/>
                    </a:cubicBezTo>
                    <a:cubicBezTo>
                      <a:pt x="177533" y="6350"/>
                      <a:pt x="178580" y="6192"/>
                      <a:pt x="179808" y="6192"/>
                    </a:cubicBezTo>
                    <a:cubicBezTo>
                      <a:pt x="181140" y="6192"/>
                      <a:pt x="182259" y="6361"/>
                      <a:pt x="183169" y="6697"/>
                    </a:cubicBezTo>
                    <a:cubicBezTo>
                      <a:pt x="184098" y="7013"/>
                      <a:pt x="184839" y="7444"/>
                      <a:pt x="185389" y="7993"/>
                    </a:cubicBezTo>
                    <a:cubicBezTo>
                      <a:pt x="185937" y="8541"/>
                      <a:pt x="186340" y="9182"/>
                      <a:pt x="186594" y="9920"/>
                    </a:cubicBezTo>
                    <a:cubicBezTo>
                      <a:pt x="186848" y="10658"/>
                      <a:pt x="186975" y="11436"/>
                      <a:pt x="186975" y="12258"/>
                    </a:cubicBezTo>
                    <a:lnTo>
                      <a:pt x="186975" y="22177"/>
                    </a:lnTo>
                    <a:cubicBezTo>
                      <a:pt x="186975" y="22387"/>
                      <a:pt x="186900" y="22568"/>
                      <a:pt x="186753" y="22714"/>
                    </a:cubicBezTo>
                    <a:cubicBezTo>
                      <a:pt x="186603" y="22861"/>
                      <a:pt x="186424" y="22936"/>
                      <a:pt x="186214" y="22936"/>
                    </a:cubicBezTo>
                    <a:lnTo>
                      <a:pt x="183645" y="22936"/>
                    </a:lnTo>
                    <a:cubicBezTo>
                      <a:pt x="183412" y="22936"/>
                      <a:pt x="183221" y="22861"/>
                      <a:pt x="183074" y="22714"/>
                    </a:cubicBezTo>
                    <a:cubicBezTo>
                      <a:pt x="182947" y="22568"/>
                      <a:pt x="182884" y="22387"/>
                      <a:pt x="182884" y="22177"/>
                    </a:cubicBezTo>
                    <a:lnTo>
                      <a:pt x="182884" y="20945"/>
                    </a:lnTo>
                    <a:cubicBezTo>
                      <a:pt x="182607" y="21345"/>
                      <a:pt x="182238" y="21724"/>
                      <a:pt x="181774" y="22083"/>
                    </a:cubicBezTo>
                    <a:cubicBezTo>
                      <a:pt x="181307" y="22419"/>
                      <a:pt x="180736" y="22703"/>
                      <a:pt x="180061" y="22936"/>
                    </a:cubicBezTo>
                    <a:cubicBezTo>
                      <a:pt x="179404" y="23145"/>
                      <a:pt x="178623" y="23252"/>
                      <a:pt x="177715" y="23252"/>
                    </a:cubicBezTo>
                    <a:close/>
                    <a:moveTo>
                      <a:pt x="178793" y="20250"/>
                    </a:moveTo>
                    <a:cubicBezTo>
                      <a:pt x="179531" y="20250"/>
                      <a:pt x="180197" y="20092"/>
                      <a:pt x="180791" y="19776"/>
                    </a:cubicBezTo>
                    <a:cubicBezTo>
                      <a:pt x="181402" y="19461"/>
                      <a:pt x="181878" y="18975"/>
                      <a:pt x="182218" y="18323"/>
                    </a:cubicBezTo>
                    <a:cubicBezTo>
                      <a:pt x="182576" y="17648"/>
                      <a:pt x="182757" y="16807"/>
                      <a:pt x="182757" y="15796"/>
                    </a:cubicBezTo>
                    <a:lnTo>
                      <a:pt x="182757" y="15132"/>
                    </a:lnTo>
                    <a:lnTo>
                      <a:pt x="179586" y="15638"/>
                    </a:lnTo>
                    <a:cubicBezTo>
                      <a:pt x="178337" y="15827"/>
                      <a:pt x="177406" y="16132"/>
                      <a:pt x="176795" y="16554"/>
                    </a:cubicBezTo>
                    <a:cubicBezTo>
                      <a:pt x="176181" y="16976"/>
                      <a:pt x="175875" y="17490"/>
                      <a:pt x="175875" y="18102"/>
                    </a:cubicBezTo>
                    <a:cubicBezTo>
                      <a:pt x="175875" y="18565"/>
                      <a:pt x="176011" y="18966"/>
                      <a:pt x="176287" y="19303"/>
                    </a:cubicBezTo>
                    <a:cubicBezTo>
                      <a:pt x="176582" y="19619"/>
                      <a:pt x="176953" y="19860"/>
                      <a:pt x="177397" y="20029"/>
                    </a:cubicBezTo>
                    <a:cubicBezTo>
                      <a:pt x="177841" y="20176"/>
                      <a:pt x="178306" y="20250"/>
                      <a:pt x="178793" y="20250"/>
                    </a:cubicBezTo>
                    <a:close/>
                    <a:moveTo>
                      <a:pt x="198342" y="22936"/>
                    </a:moveTo>
                    <a:cubicBezTo>
                      <a:pt x="197073" y="22936"/>
                      <a:pt x="196004" y="22714"/>
                      <a:pt x="195139" y="22272"/>
                    </a:cubicBezTo>
                    <a:cubicBezTo>
                      <a:pt x="194271" y="21830"/>
                      <a:pt x="193625" y="21178"/>
                      <a:pt x="193204" y="20314"/>
                    </a:cubicBezTo>
                    <a:cubicBezTo>
                      <a:pt x="192780" y="19429"/>
                      <a:pt x="192570" y="18334"/>
                      <a:pt x="192570" y="17028"/>
                    </a:cubicBezTo>
                    <a:lnTo>
                      <a:pt x="192570" y="9857"/>
                    </a:lnTo>
                    <a:lnTo>
                      <a:pt x="190064" y="9857"/>
                    </a:lnTo>
                    <a:cubicBezTo>
                      <a:pt x="189851" y="9857"/>
                      <a:pt x="189673" y="9782"/>
                      <a:pt x="189525" y="9636"/>
                    </a:cubicBezTo>
                    <a:cubicBezTo>
                      <a:pt x="189376" y="9489"/>
                      <a:pt x="189303" y="9308"/>
                      <a:pt x="189303" y="9098"/>
                    </a:cubicBezTo>
                    <a:lnTo>
                      <a:pt x="189303" y="7266"/>
                    </a:lnTo>
                    <a:cubicBezTo>
                      <a:pt x="189303" y="7056"/>
                      <a:pt x="189376" y="6876"/>
                      <a:pt x="189525" y="6729"/>
                    </a:cubicBezTo>
                    <a:cubicBezTo>
                      <a:pt x="189673" y="6582"/>
                      <a:pt x="189851" y="6508"/>
                      <a:pt x="190064" y="6508"/>
                    </a:cubicBezTo>
                    <a:lnTo>
                      <a:pt x="192570" y="6508"/>
                    </a:lnTo>
                    <a:lnTo>
                      <a:pt x="192570" y="1264"/>
                    </a:lnTo>
                    <a:cubicBezTo>
                      <a:pt x="192570" y="1054"/>
                      <a:pt x="192633" y="873"/>
                      <a:pt x="192760" y="727"/>
                    </a:cubicBezTo>
                    <a:cubicBezTo>
                      <a:pt x="192907" y="580"/>
                      <a:pt x="193098" y="505"/>
                      <a:pt x="193331" y="505"/>
                    </a:cubicBezTo>
                    <a:lnTo>
                      <a:pt x="195900" y="505"/>
                    </a:lnTo>
                    <a:cubicBezTo>
                      <a:pt x="196110" y="505"/>
                      <a:pt x="196289" y="580"/>
                      <a:pt x="196439" y="727"/>
                    </a:cubicBezTo>
                    <a:cubicBezTo>
                      <a:pt x="196586" y="873"/>
                      <a:pt x="196661" y="1054"/>
                      <a:pt x="196661" y="1264"/>
                    </a:cubicBezTo>
                    <a:lnTo>
                      <a:pt x="196661" y="6508"/>
                    </a:lnTo>
                    <a:lnTo>
                      <a:pt x="200625" y="6508"/>
                    </a:lnTo>
                    <a:cubicBezTo>
                      <a:pt x="200835" y="6508"/>
                      <a:pt x="201014" y="6582"/>
                      <a:pt x="201164" y="6729"/>
                    </a:cubicBezTo>
                    <a:cubicBezTo>
                      <a:pt x="201311" y="6876"/>
                      <a:pt x="201386" y="7056"/>
                      <a:pt x="201386" y="7266"/>
                    </a:cubicBezTo>
                    <a:lnTo>
                      <a:pt x="201386" y="9098"/>
                    </a:lnTo>
                    <a:cubicBezTo>
                      <a:pt x="201386" y="9308"/>
                      <a:pt x="201311" y="9489"/>
                      <a:pt x="201164" y="9636"/>
                    </a:cubicBezTo>
                    <a:cubicBezTo>
                      <a:pt x="201014" y="9782"/>
                      <a:pt x="200835" y="9857"/>
                      <a:pt x="200625" y="9857"/>
                    </a:cubicBezTo>
                    <a:lnTo>
                      <a:pt x="196661" y="9857"/>
                    </a:lnTo>
                    <a:lnTo>
                      <a:pt x="196661" y="16712"/>
                    </a:lnTo>
                    <a:cubicBezTo>
                      <a:pt x="196661" y="17576"/>
                      <a:pt x="196808" y="18249"/>
                      <a:pt x="197105" y="18734"/>
                    </a:cubicBezTo>
                    <a:cubicBezTo>
                      <a:pt x="197422" y="19219"/>
                      <a:pt x="197961" y="19461"/>
                      <a:pt x="198722" y="19461"/>
                    </a:cubicBezTo>
                    <a:lnTo>
                      <a:pt x="200910" y="19461"/>
                    </a:lnTo>
                    <a:cubicBezTo>
                      <a:pt x="201121" y="19461"/>
                      <a:pt x="201300" y="19535"/>
                      <a:pt x="201449" y="19682"/>
                    </a:cubicBezTo>
                    <a:cubicBezTo>
                      <a:pt x="201597" y="19828"/>
                      <a:pt x="201671" y="20009"/>
                      <a:pt x="201671" y="20219"/>
                    </a:cubicBezTo>
                    <a:lnTo>
                      <a:pt x="201671" y="22177"/>
                    </a:lnTo>
                    <a:cubicBezTo>
                      <a:pt x="201671" y="22387"/>
                      <a:pt x="201597" y="22568"/>
                      <a:pt x="201449" y="22714"/>
                    </a:cubicBezTo>
                    <a:cubicBezTo>
                      <a:pt x="201300" y="22861"/>
                      <a:pt x="201121" y="22936"/>
                      <a:pt x="200910" y="22936"/>
                    </a:cubicBezTo>
                    <a:lnTo>
                      <a:pt x="198342" y="22936"/>
                    </a:lnTo>
                    <a:close/>
                    <a:moveTo>
                      <a:pt x="211776" y="23252"/>
                    </a:moveTo>
                    <a:cubicBezTo>
                      <a:pt x="210087" y="23252"/>
                      <a:pt x="208660" y="22956"/>
                      <a:pt x="207495" y="22367"/>
                    </a:cubicBezTo>
                    <a:cubicBezTo>
                      <a:pt x="206354" y="21778"/>
                      <a:pt x="205477" y="20945"/>
                      <a:pt x="204863" y="19871"/>
                    </a:cubicBezTo>
                    <a:cubicBezTo>
                      <a:pt x="204272" y="18797"/>
                      <a:pt x="203934" y="17545"/>
                      <a:pt x="203848" y="16112"/>
                    </a:cubicBezTo>
                    <a:cubicBezTo>
                      <a:pt x="203828" y="15733"/>
                      <a:pt x="203817" y="15270"/>
                      <a:pt x="203817" y="14722"/>
                    </a:cubicBezTo>
                    <a:cubicBezTo>
                      <a:pt x="203817" y="14173"/>
                      <a:pt x="203828" y="13711"/>
                      <a:pt x="203848" y="13332"/>
                    </a:cubicBezTo>
                    <a:cubicBezTo>
                      <a:pt x="203934" y="11878"/>
                      <a:pt x="204283" y="10626"/>
                      <a:pt x="204895" y="9572"/>
                    </a:cubicBezTo>
                    <a:cubicBezTo>
                      <a:pt x="205529" y="8498"/>
                      <a:pt x="206417" y="7665"/>
                      <a:pt x="207559" y="7077"/>
                    </a:cubicBezTo>
                    <a:cubicBezTo>
                      <a:pt x="208723" y="6488"/>
                      <a:pt x="210127" y="6192"/>
                      <a:pt x="211776" y="6192"/>
                    </a:cubicBezTo>
                    <a:cubicBezTo>
                      <a:pt x="213426" y="6192"/>
                      <a:pt x="214821" y="6488"/>
                      <a:pt x="215963" y="7077"/>
                    </a:cubicBezTo>
                    <a:cubicBezTo>
                      <a:pt x="217127" y="7665"/>
                      <a:pt x="218015" y="8498"/>
                      <a:pt x="218626" y="9572"/>
                    </a:cubicBezTo>
                    <a:cubicBezTo>
                      <a:pt x="219261" y="10626"/>
                      <a:pt x="219621" y="11878"/>
                      <a:pt x="219705" y="13332"/>
                    </a:cubicBezTo>
                    <a:cubicBezTo>
                      <a:pt x="219727" y="13711"/>
                      <a:pt x="219736" y="14173"/>
                      <a:pt x="219736" y="14722"/>
                    </a:cubicBezTo>
                    <a:cubicBezTo>
                      <a:pt x="219736" y="15270"/>
                      <a:pt x="219727" y="15733"/>
                      <a:pt x="219705" y="16112"/>
                    </a:cubicBezTo>
                    <a:cubicBezTo>
                      <a:pt x="219621" y="17545"/>
                      <a:pt x="219272" y="18797"/>
                      <a:pt x="218658" y="19871"/>
                    </a:cubicBezTo>
                    <a:cubicBezTo>
                      <a:pt x="218067" y="20945"/>
                      <a:pt x="217190" y="21778"/>
                      <a:pt x="216026" y="22367"/>
                    </a:cubicBezTo>
                    <a:cubicBezTo>
                      <a:pt x="214884" y="22956"/>
                      <a:pt x="213469" y="23252"/>
                      <a:pt x="211776" y="23252"/>
                    </a:cubicBezTo>
                    <a:close/>
                    <a:moveTo>
                      <a:pt x="211776" y="20124"/>
                    </a:moveTo>
                    <a:cubicBezTo>
                      <a:pt x="212898" y="20124"/>
                      <a:pt x="213765" y="19776"/>
                      <a:pt x="214377" y="19081"/>
                    </a:cubicBezTo>
                    <a:cubicBezTo>
                      <a:pt x="214991" y="18366"/>
                      <a:pt x="215328" y="17324"/>
                      <a:pt x="215392" y="15954"/>
                    </a:cubicBezTo>
                    <a:cubicBezTo>
                      <a:pt x="215414" y="15638"/>
                      <a:pt x="215423" y="15227"/>
                      <a:pt x="215423" y="14722"/>
                    </a:cubicBezTo>
                    <a:cubicBezTo>
                      <a:pt x="215423" y="14216"/>
                      <a:pt x="215414" y="13806"/>
                      <a:pt x="215392" y="13490"/>
                    </a:cubicBezTo>
                    <a:cubicBezTo>
                      <a:pt x="215328" y="12142"/>
                      <a:pt x="214991" y="11109"/>
                      <a:pt x="214377" y="10394"/>
                    </a:cubicBezTo>
                    <a:cubicBezTo>
                      <a:pt x="213765" y="9678"/>
                      <a:pt x="212898" y="9320"/>
                      <a:pt x="211776" y="9320"/>
                    </a:cubicBezTo>
                    <a:cubicBezTo>
                      <a:pt x="210657" y="9320"/>
                      <a:pt x="209790" y="9678"/>
                      <a:pt x="209176" y="10394"/>
                    </a:cubicBezTo>
                    <a:cubicBezTo>
                      <a:pt x="208564" y="11109"/>
                      <a:pt x="208225" y="12142"/>
                      <a:pt x="208161" y="13490"/>
                    </a:cubicBezTo>
                    <a:cubicBezTo>
                      <a:pt x="208141" y="13806"/>
                      <a:pt x="208129" y="14216"/>
                      <a:pt x="208129" y="14722"/>
                    </a:cubicBezTo>
                    <a:cubicBezTo>
                      <a:pt x="208129" y="15227"/>
                      <a:pt x="208141" y="15638"/>
                      <a:pt x="208161" y="15954"/>
                    </a:cubicBezTo>
                    <a:cubicBezTo>
                      <a:pt x="208225" y="17324"/>
                      <a:pt x="208564" y="18366"/>
                      <a:pt x="209176" y="19081"/>
                    </a:cubicBezTo>
                    <a:cubicBezTo>
                      <a:pt x="209790" y="19776"/>
                      <a:pt x="210657" y="20124"/>
                      <a:pt x="211776" y="20124"/>
                    </a:cubicBezTo>
                    <a:close/>
                    <a:moveTo>
                      <a:pt x="224013" y="22936"/>
                    </a:moveTo>
                    <a:cubicBezTo>
                      <a:pt x="223800" y="22936"/>
                      <a:pt x="223621" y="22861"/>
                      <a:pt x="223474" y="22714"/>
                    </a:cubicBezTo>
                    <a:cubicBezTo>
                      <a:pt x="223324" y="22568"/>
                      <a:pt x="223252" y="22387"/>
                      <a:pt x="223252" y="22177"/>
                    </a:cubicBezTo>
                    <a:lnTo>
                      <a:pt x="223252" y="7298"/>
                    </a:lnTo>
                    <a:cubicBezTo>
                      <a:pt x="223252" y="7065"/>
                      <a:pt x="223324" y="6876"/>
                      <a:pt x="223474" y="6729"/>
                    </a:cubicBezTo>
                    <a:cubicBezTo>
                      <a:pt x="223621" y="6582"/>
                      <a:pt x="223800" y="6508"/>
                      <a:pt x="224013" y="6508"/>
                    </a:cubicBezTo>
                    <a:lnTo>
                      <a:pt x="226582" y="6508"/>
                    </a:lnTo>
                    <a:cubicBezTo>
                      <a:pt x="226793" y="6508"/>
                      <a:pt x="226971" y="6582"/>
                      <a:pt x="227121" y="6729"/>
                    </a:cubicBezTo>
                    <a:cubicBezTo>
                      <a:pt x="227289" y="6876"/>
                      <a:pt x="227375" y="7065"/>
                      <a:pt x="227375" y="7298"/>
                    </a:cubicBezTo>
                    <a:lnTo>
                      <a:pt x="227375" y="8593"/>
                    </a:lnTo>
                    <a:cubicBezTo>
                      <a:pt x="227859" y="7918"/>
                      <a:pt x="228485" y="7404"/>
                      <a:pt x="229246" y="7045"/>
                    </a:cubicBezTo>
                    <a:cubicBezTo>
                      <a:pt x="230027" y="6686"/>
                      <a:pt x="230926" y="6508"/>
                      <a:pt x="231941" y="6508"/>
                    </a:cubicBezTo>
                    <a:lnTo>
                      <a:pt x="233242" y="6508"/>
                    </a:lnTo>
                    <a:cubicBezTo>
                      <a:pt x="233473" y="6508"/>
                      <a:pt x="233654" y="6582"/>
                      <a:pt x="233781" y="6729"/>
                    </a:cubicBezTo>
                    <a:cubicBezTo>
                      <a:pt x="233928" y="6876"/>
                      <a:pt x="234003" y="7056"/>
                      <a:pt x="234003" y="7266"/>
                    </a:cubicBezTo>
                    <a:lnTo>
                      <a:pt x="234003" y="9541"/>
                    </a:lnTo>
                    <a:cubicBezTo>
                      <a:pt x="234003" y="9751"/>
                      <a:pt x="233928" y="9931"/>
                      <a:pt x="233781" y="10078"/>
                    </a:cubicBezTo>
                    <a:cubicBezTo>
                      <a:pt x="233654" y="10224"/>
                      <a:pt x="233473" y="10299"/>
                      <a:pt x="233242" y="10299"/>
                    </a:cubicBezTo>
                    <a:lnTo>
                      <a:pt x="230768" y="10299"/>
                    </a:lnTo>
                    <a:cubicBezTo>
                      <a:pt x="229753" y="10299"/>
                      <a:pt x="228960" y="10583"/>
                      <a:pt x="228389" y="11152"/>
                    </a:cubicBezTo>
                    <a:cubicBezTo>
                      <a:pt x="227839" y="11721"/>
                      <a:pt x="227565" y="12499"/>
                      <a:pt x="227565" y="13490"/>
                    </a:cubicBezTo>
                    <a:lnTo>
                      <a:pt x="227565" y="22177"/>
                    </a:lnTo>
                    <a:cubicBezTo>
                      <a:pt x="227565" y="22387"/>
                      <a:pt x="227490" y="22568"/>
                      <a:pt x="227343" y="22714"/>
                    </a:cubicBezTo>
                    <a:cubicBezTo>
                      <a:pt x="227193" y="22861"/>
                      <a:pt x="227003" y="22936"/>
                      <a:pt x="226772" y="22936"/>
                    </a:cubicBezTo>
                    <a:lnTo>
                      <a:pt x="224013"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3" name="Freeform 52">
                <a:extLst>
                  <a:ext uri="{FF2B5EF4-FFF2-40B4-BE49-F238E27FC236}">
                    <a16:creationId xmlns:a16="http://schemas.microsoft.com/office/drawing/2014/main" id="{DFCC9B9F-892D-3FF3-BB85-358B9234AE83}"/>
                  </a:ext>
                </a:extLst>
              </p:cNvPr>
              <p:cNvSpPr/>
              <p:nvPr/>
            </p:nvSpPr>
            <p:spPr>
              <a:xfrm>
                <a:off x="2341557" y="6017412"/>
                <a:ext cx="292410" cy="23251"/>
              </a:xfrm>
              <a:custGeom>
                <a:avLst/>
                <a:gdLst>
                  <a:gd name="csX0" fmla="*/ 761 w 292410"/>
                  <a:gd name="csY0" fmla="*/ 22936 h 23251"/>
                  <a:gd name="csX1" fmla="*/ 222 w 292410"/>
                  <a:gd name="csY1" fmla="*/ 22714 h 23251"/>
                  <a:gd name="csX2" fmla="*/ 0 w 292410"/>
                  <a:gd name="csY2" fmla="*/ 22177 h 23251"/>
                  <a:gd name="csX3" fmla="*/ 0 w 292410"/>
                  <a:gd name="csY3" fmla="*/ 1611 h 23251"/>
                  <a:gd name="csX4" fmla="*/ 222 w 292410"/>
                  <a:gd name="csY4" fmla="*/ 1043 h 23251"/>
                  <a:gd name="csX5" fmla="*/ 761 w 292410"/>
                  <a:gd name="csY5" fmla="*/ 821 h 23251"/>
                  <a:gd name="csX6" fmla="*/ 8499 w 292410"/>
                  <a:gd name="csY6" fmla="*/ 821 h 23251"/>
                  <a:gd name="csX7" fmla="*/ 13763 w 292410"/>
                  <a:gd name="csY7" fmla="*/ 1801 h 23251"/>
                  <a:gd name="csX8" fmla="*/ 16903 w 292410"/>
                  <a:gd name="csY8" fmla="*/ 4707 h 23251"/>
                  <a:gd name="csX9" fmla="*/ 18013 w 292410"/>
                  <a:gd name="csY9" fmla="*/ 9414 h 23251"/>
                  <a:gd name="csX10" fmla="*/ 18076 w 292410"/>
                  <a:gd name="csY10" fmla="*/ 11879 h 23251"/>
                  <a:gd name="csX11" fmla="*/ 18013 w 292410"/>
                  <a:gd name="csY11" fmla="*/ 14311 h 23251"/>
                  <a:gd name="csX12" fmla="*/ 16935 w 292410"/>
                  <a:gd name="csY12" fmla="*/ 19176 h 23251"/>
                  <a:gd name="csX13" fmla="*/ 13858 w 292410"/>
                  <a:gd name="csY13" fmla="*/ 22019 h 23251"/>
                  <a:gd name="csX14" fmla="*/ 8658 w 292410"/>
                  <a:gd name="csY14" fmla="*/ 22936 h 23251"/>
                  <a:gd name="csX15" fmla="*/ 761 w 292410"/>
                  <a:gd name="csY15" fmla="*/ 22936 h 23251"/>
                  <a:gd name="csX16" fmla="*/ 4408 w 292410"/>
                  <a:gd name="csY16" fmla="*/ 19303 h 23251"/>
                  <a:gd name="csX17" fmla="*/ 8499 w 292410"/>
                  <a:gd name="csY17" fmla="*/ 19303 h 23251"/>
                  <a:gd name="csX18" fmla="*/ 11385 w 292410"/>
                  <a:gd name="csY18" fmla="*/ 18797 h 23251"/>
                  <a:gd name="csX19" fmla="*/ 13002 w 292410"/>
                  <a:gd name="csY19" fmla="*/ 17186 h 23251"/>
                  <a:gd name="csX20" fmla="*/ 13573 w 292410"/>
                  <a:gd name="csY20" fmla="*/ 14216 h 23251"/>
                  <a:gd name="csX21" fmla="*/ 13605 w 292410"/>
                  <a:gd name="csY21" fmla="*/ 12573 h 23251"/>
                  <a:gd name="csX22" fmla="*/ 13605 w 292410"/>
                  <a:gd name="csY22" fmla="*/ 11152 h 23251"/>
                  <a:gd name="csX23" fmla="*/ 13573 w 292410"/>
                  <a:gd name="csY23" fmla="*/ 9509 h 23251"/>
                  <a:gd name="csX24" fmla="*/ 12273 w 292410"/>
                  <a:gd name="csY24" fmla="*/ 5686 h 23251"/>
                  <a:gd name="csX25" fmla="*/ 8340 w 292410"/>
                  <a:gd name="csY25" fmla="*/ 4454 h 23251"/>
                  <a:gd name="csX26" fmla="*/ 4408 w 292410"/>
                  <a:gd name="csY26" fmla="*/ 4454 h 23251"/>
                  <a:gd name="csX27" fmla="*/ 4408 w 292410"/>
                  <a:gd name="csY27" fmla="*/ 19303 h 23251"/>
                  <a:gd name="csX28" fmla="*/ 22679 w 292410"/>
                  <a:gd name="csY28" fmla="*/ 22936 h 23251"/>
                  <a:gd name="csX29" fmla="*/ 22140 w 292410"/>
                  <a:gd name="csY29" fmla="*/ 22714 h 23251"/>
                  <a:gd name="csX30" fmla="*/ 21918 w 292410"/>
                  <a:gd name="csY30" fmla="*/ 22177 h 23251"/>
                  <a:gd name="csX31" fmla="*/ 21918 w 292410"/>
                  <a:gd name="csY31" fmla="*/ 7266 h 23251"/>
                  <a:gd name="csX32" fmla="*/ 22140 w 292410"/>
                  <a:gd name="csY32" fmla="*/ 6729 h 23251"/>
                  <a:gd name="csX33" fmla="*/ 22679 w 292410"/>
                  <a:gd name="csY33" fmla="*/ 6508 h 23251"/>
                  <a:gd name="csX34" fmla="*/ 25311 w 292410"/>
                  <a:gd name="csY34" fmla="*/ 6508 h 23251"/>
                  <a:gd name="csX35" fmla="*/ 25851 w 292410"/>
                  <a:gd name="csY35" fmla="*/ 6729 h 23251"/>
                  <a:gd name="csX36" fmla="*/ 26072 w 292410"/>
                  <a:gd name="csY36" fmla="*/ 7266 h 23251"/>
                  <a:gd name="csX37" fmla="*/ 26072 w 292410"/>
                  <a:gd name="csY37" fmla="*/ 22177 h 23251"/>
                  <a:gd name="csX38" fmla="*/ 25851 w 292410"/>
                  <a:gd name="csY38" fmla="*/ 22714 h 23251"/>
                  <a:gd name="csX39" fmla="*/ 25311 w 292410"/>
                  <a:gd name="csY39" fmla="*/ 22936 h 23251"/>
                  <a:gd name="csX40" fmla="*/ 22679 w 292410"/>
                  <a:gd name="csY40" fmla="*/ 22936 h 23251"/>
                  <a:gd name="csX41" fmla="*/ 22552 w 292410"/>
                  <a:gd name="csY41" fmla="*/ 3791 h 23251"/>
                  <a:gd name="csX42" fmla="*/ 21982 w 292410"/>
                  <a:gd name="csY42" fmla="*/ 3601 h 23251"/>
                  <a:gd name="csX43" fmla="*/ 21791 w 292410"/>
                  <a:gd name="csY43" fmla="*/ 3033 h 23251"/>
                  <a:gd name="csX44" fmla="*/ 21791 w 292410"/>
                  <a:gd name="csY44" fmla="*/ 758 h 23251"/>
                  <a:gd name="csX45" fmla="*/ 21982 w 292410"/>
                  <a:gd name="csY45" fmla="*/ 221 h 23251"/>
                  <a:gd name="csX46" fmla="*/ 22552 w 292410"/>
                  <a:gd name="csY46" fmla="*/ 0 h 23251"/>
                  <a:gd name="csX47" fmla="*/ 25438 w 292410"/>
                  <a:gd name="csY47" fmla="*/ 0 h 23251"/>
                  <a:gd name="csX48" fmla="*/ 26009 w 292410"/>
                  <a:gd name="csY48" fmla="*/ 221 h 23251"/>
                  <a:gd name="csX49" fmla="*/ 26231 w 292410"/>
                  <a:gd name="csY49" fmla="*/ 758 h 23251"/>
                  <a:gd name="csX50" fmla="*/ 26231 w 292410"/>
                  <a:gd name="csY50" fmla="*/ 3033 h 23251"/>
                  <a:gd name="csX51" fmla="*/ 26009 w 292410"/>
                  <a:gd name="csY51" fmla="*/ 3601 h 23251"/>
                  <a:gd name="csX52" fmla="*/ 25438 w 292410"/>
                  <a:gd name="csY52" fmla="*/ 3791 h 23251"/>
                  <a:gd name="csX53" fmla="*/ 22552 w 292410"/>
                  <a:gd name="csY53" fmla="*/ 3791 h 23251"/>
                  <a:gd name="csX54" fmla="*/ 36526 w 292410"/>
                  <a:gd name="csY54" fmla="*/ 23252 h 23251"/>
                  <a:gd name="csX55" fmla="*/ 33260 w 292410"/>
                  <a:gd name="csY55" fmla="*/ 22809 h 23251"/>
                  <a:gd name="csX56" fmla="*/ 31072 w 292410"/>
                  <a:gd name="csY56" fmla="*/ 21704 h 23251"/>
                  <a:gd name="csX57" fmla="*/ 29803 w 292410"/>
                  <a:gd name="csY57" fmla="*/ 20377 h 23251"/>
                  <a:gd name="csX58" fmla="*/ 29359 w 292410"/>
                  <a:gd name="csY58" fmla="*/ 19271 h 23251"/>
                  <a:gd name="csX59" fmla="*/ 29550 w 292410"/>
                  <a:gd name="csY59" fmla="*/ 18734 h 23251"/>
                  <a:gd name="csX60" fmla="*/ 30089 w 292410"/>
                  <a:gd name="csY60" fmla="*/ 18513 h 23251"/>
                  <a:gd name="csX61" fmla="*/ 32594 w 292410"/>
                  <a:gd name="csY61" fmla="*/ 18513 h 23251"/>
                  <a:gd name="csX62" fmla="*/ 32816 w 292410"/>
                  <a:gd name="csY62" fmla="*/ 18544 h 23251"/>
                  <a:gd name="csX63" fmla="*/ 33070 w 292410"/>
                  <a:gd name="csY63" fmla="*/ 18734 h 23251"/>
                  <a:gd name="csX64" fmla="*/ 33926 w 292410"/>
                  <a:gd name="csY64" fmla="*/ 19460 h 23251"/>
                  <a:gd name="csX65" fmla="*/ 35036 w 292410"/>
                  <a:gd name="csY65" fmla="*/ 20124 h 23251"/>
                  <a:gd name="csX66" fmla="*/ 36622 w 292410"/>
                  <a:gd name="csY66" fmla="*/ 20377 h 23251"/>
                  <a:gd name="csX67" fmla="*/ 38683 w 292410"/>
                  <a:gd name="csY67" fmla="*/ 19903 h 23251"/>
                  <a:gd name="csX68" fmla="*/ 39539 w 292410"/>
                  <a:gd name="csY68" fmla="*/ 18481 h 23251"/>
                  <a:gd name="csX69" fmla="*/ 39159 w 292410"/>
                  <a:gd name="csY69" fmla="*/ 17407 h 23251"/>
                  <a:gd name="csX70" fmla="*/ 37827 w 292410"/>
                  <a:gd name="csY70" fmla="*/ 16680 h 23251"/>
                  <a:gd name="csX71" fmla="*/ 35036 w 292410"/>
                  <a:gd name="csY71" fmla="*/ 15954 h 23251"/>
                  <a:gd name="csX72" fmla="*/ 32087 w 292410"/>
                  <a:gd name="csY72" fmla="*/ 14911 h 23251"/>
                  <a:gd name="csX73" fmla="*/ 30342 w 292410"/>
                  <a:gd name="csY73" fmla="*/ 13332 h 23251"/>
                  <a:gd name="csX74" fmla="*/ 29772 w 292410"/>
                  <a:gd name="csY74" fmla="*/ 11120 h 23251"/>
                  <a:gd name="csX75" fmla="*/ 30501 w 292410"/>
                  <a:gd name="csY75" fmla="*/ 8782 h 23251"/>
                  <a:gd name="csX76" fmla="*/ 32721 w 292410"/>
                  <a:gd name="csY76" fmla="*/ 6919 h 23251"/>
                  <a:gd name="csX77" fmla="*/ 36400 w 292410"/>
                  <a:gd name="csY77" fmla="*/ 6192 h 23251"/>
                  <a:gd name="csX78" fmla="*/ 39381 w 292410"/>
                  <a:gd name="csY78" fmla="*/ 6634 h 23251"/>
                  <a:gd name="csX79" fmla="*/ 41474 w 292410"/>
                  <a:gd name="csY79" fmla="*/ 7677 h 23251"/>
                  <a:gd name="csX80" fmla="*/ 42774 w 292410"/>
                  <a:gd name="csY80" fmla="*/ 8972 h 23251"/>
                  <a:gd name="csX81" fmla="*/ 43250 w 292410"/>
                  <a:gd name="csY81" fmla="*/ 10078 h 23251"/>
                  <a:gd name="csX82" fmla="*/ 43059 w 292410"/>
                  <a:gd name="csY82" fmla="*/ 10646 h 23251"/>
                  <a:gd name="csX83" fmla="*/ 42552 w 292410"/>
                  <a:gd name="csY83" fmla="*/ 10836 h 23251"/>
                  <a:gd name="csX84" fmla="*/ 40205 w 292410"/>
                  <a:gd name="csY84" fmla="*/ 10836 h 23251"/>
                  <a:gd name="csX85" fmla="*/ 39920 w 292410"/>
                  <a:gd name="csY85" fmla="*/ 10773 h 23251"/>
                  <a:gd name="csX86" fmla="*/ 39666 w 292410"/>
                  <a:gd name="csY86" fmla="*/ 10615 h 23251"/>
                  <a:gd name="csX87" fmla="*/ 38905 w 292410"/>
                  <a:gd name="csY87" fmla="*/ 9951 h 23251"/>
                  <a:gd name="csX88" fmla="*/ 37890 w 292410"/>
                  <a:gd name="csY88" fmla="*/ 9351 h 23251"/>
                  <a:gd name="csX89" fmla="*/ 36368 w 292410"/>
                  <a:gd name="csY89" fmla="*/ 9067 h 23251"/>
                  <a:gd name="csX90" fmla="*/ 34529 w 292410"/>
                  <a:gd name="csY90" fmla="*/ 9604 h 23251"/>
                  <a:gd name="csX91" fmla="*/ 33894 w 292410"/>
                  <a:gd name="csY91" fmla="*/ 10899 h 23251"/>
                  <a:gd name="csX92" fmla="*/ 34180 w 292410"/>
                  <a:gd name="csY92" fmla="*/ 11847 h 23251"/>
                  <a:gd name="csX93" fmla="*/ 35416 w 292410"/>
                  <a:gd name="csY93" fmla="*/ 12573 h 23251"/>
                  <a:gd name="csX94" fmla="*/ 38207 w 292410"/>
                  <a:gd name="csY94" fmla="*/ 13300 h 23251"/>
                  <a:gd name="csX95" fmla="*/ 41569 w 292410"/>
                  <a:gd name="csY95" fmla="*/ 14437 h 23251"/>
                  <a:gd name="csX96" fmla="*/ 43345 w 292410"/>
                  <a:gd name="csY96" fmla="*/ 16143 h 23251"/>
                  <a:gd name="csX97" fmla="*/ 43884 w 292410"/>
                  <a:gd name="csY97" fmla="*/ 18260 h 23251"/>
                  <a:gd name="csX98" fmla="*/ 43028 w 292410"/>
                  <a:gd name="csY98" fmla="*/ 20819 h 23251"/>
                  <a:gd name="csX99" fmla="*/ 40554 w 292410"/>
                  <a:gd name="csY99" fmla="*/ 22620 h 23251"/>
                  <a:gd name="csX100" fmla="*/ 36526 w 292410"/>
                  <a:gd name="csY100" fmla="*/ 23252 h 23251"/>
                  <a:gd name="csX101" fmla="*/ 54292 w 292410"/>
                  <a:gd name="csY101" fmla="*/ 23252 h 23251"/>
                  <a:gd name="csX102" fmla="*/ 50265 w 292410"/>
                  <a:gd name="csY102" fmla="*/ 22399 h 23251"/>
                  <a:gd name="csX103" fmla="*/ 47569 w 292410"/>
                  <a:gd name="csY103" fmla="*/ 19934 h 23251"/>
                  <a:gd name="csX104" fmla="*/ 46523 w 292410"/>
                  <a:gd name="csY104" fmla="*/ 15985 h 23251"/>
                  <a:gd name="csX105" fmla="*/ 46491 w 292410"/>
                  <a:gd name="csY105" fmla="*/ 14753 h 23251"/>
                  <a:gd name="csX106" fmla="*/ 46523 w 292410"/>
                  <a:gd name="csY106" fmla="*/ 13458 h 23251"/>
                  <a:gd name="csX107" fmla="*/ 47569 w 292410"/>
                  <a:gd name="csY107" fmla="*/ 9541 h 23251"/>
                  <a:gd name="csX108" fmla="*/ 50265 w 292410"/>
                  <a:gd name="csY108" fmla="*/ 7045 h 23251"/>
                  <a:gd name="csX109" fmla="*/ 54292 w 292410"/>
                  <a:gd name="csY109" fmla="*/ 6192 h 23251"/>
                  <a:gd name="csX110" fmla="*/ 57749 w 292410"/>
                  <a:gd name="csY110" fmla="*/ 6761 h 23251"/>
                  <a:gd name="csX111" fmla="*/ 60096 w 292410"/>
                  <a:gd name="csY111" fmla="*/ 8182 h 23251"/>
                  <a:gd name="csX112" fmla="*/ 61460 w 292410"/>
                  <a:gd name="csY112" fmla="*/ 9983 h 23251"/>
                  <a:gd name="csX113" fmla="*/ 61967 w 292410"/>
                  <a:gd name="csY113" fmla="*/ 11657 h 23251"/>
                  <a:gd name="csX114" fmla="*/ 61745 w 292410"/>
                  <a:gd name="csY114" fmla="*/ 12226 h 23251"/>
                  <a:gd name="csX115" fmla="*/ 61206 w 292410"/>
                  <a:gd name="csY115" fmla="*/ 12416 h 23251"/>
                  <a:gd name="csX116" fmla="*/ 58415 w 292410"/>
                  <a:gd name="csY116" fmla="*/ 12416 h 23251"/>
                  <a:gd name="csX117" fmla="*/ 57908 w 292410"/>
                  <a:gd name="csY117" fmla="*/ 12258 h 23251"/>
                  <a:gd name="csX118" fmla="*/ 57591 w 292410"/>
                  <a:gd name="csY118" fmla="*/ 11784 h 23251"/>
                  <a:gd name="csX119" fmla="*/ 56322 w 292410"/>
                  <a:gd name="csY119" fmla="*/ 10015 h 23251"/>
                  <a:gd name="csX120" fmla="*/ 54356 w 292410"/>
                  <a:gd name="csY120" fmla="*/ 9478 h 23251"/>
                  <a:gd name="csX121" fmla="*/ 51819 w 292410"/>
                  <a:gd name="csY121" fmla="*/ 10488 h 23251"/>
                  <a:gd name="csX122" fmla="*/ 50836 w 292410"/>
                  <a:gd name="csY122" fmla="*/ 13616 h 23251"/>
                  <a:gd name="csX123" fmla="*/ 50836 w 292410"/>
                  <a:gd name="csY123" fmla="*/ 15827 h 23251"/>
                  <a:gd name="csX124" fmla="*/ 51819 w 292410"/>
                  <a:gd name="csY124" fmla="*/ 18987 h 23251"/>
                  <a:gd name="csX125" fmla="*/ 54356 w 292410"/>
                  <a:gd name="csY125" fmla="*/ 19966 h 23251"/>
                  <a:gd name="csX126" fmla="*/ 56354 w 292410"/>
                  <a:gd name="csY126" fmla="*/ 19460 h 23251"/>
                  <a:gd name="csX127" fmla="*/ 57591 w 292410"/>
                  <a:gd name="csY127" fmla="*/ 17660 h 23251"/>
                  <a:gd name="csX128" fmla="*/ 57908 w 292410"/>
                  <a:gd name="csY128" fmla="*/ 17186 h 23251"/>
                  <a:gd name="csX129" fmla="*/ 58415 w 292410"/>
                  <a:gd name="csY129" fmla="*/ 17028 h 23251"/>
                  <a:gd name="csX130" fmla="*/ 61206 w 292410"/>
                  <a:gd name="csY130" fmla="*/ 17028 h 23251"/>
                  <a:gd name="csX131" fmla="*/ 61745 w 292410"/>
                  <a:gd name="csY131" fmla="*/ 17249 h 23251"/>
                  <a:gd name="csX132" fmla="*/ 61967 w 292410"/>
                  <a:gd name="csY132" fmla="*/ 17786 h 23251"/>
                  <a:gd name="csX133" fmla="*/ 61650 w 292410"/>
                  <a:gd name="csY133" fmla="*/ 19081 h 23251"/>
                  <a:gd name="csX134" fmla="*/ 60794 w 292410"/>
                  <a:gd name="csY134" fmla="*/ 20535 h 23251"/>
                  <a:gd name="csX135" fmla="*/ 59335 w 292410"/>
                  <a:gd name="csY135" fmla="*/ 21893 h 23251"/>
                  <a:gd name="csX136" fmla="*/ 57178 w 292410"/>
                  <a:gd name="csY136" fmla="*/ 22872 h 23251"/>
                  <a:gd name="csX137" fmla="*/ 54292 w 292410"/>
                  <a:gd name="csY137" fmla="*/ 23252 h 23251"/>
                  <a:gd name="csX138" fmla="*/ 72568 w 292410"/>
                  <a:gd name="csY138" fmla="*/ 23252 h 23251"/>
                  <a:gd name="csX139" fmla="*/ 68287 w 292410"/>
                  <a:gd name="csY139" fmla="*/ 22367 h 23251"/>
                  <a:gd name="csX140" fmla="*/ 65655 w 292410"/>
                  <a:gd name="csY140" fmla="*/ 19871 h 23251"/>
                  <a:gd name="csX141" fmla="*/ 64640 w 292410"/>
                  <a:gd name="csY141" fmla="*/ 16112 h 23251"/>
                  <a:gd name="csX142" fmla="*/ 64608 w 292410"/>
                  <a:gd name="csY142" fmla="*/ 14722 h 23251"/>
                  <a:gd name="csX143" fmla="*/ 64640 w 292410"/>
                  <a:gd name="csY143" fmla="*/ 13332 h 23251"/>
                  <a:gd name="csX144" fmla="*/ 65686 w 292410"/>
                  <a:gd name="csY144" fmla="*/ 9572 h 23251"/>
                  <a:gd name="csX145" fmla="*/ 68350 w 292410"/>
                  <a:gd name="csY145" fmla="*/ 7077 h 23251"/>
                  <a:gd name="csX146" fmla="*/ 72568 w 292410"/>
                  <a:gd name="csY146" fmla="*/ 6192 h 23251"/>
                  <a:gd name="csX147" fmla="*/ 76754 w 292410"/>
                  <a:gd name="csY147" fmla="*/ 7077 h 23251"/>
                  <a:gd name="csX148" fmla="*/ 79418 w 292410"/>
                  <a:gd name="csY148" fmla="*/ 9572 h 23251"/>
                  <a:gd name="csX149" fmla="*/ 80496 w 292410"/>
                  <a:gd name="csY149" fmla="*/ 13332 h 23251"/>
                  <a:gd name="csX150" fmla="*/ 80528 w 292410"/>
                  <a:gd name="csY150" fmla="*/ 14722 h 23251"/>
                  <a:gd name="csX151" fmla="*/ 80496 w 292410"/>
                  <a:gd name="csY151" fmla="*/ 16112 h 23251"/>
                  <a:gd name="csX152" fmla="*/ 79450 w 292410"/>
                  <a:gd name="csY152" fmla="*/ 19871 h 23251"/>
                  <a:gd name="csX153" fmla="*/ 76818 w 292410"/>
                  <a:gd name="csY153" fmla="*/ 22367 h 23251"/>
                  <a:gd name="csX154" fmla="*/ 72568 w 292410"/>
                  <a:gd name="csY154" fmla="*/ 23252 h 23251"/>
                  <a:gd name="csX155" fmla="*/ 72568 w 292410"/>
                  <a:gd name="csY155" fmla="*/ 20124 h 23251"/>
                  <a:gd name="csX156" fmla="*/ 75169 w 292410"/>
                  <a:gd name="csY156" fmla="*/ 19081 h 23251"/>
                  <a:gd name="csX157" fmla="*/ 76183 w 292410"/>
                  <a:gd name="csY157" fmla="*/ 15954 h 23251"/>
                  <a:gd name="csX158" fmla="*/ 76215 w 292410"/>
                  <a:gd name="csY158" fmla="*/ 14722 h 23251"/>
                  <a:gd name="csX159" fmla="*/ 76183 w 292410"/>
                  <a:gd name="csY159" fmla="*/ 13490 h 23251"/>
                  <a:gd name="csX160" fmla="*/ 75169 w 292410"/>
                  <a:gd name="csY160" fmla="*/ 10394 h 23251"/>
                  <a:gd name="csX161" fmla="*/ 72568 w 292410"/>
                  <a:gd name="csY161" fmla="*/ 9320 h 23251"/>
                  <a:gd name="csX162" fmla="*/ 69968 w 292410"/>
                  <a:gd name="csY162" fmla="*/ 10394 h 23251"/>
                  <a:gd name="csX163" fmla="*/ 68953 w 292410"/>
                  <a:gd name="csY163" fmla="*/ 13490 h 23251"/>
                  <a:gd name="csX164" fmla="*/ 68921 w 292410"/>
                  <a:gd name="csY164" fmla="*/ 14722 h 23251"/>
                  <a:gd name="csX165" fmla="*/ 68953 w 292410"/>
                  <a:gd name="csY165" fmla="*/ 15954 h 23251"/>
                  <a:gd name="csX166" fmla="*/ 69968 w 292410"/>
                  <a:gd name="csY166" fmla="*/ 19081 h 23251"/>
                  <a:gd name="csX167" fmla="*/ 72568 w 292410"/>
                  <a:gd name="csY167" fmla="*/ 20124 h 23251"/>
                  <a:gd name="csX168" fmla="*/ 90164 w 292410"/>
                  <a:gd name="csY168" fmla="*/ 23252 h 23251"/>
                  <a:gd name="csX169" fmla="*/ 86803 w 292410"/>
                  <a:gd name="csY169" fmla="*/ 22399 h 23251"/>
                  <a:gd name="csX170" fmla="*/ 84646 w 292410"/>
                  <a:gd name="csY170" fmla="*/ 19934 h 23251"/>
                  <a:gd name="csX171" fmla="*/ 83885 w 292410"/>
                  <a:gd name="csY171" fmla="*/ 16143 h 23251"/>
                  <a:gd name="csX172" fmla="*/ 83885 w 292410"/>
                  <a:gd name="csY172" fmla="*/ 7266 h 23251"/>
                  <a:gd name="csX173" fmla="*/ 84107 w 292410"/>
                  <a:gd name="csY173" fmla="*/ 6729 h 23251"/>
                  <a:gd name="csX174" fmla="*/ 84646 w 292410"/>
                  <a:gd name="csY174" fmla="*/ 6508 h 23251"/>
                  <a:gd name="csX175" fmla="*/ 87437 w 292410"/>
                  <a:gd name="csY175" fmla="*/ 6508 h 23251"/>
                  <a:gd name="csX176" fmla="*/ 87976 w 292410"/>
                  <a:gd name="csY176" fmla="*/ 6729 h 23251"/>
                  <a:gd name="csX177" fmla="*/ 88198 w 292410"/>
                  <a:gd name="csY177" fmla="*/ 7266 h 23251"/>
                  <a:gd name="csX178" fmla="*/ 88198 w 292410"/>
                  <a:gd name="csY178" fmla="*/ 15954 h 23251"/>
                  <a:gd name="csX179" fmla="*/ 91655 w 292410"/>
                  <a:gd name="csY179" fmla="*/ 19871 h 23251"/>
                  <a:gd name="csX180" fmla="*/ 94255 w 292410"/>
                  <a:gd name="csY180" fmla="*/ 18829 h 23251"/>
                  <a:gd name="csX181" fmla="*/ 95238 w 292410"/>
                  <a:gd name="csY181" fmla="*/ 15954 h 23251"/>
                  <a:gd name="csX182" fmla="*/ 95238 w 292410"/>
                  <a:gd name="csY182" fmla="*/ 7266 h 23251"/>
                  <a:gd name="csX183" fmla="*/ 95460 w 292410"/>
                  <a:gd name="csY183" fmla="*/ 6729 h 23251"/>
                  <a:gd name="csX184" fmla="*/ 95999 w 292410"/>
                  <a:gd name="csY184" fmla="*/ 6508 h 23251"/>
                  <a:gd name="csX185" fmla="*/ 98790 w 292410"/>
                  <a:gd name="csY185" fmla="*/ 6508 h 23251"/>
                  <a:gd name="csX186" fmla="*/ 99329 w 292410"/>
                  <a:gd name="csY186" fmla="*/ 6729 h 23251"/>
                  <a:gd name="csX187" fmla="*/ 99551 w 292410"/>
                  <a:gd name="csY187" fmla="*/ 7266 h 23251"/>
                  <a:gd name="csX188" fmla="*/ 99551 w 292410"/>
                  <a:gd name="csY188" fmla="*/ 22177 h 23251"/>
                  <a:gd name="csX189" fmla="*/ 99329 w 292410"/>
                  <a:gd name="csY189" fmla="*/ 22714 h 23251"/>
                  <a:gd name="csX190" fmla="*/ 98790 w 292410"/>
                  <a:gd name="csY190" fmla="*/ 22936 h 23251"/>
                  <a:gd name="csX191" fmla="*/ 96221 w 292410"/>
                  <a:gd name="csY191" fmla="*/ 22936 h 23251"/>
                  <a:gd name="csX192" fmla="*/ 95651 w 292410"/>
                  <a:gd name="csY192" fmla="*/ 22714 h 23251"/>
                  <a:gd name="csX193" fmla="*/ 95460 w 292410"/>
                  <a:gd name="csY193" fmla="*/ 22177 h 23251"/>
                  <a:gd name="csX194" fmla="*/ 95460 w 292410"/>
                  <a:gd name="csY194" fmla="*/ 20882 h 23251"/>
                  <a:gd name="csX195" fmla="*/ 93336 w 292410"/>
                  <a:gd name="csY195" fmla="*/ 22620 h 23251"/>
                  <a:gd name="csX196" fmla="*/ 90164 w 292410"/>
                  <a:gd name="csY196" fmla="*/ 23252 h 23251"/>
                  <a:gd name="csX197" fmla="*/ 104501 w 292410"/>
                  <a:gd name="csY197" fmla="*/ 22936 h 23251"/>
                  <a:gd name="csX198" fmla="*/ 103962 w 292410"/>
                  <a:gd name="csY198" fmla="*/ 22714 h 23251"/>
                  <a:gd name="csX199" fmla="*/ 103740 w 292410"/>
                  <a:gd name="csY199" fmla="*/ 22177 h 23251"/>
                  <a:gd name="csX200" fmla="*/ 103740 w 292410"/>
                  <a:gd name="csY200" fmla="*/ 7266 h 23251"/>
                  <a:gd name="csX201" fmla="*/ 103962 w 292410"/>
                  <a:gd name="csY201" fmla="*/ 6729 h 23251"/>
                  <a:gd name="csX202" fmla="*/ 104501 w 292410"/>
                  <a:gd name="csY202" fmla="*/ 6508 h 23251"/>
                  <a:gd name="csX203" fmla="*/ 107101 w 292410"/>
                  <a:gd name="csY203" fmla="*/ 6508 h 23251"/>
                  <a:gd name="csX204" fmla="*/ 107640 w 292410"/>
                  <a:gd name="csY204" fmla="*/ 6729 h 23251"/>
                  <a:gd name="csX205" fmla="*/ 107862 w 292410"/>
                  <a:gd name="csY205" fmla="*/ 7266 h 23251"/>
                  <a:gd name="csX206" fmla="*/ 107862 w 292410"/>
                  <a:gd name="csY206" fmla="*/ 8561 h 23251"/>
                  <a:gd name="csX207" fmla="*/ 109955 w 292410"/>
                  <a:gd name="csY207" fmla="*/ 6887 h 23251"/>
                  <a:gd name="csX208" fmla="*/ 113158 w 292410"/>
                  <a:gd name="csY208" fmla="*/ 6192 h 23251"/>
                  <a:gd name="csX209" fmla="*/ 116520 w 292410"/>
                  <a:gd name="csY209" fmla="*/ 7077 h 23251"/>
                  <a:gd name="csX210" fmla="*/ 118708 w 292410"/>
                  <a:gd name="csY210" fmla="*/ 9509 h 23251"/>
                  <a:gd name="csX211" fmla="*/ 119501 w 292410"/>
                  <a:gd name="csY211" fmla="*/ 13300 h 23251"/>
                  <a:gd name="csX212" fmla="*/ 119501 w 292410"/>
                  <a:gd name="csY212" fmla="*/ 22177 h 23251"/>
                  <a:gd name="csX213" fmla="*/ 119279 w 292410"/>
                  <a:gd name="csY213" fmla="*/ 22714 h 23251"/>
                  <a:gd name="csX214" fmla="*/ 118740 w 292410"/>
                  <a:gd name="csY214" fmla="*/ 22936 h 23251"/>
                  <a:gd name="csX215" fmla="*/ 115949 w 292410"/>
                  <a:gd name="csY215" fmla="*/ 22936 h 23251"/>
                  <a:gd name="csX216" fmla="*/ 115410 w 292410"/>
                  <a:gd name="csY216" fmla="*/ 22714 h 23251"/>
                  <a:gd name="csX217" fmla="*/ 115188 w 292410"/>
                  <a:gd name="csY217" fmla="*/ 22177 h 23251"/>
                  <a:gd name="csX218" fmla="*/ 115188 w 292410"/>
                  <a:gd name="csY218" fmla="*/ 13490 h 23251"/>
                  <a:gd name="csX219" fmla="*/ 114268 w 292410"/>
                  <a:gd name="csY219" fmla="*/ 10615 h 23251"/>
                  <a:gd name="csX220" fmla="*/ 111668 w 292410"/>
                  <a:gd name="csY220" fmla="*/ 9572 h 23251"/>
                  <a:gd name="csX221" fmla="*/ 109036 w 292410"/>
                  <a:gd name="csY221" fmla="*/ 10615 h 23251"/>
                  <a:gd name="csX222" fmla="*/ 108053 w 292410"/>
                  <a:gd name="csY222" fmla="*/ 13490 h 23251"/>
                  <a:gd name="csX223" fmla="*/ 108053 w 292410"/>
                  <a:gd name="csY223" fmla="*/ 22177 h 23251"/>
                  <a:gd name="csX224" fmla="*/ 107831 w 292410"/>
                  <a:gd name="csY224" fmla="*/ 22714 h 23251"/>
                  <a:gd name="csX225" fmla="*/ 107292 w 292410"/>
                  <a:gd name="csY225" fmla="*/ 22936 h 23251"/>
                  <a:gd name="csX226" fmla="*/ 104501 w 292410"/>
                  <a:gd name="csY226" fmla="*/ 22936 h 23251"/>
                  <a:gd name="csX227" fmla="*/ 130795 w 292410"/>
                  <a:gd name="csY227" fmla="*/ 22936 h 23251"/>
                  <a:gd name="csX228" fmla="*/ 127592 w 292410"/>
                  <a:gd name="csY228" fmla="*/ 22272 h 23251"/>
                  <a:gd name="csX229" fmla="*/ 125658 w 292410"/>
                  <a:gd name="csY229" fmla="*/ 20314 h 23251"/>
                  <a:gd name="csX230" fmla="*/ 125024 w 292410"/>
                  <a:gd name="csY230" fmla="*/ 17028 h 23251"/>
                  <a:gd name="csX231" fmla="*/ 125024 w 292410"/>
                  <a:gd name="csY231" fmla="*/ 9857 h 23251"/>
                  <a:gd name="csX232" fmla="*/ 122518 w 292410"/>
                  <a:gd name="csY232" fmla="*/ 9857 h 23251"/>
                  <a:gd name="csX233" fmla="*/ 121979 w 292410"/>
                  <a:gd name="csY233" fmla="*/ 9635 h 23251"/>
                  <a:gd name="csX234" fmla="*/ 121757 w 292410"/>
                  <a:gd name="csY234" fmla="*/ 9098 h 23251"/>
                  <a:gd name="csX235" fmla="*/ 121757 w 292410"/>
                  <a:gd name="csY235" fmla="*/ 7266 h 23251"/>
                  <a:gd name="csX236" fmla="*/ 121979 w 292410"/>
                  <a:gd name="csY236" fmla="*/ 6729 h 23251"/>
                  <a:gd name="csX237" fmla="*/ 122518 w 292410"/>
                  <a:gd name="csY237" fmla="*/ 6508 h 23251"/>
                  <a:gd name="csX238" fmla="*/ 125024 w 292410"/>
                  <a:gd name="csY238" fmla="*/ 6508 h 23251"/>
                  <a:gd name="csX239" fmla="*/ 125024 w 292410"/>
                  <a:gd name="csY239" fmla="*/ 1264 h 23251"/>
                  <a:gd name="csX240" fmla="*/ 125214 w 292410"/>
                  <a:gd name="csY240" fmla="*/ 727 h 23251"/>
                  <a:gd name="csX241" fmla="*/ 125785 w 292410"/>
                  <a:gd name="csY241" fmla="*/ 505 h 23251"/>
                  <a:gd name="csX242" fmla="*/ 128353 w 292410"/>
                  <a:gd name="csY242" fmla="*/ 505 h 23251"/>
                  <a:gd name="csX243" fmla="*/ 128893 w 292410"/>
                  <a:gd name="csY243" fmla="*/ 727 h 23251"/>
                  <a:gd name="csX244" fmla="*/ 129115 w 292410"/>
                  <a:gd name="csY244" fmla="*/ 1264 h 23251"/>
                  <a:gd name="csX245" fmla="*/ 129115 w 292410"/>
                  <a:gd name="csY245" fmla="*/ 6508 h 23251"/>
                  <a:gd name="csX246" fmla="*/ 133079 w 292410"/>
                  <a:gd name="csY246" fmla="*/ 6508 h 23251"/>
                  <a:gd name="csX247" fmla="*/ 133618 w 292410"/>
                  <a:gd name="csY247" fmla="*/ 6729 h 23251"/>
                  <a:gd name="csX248" fmla="*/ 133840 w 292410"/>
                  <a:gd name="csY248" fmla="*/ 7266 h 23251"/>
                  <a:gd name="csX249" fmla="*/ 133840 w 292410"/>
                  <a:gd name="csY249" fmla="*/ 9098 h 23251"/>
                  <a:gd name="csX250" fmla="*/ 133618 w 292410"/>
                  <a:gd name="csY250" fmla="*/ 9635 h 23251"/>
                  <a:gd name="csX251" fmla="*/ 133079 w 292410"/>
                  <a:gd name="csY251" fmla="*/ 9857 h 23251"/>
                  <a:gd name="csX252" fmla="*/ 129115 w 292410"/>
                  <a:gd name="csY252" fmla="*/ 9857 h 23251"/>
                  <a:gd name="csX253" fmla="*/ 129115 w 292410"/>
                  <a:gd name="csY253" fmla="*/ 16712 h 23251"/>
                  <a:gd name="csX254" fmla="*/ 129558 w 292410"/>
                  <a:gd name="csY254" fmla="*/ 18734 h 23251"/>
                  <a:gd name="csX255" fmla="*/ 131176 w 292410"/>
                  <a:gd name="csY255" fmla="*/ 19460 h 23251"/>
                  <a:gd name="csX256" fmla="*/ 133364 w 292410"/>
                  <a:gd name="csY256" fmla="*/ 19460 h 23251"/>
                  <a:gd name="csX257" fmla="*/ 133903 w 292410"/>
                  <a:gd name="csY257" fmla="*/ 19682 h 23251"/>
                  <a:gd name="csX258" fmla="*/ 134125 w 292410"/>
                  <a:gd name="csY258" fmla="*/ 20219 h 23251"/>
                  <a:gd name="csX259" fmla="*/ 134125 w 292410"/>
                  <a:gd name="csY259" fmla="*/ 22177 h 23251"/>
                  <a:gd name="csX260" fmla="*/ 133903 w 292410"/>
                  <a:gd name="csY260" fmla="*/ 22714 h 23251"/>
                  <a:gd name="csX261" fmla="*/ 133364 w 292410"/>
                  <a:gd name="csY261" fmla="*/ 22936 h 23251"/>
                  <a:gd name="csX262" fmla="*/ 130795 w 292410"/>
                  <a:gd name="csY262" fmla="*/ 22936 h 23251"/>
                  <a:gd name="csX263" fmla="*/ 145882 w 292410"/>
                  <a:gd name="csY263" fmla="*/ 23252 h 23251"/>
                  <a:gd name="csX264" fmla="*/ 140871 w 292410"/>
                  <a:gd name="csY264" fmla="*/ 22241 h 23251"/>
                  <a:gd name="csX265" fmla="*/ 137763 w 292410"/>
                  <a:gd name="csY265" fmla="*/ 19303 h 23251"/>
                  <a:gd name="csX266" fmla="*/ 136558 w 292410"/>
                  <a:gd name="csY266" fmla="*/ 14690 h 23251"/>
                  <a:gd name="csX267" fmla="*/ 136526 w 292410"/>
                  <a:gd name="csY267" fmla="*/ 11910 h 23251"/>
                  <a:gd name="csX268" fmla="*/ 136558 w 292410"/>
                  <a:gd name="csY268" fmla="*/ 9067 h 23251"/>
                  <a:gd name="csX269" fmla="*/ 137763 w 292410"/>
                  <a:gd name="csY269" fmla="*/ 4486 h 23251"/>
                  <a:gd name="csX270" fmla="*/ 140903 w 292410"/>
                  <a:gd name="csY270" fmla="*/ 1548 h 23251"/>
                  <a:gd name="csX271" fmla="*/ 145882 w 292410"/>
                  <a:gd name="csY271" fmla="*/ 505 h 23251"/>
                  <a:gd name="csX272" fmla="*/ 149751 w 292410"/>
                  <a:gd name="csY272" fmla="*/ 1074 h 23251"/>
                  <a:gd name="csX273" fmla="*/ 152668 w 292410"/>
                  <a:gd name="csY273" fmla="*/ 2654 h 23251"/>
                  <a:gd name="csX274" fmla="*/ 154539 w 292410"/>
                  <a:gd name="csY274" fmla="*/ 4960 h 23251"/>
                  <a:gd name="csX275" fmla="*/ 155237 w 292410"/>
                  <a:gd name="csY275" fmla="*/ 7835 h 23251"/>
                  <a:gd name="csX276" fmla="*/ 155047 w 292410"/>
                  <a:gd name="csY276" fmla="*/ 8309 h 23251"/>
                  <a:gd name="csX277" fmla="*/ 154571 w 292410"/>
                  <a:gd name="csY277" fmla="*/ 8498 h 23251"/>
                  <a:gd name="csX278" fmla="*/ 151558 w 292410"/>
                  <a:gd name="csY278" fmla="*/ 8498 h 23251"/>
                  <a:gd name="csX279" fmla="*/ 150987 w 292410"/>
                  <a:gd name="csY279" fmla="*/ 8340 h 23251"/>
                  <a:gd name="csX280" fmla="*/ 150670 w 292410"/>
                  <a:gd name="csY280" fmla="*/ 7740 h 23251"/>
                  <a:gd name="csX281" fmla="*/ 148926 w 292410"/>
                  <a:gd name="csY281" fmla="*/ 4897 h 23251"/>
                  <a:gd name="csX282" fmla="*/ 145850 w 292410"/>
                  <a:gd name="csY282" fmla="*/ 4139 h 23251"/>
                  <a:gd name="csX283" fmla="*/ 142457 w 292410"/>
                  <a:gd name="csY283" fmla="*/ 5339 h 23251"/>
                  <a:gd name="csX284" fmla="*/ 141093 w 292410"/>
                  <a:gd name="csY284" fmla="*/ 9225 h 23251"/>
                  <a:gd name="csX285" fmla="*/ 141093 w 292410"/>
                  <a:gd name="csY285" fmla="*/ 14532 h 23251"/>
                  <a:gd name="csX286" fmla="*/ 142457 w 292410"/>
                  <a:gd name="csY286" fmla="*/ 18450 h 23251"/>
                  <a:gd name="csX287" fmla="*/ 145850 w 292410"/>
                  <a:gd name="csY287" fmla="*/ 19618 h 23251"/>
                  <a:gd name="csX288" fmla="*/ 148926 w 292410"/>
                  <a:gd name="csY288" fmla="*/ 18860 h 23251"/>
                  <a:gd name="csX289" fmla="*/ 150670 w 292410"/>
                  <a:gd name="csY289" fmla="*/ 16017 h 23251"/>
                  <a:gd name="csX290" fmla="*/ 150987 w 292410"/>
                  <a:gd name="csY290" fmla="*/ 15417 h 23251"/>
                  <a:gd name="csX291" fmla="*/ 151558 w 292410"/>
                  <a:gd name="csY291" fmla="*/ 15259 h 23251"/>
                  <a:gd name="csX292" fmla="*/ 154571 w 292410"/>
                  <a:gd name="csY292" fmla="*/ 15259 h 23251"/>
                  <a:gd name="csX293" fmla="*/ 155047 w 292410"/>
                  <a:gd name="csY293" fmla="*/ 15448 h 23251"/>
                  <a:gd name="csX294" fmla="*/ 155237 w 292410"/>
                  <a:gd name="csY294" fmla="*/ 15922 h 23251"/>
                  <a:gd name="csX295" fmla="*/ 154539 w 292410"/>
                  <a:gd name="csY295" fmla="*/ 18797 h 23251"/>
                  <a:gd name="csX296" fmla="*/ 152668 w 292410"/>
                  <a:gd name="csY296" fmla="*/ 21135 h 23251"/>
                  <a:gd name="csX297" fmla="*/ 149751 w 292410"/>
                  <a:gd name="csY297" fmla="*/ 22683 h 23251"/>
                  <a:gd name="csX298" fmla="*/ 145882 w 292410"/>
                  <a:gd name="csY298" fmla="*/ 23252 h 23251"/>
                  <a:gd name="csX299" fmla="*/ 163405 w 292410"/>
                  <a:gd name="csY299" fmla="*/ 23252 h 23251"/>
                  <a:gd name="csX300" fmla="*/ 160424 w 292410"/>
                  <a:gd name="csY300" fmla="*/ 22620 h 23251"/>
                  <a:gd name="csX301" fmla="*/ 158299 w 292410"/>
                  <a:gd name="csY301" fmla="*/ 20882 h 23251"/>
                  <a:gd name="csX302" fmla="*/ 157538 w 292410"/>
                  <a:gd name="csY302" fmla="*/ 18418 h 23251"/>
                  <a:gd name="csX303" fmla="*/ 159314 w 292410"/>
                  <a:gd name="csY303" fmla="*/ 14911 h 23251"/>
                  <a:gd name="csX304" fmla="*/ 164071 w 292410"/>
                  <a:gd name="csY304" fmla="*/ 13142 h 23251"/>
                  <a:gd name="csX305" fmla="*/ 168416 w 292410"/>
                  <a:gd name="csY305" fmla="*/ 12510 h 23251"/>
                  <a:gd name="csX306" fmla="*/ 168416 w 292410"/>
                  <a:gd name="csY306" fmla="*/ 11847 h 23251"/>
                  <a:gd name="csX307" fmla="*/ 167750 w 292410"/>
                  <a:gd name="csY307" fmla="*/ 9793 h 23251"/>
                  <a:gd name="csX308" fmla="*/ 165467 w 292410"/>
                  <a:gd name="csY308" fmla="*/ 9067 h 23251"/>
                  <a:gd name="csX309" fmla="*/ 163595 w 292410"/>
                  <a:gd name="csY309" fmla="*/ 9541 h 23251"/>
                  <a:gd name="csX310" fmla="*/ 162549 w 292410"/>
                  <a:gd name="csY310" fmla="*/ 10741 h 23251"/>
                  <a:gd name="csX311" fmla="*/ 161820 w 292410"/>
                  <a:gd name="csY311" fmla="*/ 11152 h 23251"/>
                  <a:gd name="csX312" fmla="*/ 159314 w 292410"/>
                  <a:gd name="csY312" fmla="*/ 11152 h 23251"/>
                  <a:gd name="csX313" fmla="*/ 158775 w 292410"/>
                  <a:gd name="csY313" fmla="*/ 10962 h 23251"/>
                  <a:gd name="csX314" fmla="*/ 158617 w 292410"/>
                  <a:gd name="csY314" fmla="*/ 10457 h 23251"/>
                  <a:gd name="csX315" fmla="*/ 159029 w 292410"/>
                  <a:gd name="csY315" fmla="*/ 9225 h 23251"/>
                  <a:gd name="csX316" fmla="*/ 160234 w 292410"/>
                  <a:gd name="csY316" fmla="*/ 7835 h 23251"/>
                  <a:gd name="csX317" fmla="*/ 162359 w 292410"/>
                  <a:gd name="csY317" fmla="*/ 6666 h 23251"/>
                  <a:gd name="csX318" fmla="*/ 165498 w 292410"/>
                  <a:gd name="csY318" fmla="*/ 6192 h 23251"/>
                  <a:gd name="csX319" fmla="*/ 168860 w 292410"/>
                  <a:gd name="csY319" fmla="*/ 6697 h 23251"/>
                  <a:gd name="csX320" fmla="*/ 171080 w 292410"/>
                  <a:gd name="csY320" fmla="*/ 7993 h 23251"/>
                  <a:gd name="csX321" fmla="*/ 172285 w 292410"/>
                  <a:gd name="csY321" fmla="*/ 9920 h 23251"/>
                  <a:gd name="csX322" fmla="*/ 172665 w 292410"/>
                  <a:gd name="csY322" fmla="*/ 12258 h 23251"/>
                  <a:gd name="csX323" fmla="*/ 172665 w 292410"/>
                  <a:gd name="csY323" fmla="*/ 22177 h 23251"/>
                  <a:gd name="csX324" fmla="*/ 172443 w 292410"/>
                  <a:gd name="csY324" fmla="*/ 22714 h 23251"/>
                  <a:gd name="csX325" fmla="*/ 171904 w 292410"/>
                  <a:gd name="csY325" fmla="*/ 22936 h 23251"/>
                  <a:gd name="csX326" fmla="*/ 169335 w 292410"/>
                  <a:gd name="csY326" fmla="*/ 22936 h 23251"/>
                  <a:gd name="csX327" fmla="*/ 168765 w 292410"/>
                  <a:gd name="csY327" fmla="*/ 22714 h 23251"/>
                  <a:gd name="csX328" fmla="*/ 168574 w 292410"/>
                  <a:gd name="csY328" fmla="*/ 22177 h 23251"/>
                  <a:gd name="csX329" fmla="*/ 168574 w 292410"/>
                  <a:gd name="csY329" fmla="*/ 20945 h 23251"/>
                  <a:gd name="csX330" fmla="*/ 167464 w 292410"/>
                  <a:gd name="csY330" fmla="*/ 22083 h 23251"/>
                  <a:gd name="csX331" fmla="*/ 165752 w 292410"/>
                  <a:gd name="csY331" fmla="*/ 22936 h 23251"/>
                  <a:gd name="csX332" fmla="*/ 163405 w 292410"/>
                  <a:gd name="csY332" fmla="*/ 23252 h 23251"/>
                  <a:gd name="csX333" fmla="*/ 164483 w 292410"/>
                  <a:gd name="csY333" fmla="*/ 20250 h 23251"/>
                  <a:gd name="csX334" fmla="*/ 166481 w 292410"/>
                  <a:gd name="csY334" fmla="*/ 19776 h 23251"/>
                  <a:gd name="csX335" fmla="*/ 167908 w 292410"/>
                  <a:gd name="csY335" fmla="*/ 18323 h 23251"/>
                  <a:gd name="csX336" fmla="*/ 168448 w 292410"/>
                  <a:gd name="csY336" fmla="*/ 15796 h 23251"/>
                  <a:gd name="csX337" fmla="*/ 168448 w 292410"/>
                  <a:gd name="csY337" fmla="*/ 15132 h 23251"/>
                  <a:gd name="csX338" fmla="*/ 165276 w 292410"/>
                  <a:gd name="csY338" fmla="*/ 15638 h 23251"/>
                  <a:gd name="csX339" fmla="*/ 162486 w 292410"/>
                  <a:gd name="csY339" fmla="*/ 16554 h 23251"/>
                  <a:gd name="csX340" fmla="*/ 161566 w 292410"/>
                  <a:gd name="csY340" fmla="*/ 18102 h 23251"/>
                  <a:gd name="csX341" fmla="*/ 161978 w 292410"/>
                  <a:gd name="csY341" fmla="*/ 19303 h 23251"/>
                  <a:gd name="csX342" fmla="*/ 163088 w 292410"/>
                  <a:gd name="csY342" fmla="*/ 20029 h 23251"/>
                  <a:gd name="csX343" fmla="*/ 164483 w 292410"/>
                  <a:gd name="csY343" fmla="*/ 20250 h 23251"/>
                  <a:gd name="csX344" fmla="*/ 177527 w 292410"/>
                  <a:gd name="csY344" fmla="*/ 22936 h 23251"/>
                  <a:gd name="csX345" fmla="*/ 176987 w 292410"/>
                  <a:gd name="csY345" fmla="*/ 22714 h 23251"/>
                  <a:gd name="csX346" fmla="*/ 176765 w 292410"/>
                  <a:gd name="csY346" fmla="*/ 22177 h 23251"/>
                  <a:gd name="csX347" fmla="*/ 176765 w 292410"/>
                  <a:gd name="csY347" fmla="*/ 1264 h 23251"/>
                  <a:gd name="csX348" fmla="*/ 176987 w 292410"/>
                  <a:gd name="csY348" fmla="*/ 727 h 23251"/>
                  <a:gd name="csX349" fmla="*/ 177527 w 292410"/>
                  <a:gd name="csY349" fmla="*/ 505 h 23251"/>
                  <a:gd name="csX350" fmla="*/ 180159 w 292410"/>
                  <a:gd name="csY350" fmla="*/ 505 h 23251"/>
                  <a:gd name="csX351" fmla="*/ 180698 w 292410"/>
                  <a:gd name="csY351" fmla="*/ 727 h 23251"/>
                  <a:gd name="csX352" fmla="*/ 180920 w 292410"/>
                  <a:gd name="csY352" fmla="*/ 1264 h 23251"/>
                  <a:gd name="csX353" fmla="*/ 180920 w 292410"/>
                  <a:gd name="csY353" fmla="*/ 22177 h 23251"/>
                  <a:gd name="csX354" fmla="*/ 180698 w 292410"/>
                  <a:gd name="csY354" fmla="*/ 22714 h 23251"/>
                  <a:gd name="csX355" fmla="*/ 180159 w 292410"/>
                  <a:gd name="csY355" fmla="*/ 22936 h 23251"/>
                  <a:gd name="csX356" fmla="*/ 177527 w 292410"/>
                  <a:gd name="csY356" fmla="*/ 22936 h 23251"/>
                  <a:gd name="csX357" fmla="*/ 192264 w 292410"/>
                  <a:gd name="csY357" fmla="*/ 23252 h 23251"/>
                  <a:gd name="csX358" fmla="*/ 188236 w 292410"/>
                  <a:gd name="csY358" fmla="*/ 22399 h 23251"/>
                  <a:gd name="csX359" fmla="*/ 185541 w 292410"/>
                  <a:gd name="csY359" fmla="*/ 19934 h 23251"/>
                  <a:gd name="csX360" fmla="*/ 184494 w 292410"/>
                  <a:gd name="csY360" fmla="*/ 15985 h 23251"/>
                  <a:gd name="csX361" fmla="*/ 184463 w 292410"/>
                  <a:gd name="csY361" fmla="*/ 14753 h 23251"/>
                  <a:gd name="csX362" fmla="*/ 184494 w 292410"/>
                  <a:gd name="csY362" fmla="*/ 13458 h 23251"/>
                  <a:gd name="csX363" fmla="*/ 185541 w 292410"/>
                  <a:gd name="csY363" fmla="*/ 9541 h 23251"/>
                  <a:gd name="csX364" fmla="*/ 188236 w 292410"/>
                  <a:gd name="csY364" fmla="*/ 7045 h 23251"/>
                  <a:gd name="csX365" fmla="*/ 192264 w 292410"/>
                  <a:gd name="csY365" fmla="*/ 6192 h 23251"/>
                  <a:gd name="csX366" fmla="*/ 195721 w 292410"/>
                  <a:gd name="csY366" fmla="*/ 6761 h 23251"/>
                  <a:gd name="csX367" fmla="*/ 198067 w 292410"/>
                  <a:gd name="csY367" fmla="*/ 8182 h 23251"/>
                  <a:gd name="csX368" fmla="*/ 199431 w 292410"/>
                  <a:gd name="csY368" fmla="*/ 9983 h 23251"/>
                  <a:gd name="csX369" fmla="*/ 199938 w 292410"/>
                  <a:gd name="csY369" fmla="*/ 11657 h 23251"/>
                  <a:gd name="csX370" fmla="*/ 199716 w 292410"/>
                  <a:gd name="csY370" fmla="*/ 12226 h 23251"/>
                  <a:gd name="csX371" fmla="*/ 199177 w 292410"/>
                  <a:gd name="csY371" fmla="*/ 12416 h 23251"/>
                  <a:gd name="csX372" fmla="*/ 196387 w 292410"/>
                  <a:gd name="csY372" fmla="*/ 12416 h 23251"/>
                  <a:gd name="csX373" fmla="*/ 195879 w 292410"/>
                  <a:gd name="csY373" fmla="*/ 12258 h 23251"/>
                  <a:gd name="csX374" fmla="*/ 195562 w 292410"/>
                  <a:gd name="csY374" fmla="*/ 11784 h 23251"/>
                  <a:gd name="csX375" fmla="*/ 194294 w 292410"/>
                  <a:gd name="csY375" fmla="*/ 10015 h 23251"/>
                  <a:gd name="csX376" fmla="*/ 192327 w 292410"/>
                  <a:gd name="csY376" fmla="*/ 9478 h 23251"/>
                  <a:gd name="csX377" fmla="*/ 189790 w 292410"/>
                  <a:gd name="csY377" fmla="*/ 10488 h 23251"/>
                  <a:gd name="csX378" fmla="*/ 188807 w 292410"/>
                  <a:gd name="csY378" fmla="*/ 13616 h 23251"/>
                  <a:gd name="csX379" fmla="*/ 188807 w 292410"/>
                  <a:gd name="csY379" fmla="*/ 15827 h 23251"/>
                  <a:gd name="csX380" fmla="*/ 189790 w 292410"/>
                  <a:gd name="csY380" fmla="*/ 18987 h 23251"/>
                  <a:gd name="csX381" fmla="*/ 192327 w 292410"/>
                  <a:gd name="csY381" fmla="*/ 19966 h 23251"/>
                  <a:gd name="csX382" fmla="*/ 194325 w 292410"/>
                  <a:gd name="csY382" fmla="*/ 19460 h 23251"/>
                  <a:gd name="csX383" fmla="*/ 195562 w 292410"/>
                  <a:gd name="csY383" fmla="*/ 17660 h 23251"/>
                  <a:gd name="csX384" fmla="*/ 195879 w 292410"/>
                  <a:gd name="csY384" fmla="*/ 17186 h 23251"/>
                  <a:gd name="csX385" fmla="*/ 196387 w 292410"/>
                  <a:gd name="csY385" fmla="*/ 17028 h 23251"/>
                  <a:gd name="csX386" fmla="*/ 199177 w 292410"/>
                  <a:gd name="csY386" fmla="*/ 17028 h 23251"/>
                  <a:gd name="csX387" fmla="*/ 199716 w 292410"/>
                  <a:gd name="csY387" fmla="*/ 17249 h 23251"/>
                  <a:gd name="csX388" fmla="*/ 199938 w 292410"/>
                  <a:gd name="csY388" fmla="*/ 17786 h 23251"/>
                  <a:gd name="csX389" fmla="*/ 199621 w 292410"/>
                  <a:gd name="csY389" fmla="*/ 19081 h 23251"/>
                  <a:gd name="csX390" fmla="*/ 198765 w 292410"/>
                  <a:gd name="csY390" fmla="*/ 20535 h 23251"/>
                  <a:gd name="csX391" fmla="*/ 197306 w 292410"/>
                  <a:gd name="csY391" fmla="*/ 21893 h 23251"/>
                  <a:gd name="csX392" fmla="*/ 195150 w 292410"/>
                  <a:gd name="csY392" fmla="*/ 22872 h 23251"/>
                  <a:gd name="csX393" fmla="*/ 192264 w 292410"/>
                  <a:gd name="csY393" fmla="*/ 23252 h 23251"/>
                  <a:gd name="csX394" fmla="*/ 209366 w 292410"/>
                  <a:gd name="csY394" fmla="*/ 23252 h 23251"/>
                  <a:gd name="csX395" fmla="*/ 206005 w 292410"/>
                  <a:gd name="csY395" fmla="*/ 22399 h 23251"/>
                  <a:gd name="csX396" fmla="*/ 203848 w 292410"/>
                  <a:gd name="csY396" fmla="*/ 19934 h 23251"/>
                  <a:gd name="csX397" fmla="*/ 203087 w 292410"/>
                  <a:gd name="csY397" fmla="*/ 16143 h 23251"/>
                  <a:gd name="csX398" fmla="*/ 203087 w 292410"/>
                  <a:gd name="csY398" fmla="*/ 7266 h 23251"/>
                  <a:gd name="csX399" fmla="*/ 203309 w 292410"/>
                  <a:gd name="csY399" fmla="*/ 6729 h 23251"/>
                  <a:gd name="csX400" fmla="*/ 203848 w 292410"/>
                  <a:gd name="csY400" fmla="*/ 6508 h 23251"/>
                  <a:gd name="csX401" fmla="*/ 206639 w 292410"/>
                  <a:gd name="csY401" fmla="*/ 6508 h 23251"/>
                  <a:gd name="csX402" fmla="*/ 207178 w 292410"/>
                  <a:gd name="csY402" fmla="*/ 6729 h 23251"/>
                  <a:gd name="csX403" fmla="*/ 207400 w 292410"/>
                  <a:gd name="csY403" fmla="*/ 7266 h 23251"/>
                  <a:gd name="csX404" fmla="*/ 207400 w 292410"/>
                  <a:gd name="csY404" fmla="*/ 15954 h 23251"/>
                  <a:gd name="csX405" fmla="*/ 210857 w 292410"/>
                  <a:gd name="csY405" fmla="*/ 19871 h 23251"/>
                  <a:gd name="csX406" fmla="*/ 213457 w 292410"/>
                  <a:gd name="csY406" fmla="*/ 18829 h 23251"/>
                  <a:gd name="csX407" fmla="*/ 214440 w 292410"/>
                  <a:gd name="csY407" fmla="*/ 15954 h 23251"/>
                  <a:gd name="csX408" fmla="*/ 214440 w 292410"/>
                  <a:gd name="csY408" fmla="*/ 7266 h 23251"/>
                  <a:gd name="csX409" fmla="*/ 214662 w 292410"/>
                  <a:gd name="csY409" fmla="*/ 6729 h 23251"/>
                  <a:gd name="csX410" fmla="*/ 215201 w 292410"/>
                  <a:gd name="csY410" fmla="*/ 6508 h 23251"/>
                  <a:gd name="csX411" fmla="*/ 217992 w 292410"/>
                  <a:gd name="csY411" fmla="*/ 6508 h 23251"/>
                  <a:gd name="csX412" fmla="*/ 218531 w 292410"/>
                  <a:gd name="csY412" fmla="*/ 6729 h 23251"/>
                  <a:gd name="csX413" fmla="*/ 218753 w 292410"/>
                  <a:gd name="csY413" fmla="*/ 7266 h 23251"/>
                  <a:gd name="csX414" fmla="*/ 218753 w 292410"/>
                  <a:gd name="csY414" fmla="*/ 22177 h 23251"/>
                  <a:gd name="csX415" fmla="*/ 218531 w 292410"/>
                  <a:gd name="csY415" fmla="*/ 22714 h 23251"/>
                  <a:gd name="csX416" fmla="*/ 217992 w 292410"/>
                  <a:gd name="csY416" fmla="*/ 22936 h 23251"/>
                  <a:gd name="csX417" fmla="*/ 215423 w 292410"/>
                  <a:gd name="csY417" fmla="*/ 22936 h 23251"/>
                  <a:gd name="csX418" fmla="*/ 214853 w 292410"/>
                  <a:gd name="csY418" fmla="*/ 22714 h 23251"/>
                  <a:gd name="csX419" fmla="*/ 214662 w 292410"/>
                  <a:gd name="csY419" fmla="*/ 22177 h 23251"/>
                  <a:gd name="csX420" fmla="*/ 214662 w 292410"/>
                  <a:gd name="csY420" fmla="*/ 20882 h 23251"/>
                  <a:gd name="csX421" fmla="*/ 212538 w 292410"/>
                  <a:gd name="csY421" fmla="*/ 22620 h 23251"/>
                  <a:gd name="csX422" fmla="*/ 209366 w 292410"/>
                  <a:gd name="csY422" fmla="*/ 23252 h 23251"/>
                  <a:gd name="csX423" fmla="*/ 223734 w 292410"/>
                  <a:gd name="csY423" fmla="*/ 22936 h 23251"/>
                  <a:gd name="csX424" fmla="*/ 223195 w 292410"/>
                  <a:gd name="csY424" fmla="*/ 22714 h 23251"/>
                  <a:gd name="csX425" fmla="*/ 222973 w 292410"/>
                  <a:gd name="csY425" fmla="*/ 22177 h 23251"/>
                  <a:gd name="csX426" fmla="*/ 222973 w 292410"/>
                  <a:gd name="csY426" fmla="*/ 1264 h 23251"/>
                  <a:gd name="csX427" fmla="*/ 223195 w 292410"/>
                  <a:gd name="csY427" fmla="*/ 727 h 23251"/>
                  <a:gd name="csX428" fmla="*/ 223734 w 292410"/>
                  <a:gd name="csY428" fmla="*/ 505 h 23251"/>
                  <a:gd name="csX429" fmla="*/ 226367 w 292410"/>
                  <a:gd name="csY429" fmla="*/ 505 h 23251"/>
                  <a:gd name="csX430" fmla="*/ 226906 w 292410"/>
                  <a:gd name="csY430" fmla="*/ 727 h 23251"/>
                  <a:gd name="csX431" fmla="*/ 227128 w 292410"/>
                  <a:gd name="csY431" fmla="*/ 1264 h 23251"/>
                  <a:gd name="csX432" fmla="*/ 227128 w 292410"/>
                  <a:gd name="csY432" fmla="*/ 22177 h 23251"/>
                  <a:gd name="csX433" fmla="*/ 226906 w 292410"/>
                  <a:gd name="csY433" fmla="*/ 22714 h 23251"/>
                  <a:gd name="csX434" fmla="*/ 226367 w 292410"/>
                  <a:gd name="csY434" fmla="*/ 22936 h 23251"/>
                  <a:gd name="csX435" fmla="*/ 223734 w 292410"/>
                  <a:gd name="csY435" fmla="*/ 22936 h 23251"/>
                  <a:gd name="csX436" fmla="*/ 236123 w 292410"/>
                  <a:gd name="csY436" fmla="*/ 23252 h 23251"/>
                  <a:gd name="csX437" fmla="*/ 233142 w 292410"/>
                  <a:gd name="csY437" fmla="*/ 22620 h 23251"/>
                  <a:gd name="csX438" fmla="*/ 231017 w 292410"/>
                  <a:gd name="csY438" fmla="*/ 20882 h 23251"/>
                  <a:gd name="csX439" fmla="*/ 230256 w 292410"/>
                  <a:gd name="csY439" fmla="*/ 18418 h 23251"/>
                  <a:gd name="csX440" fmla="*/ 232032 w 292410"/>
                  <a:gd name="csY440" fmla="*/ 14911 h 23251"/>
                  <a:gd name="csX441" fmla="*/ 236789 w 292410"/>
                  <a:gd name="csY441" fmla="*/ 13142 h 23251"/>
                  <a:gd name="csX442" fmla="*/ 241134 w 292410"/>
                  <a:gd name="csY442" fmla="*/ 12510 h 23251"/>
                  <a:gd name="csX443" fmla="*/ 241134 w 292410"/>
                  <a:gd name="csY443" fmla="*/ 11847 h 23251"/>
                  <a:gd name="csX444" fmla="*/ 240468 w 292410"/>
                  <a:gd name="csY444" fmla="*/ 9793 h 23251"/>
                  <a:gd name="csX445" fmla="*/ 238184 w 292410"/>
                  <a:gd name="csY445" fmla="*/ 9067 h 23251"/>
                  <a:gd name="csX446" fmla="*/ 236313 w 292410"/>
                  <a:gd name="csY446" fmla="*/ 9541 h 23251"/>
                  <a:gd name="csX447" fmla="*/ 235267 w 292410"/>
                  <a:gd name="csY447" fmla="*/ 10741 h 23251"/>
                  <a:gd name="csX448" fmla="*/ 234537 w 292410"/>
                  <a:gd name="csY448" fmla="*/ 11152 h 23251"/>
                  <a:gd name="csX449" fmla="*/ 232032 w 292410"/>
                  <a:gd name="csY449" fmla="*/ 11152 h 23251"/>
                  <a:gd name="csX450" fmla="*/ 231493 w 292410"/>
                  <a:gd name="csY450" fmla="*/ 10962 h 23251"/>
                  <a:gd name="csX451" fmla="*/ 231334 w 292410"/>
                  <a:gd name="csY451" fmla="*/ 10457 h 23251"/>
                  <a:gd name="csX452" fmla="*/ 231746 w 292410"/>
                  <a:gd name="csY452" fmla="*/ 9225 h 23251"/>
                  <a:gd name="csX453" fmla="*/ 232952 w 292410"/>
                  <a:gd name="csY453" fmla="*/ 7835 h 23251"/>
                  <a:gd name="csX454" fmla="*/ 235076 w 292410"/>
                  <a:gd name="csY454" fmla="*/ 6666 h 23251"/>
                  <a:gd name="csX455" fmla="*/ 238216 w 292410"/>
                  <a:gd name="csY455" fmla="*/ 6192 h 23251"/>
                  <a:gd name="csX456" fmla="*/ 241578 w 292410"/>
                  <a:gd name="csY456" fmla="*/ 6697 h 23251"/>
                  <a:gd name="csX457" fmla="*/ 243797 w 292410"/>
                  <a:gd name="csY457" fmla="*/ 7993 h 23251"/>
                  <a:gd name="csX458" fmla="*/ 245003 w 292410"/>
                  <a:gd name="csY458" fmla="*/ 9920 h 23251"/>
                  <a:gd name="csX459" fmla="*/ 245383 w 292410"/>
                  <a:gd name="csY459" fmla="*/ 12258 h 23251"/>
                  <a:gd name="csX460" fmla="*/ 245383 w 292410"/>
                  <a:gd name="csY460" fmla="*/ 22177 h 23251"/>
                  <a:gd name="csX461" fmla="*/ 245161 w 292410"/>
                  <a:gd name="csY461" fmla="*/ 22714 h 23251"/>
                  <a:gd name="csX462" fmla="*/ 244622 w 292410"/>
                  <a:gd name="csY462" fmla="*/ 22936 h 23251"/>
                  <a:gd name="csX463" fmla="*/ 242053 w 292410"/>
                  <a:gd name="csY463" fmla="*/ 22936 h 23251"/>
                  <a:gd name="csX464" fmla="*/ 241482 w 292410"/>
                  <a:gd name="csY464" fmla="*/ 22714 h 23251"/>
                  <a:gd name="csX465" fmla="*/ 241292 w 292410"/>
                  <a:gd name="csY465" fmla="*/ 22177 h 23251"/>
                  <a:gd name="csX466" fmla="*/ 241292 w 292410"/>
                  <a:gd name="csY466" fmla="*/ 20945 h 23251"/>
                  <a:gd name="csX467" fmla="*/ 240182 w 292410"/>
                  <a:gd name="csY467" fmla="*/ 22083 h 23251"/>
                  <a:gd name="csX468" fmla="*/ 238470 w 292410"/>
                  <a:gd name="csY468" fmla="*/ 22936 h 23251"/>
                  <a:gd name="csX469" fmla="*/ 236123 w 292410"/>
                  <a:gd name="csY469" fmla="*/ 23252 h 23251"/>
                  <a:gd name="csX470" fmla="*/ 237201 w 292410"/>
                  <a:gd name="csY470" fmla="*/ 20250 h 23251"/>
                  <a:gd name="csX471" fmla="*/ 239199 w 292410"/>
                  <a:gd name="csY471" fmla="*/ 19776 h 23251"/>
                  <a:gd name="csX472" fmla="*/ 240626 w 292410"/>
                  <a:gd name="csY472" fmla="*/ 18323 h 23251"/>
                  <a:gd name="csX473" fmla="*/ 241165 w 292410"/>
                  <a:gd name="csY473" fmla="*/ 15796 h 23251"/>
                  <a:gd name="csX474" fmla="*/ 241165 w 292410"/>
                  <a:gd name="csY474" fmla="*/ 15132 h 23251"/>
                  <a:gd name="csX475" fmla="*/ 237994 w 292410"/>
                  <a:gd name="csY475" fmla="*/ 15638 h 23251"/>
                  <a:gd name="csX476" fmla="*/ 235203 w 292410"/>
                  <a:gd name="csY476" fmla="*/ 16554 h 23251"/>
                  <a:gd name="csX477" fmla="*/ 234284 w 292410"/>
                  <a:gd name="csY477" fmla="*/ 18102 h 23251"/>
                  <a:gd name="csX478" fmla="*/ 234696 w 292410"/>
                  <a:gd name="csY478" fmla="*/ 19303 h 23251"/>
                  <a:gd name="csX479" fmla="*/ 235806 w 292410"/>
                  <a:gd name="csY479" fmla="*/ 20029 h 23251"/>
                  <a:gd name="csX480" fmla="*/ 237201 w 292410"/>
                  <a:gd name="csY480" fmla="*/ 20250 h 23251"/>
                  <a:gd name="csX481" fmla="*/ 256750 w 292410"/>
                  <a:gd name="csY481" fmla="*/ 22936 h 23251"/>
                  <a:gd name="csX482" fmla="*/ 253547 w 292410"/>
                  <a:gd name="csY482" fmla="*/ 22272 h 23251"/>
                  <a:gd name="csX483" fmla="*/ 251612 w 292410"/>
                  <a:gd name="csY483" fmla="*/ 20314 h 23251"/>
                  <a:gd name="csX484" fmla="*/ 250978 w 292410"/>
                  <a:gd name="csY484" fmla="*/ 17028 h 23251"/>
                  <a:gd name="csX485" fmla="*/ 250978 w 292410"/>
                  <a:gd name="csY485" fmla="*/ 9857 h 23251"/>
                  <a:gd name="csX486" fmla="*/ 248473 w 292410"/>
                  <a:gd name="csY486" fmla="*/ 9857 h 23251"/>
                  <a:gd name="csX487" fmla="*/ 247934 w 292410"/>
                  <a:gd name="csY487" fmla="*/ 9635 h 23251"/>
                  <a:gd name="csX488" fmla="*/ 247712 w 292410"/>
                  <a:gd name="csY488" fmla="*/ 9098 h 23251"/>
                  <a:gd name="csX489" fmla="*/ 247712 w 292410"/>
                  <a:gd name="csY489" fmla="*/ 7266 h 23251"/>
                  <a:gd name="csX490" fmla="*/ 247934 w 292410"/>
                  <a:gd name="csY490" fmla="*/ 6729 h 23251"/>
                  <a:gd name="csX491" fmla="*/ 248473 w 292410"/>
                  <a:gd name="csY491" fmla="*/ 6508 h 23251"/>
                  <a:gd name="csX492" fmla="*/ 250978 w 292410"/>
                  <a:gd name="csY492" fmla="*/ 6508 h 23251"/>
                  <a:gd name="csX493" fmla="*/ 250978 w 292410"/>
                  <a:gd name="csY493" fmla="*/ 1264 h 23251"/>
                  <a:gd name="csX494" fmla="*/ 251168 w 292410"/>
                  <a:gd name="csY494" fmla="*/ 727 h 23251"/>
                  <a:gd name="csX495" fmla="*/ 251739 w 292410"/>
                  <a:gd name="csY495" fmla="*/ 505 h 23251"/>
                  <a:gd name="csX496" fmla="*/ 254308 w 292410"/>
                  <a:gd name="csY496" fmla="*/ 505 h 23251"/>
                  <a:gd name="csX497" fmla="*/ 254847 w 292410"/>
                  <a:gd name="csY497" fmla="*/ 727 h 23251"/>
                  <a:gd name="csX498" fmla="*/ 255069 w 292410"/>
                  <a:gd name="csY498" fmla="*/ 1264 h 23251"/>
                  <a:gd name="csX499" fmla="*/ 255069 w 292410"/>
                  <a:gd name="csY499" fmla="*/ 6508 h 23251"/>
                  <a:gd name="csX500" fmla="*/ 259033 w 292410"/>
                  <a:gd name="csY500" fmla="*/ 6508 h 23251"/>
                  <a:gd name="csX501" fmla="*/ 259572 w 292410"/>
                  <a:gd name="csY501" fmla="*/ 6729 h 23251"/>
                  <a:gd name="csX502" fmla="*/ 259794 w 292410"/>
                  <a:gd name="csY502" fmla="*/ 7266 h 23251"/>
                  <a:gd name="csX503" fmla="*/ 259794 w 292410"/>
                  <a:gd name="csY503" fmla="*/ 9098 h 23251"/>
                  <a:gd name="csX504" fmla="*/ 259572 w 292410"/>
                  <a:gd name="csY504" fmla="*/ 9635 h 23251"/>
                  <a:gd name="csX505" fmla="*/ 259033 w 292410"/>
                  <a:gd name="csY505" fmla="*/ 9857 h 23251"/>
                  <a:gd name="csX506" fmla="*/ 255069 w 292410"/>
                  <a:gd name="csY506" fmla="*/ 9857 h 23251"/>
                  <a:gd name="csX507" fmla="*/ 255069 w 292410"/>
                  <a:gd name="csY507" fmla="*/ 16712 h 23251"/>
                  <a:gd name="csX508" fmla="*/ 255513 w 292410"/>
                  <a:gd name="csY508" fmla="*/ 18734 h 23251"/>
                  <a:gd name="csX509" fmla="*/ 257130 w 292410"/>
                  <a:gd name="csY509" fmla="*/ 19460 h 23251"/>
                  <a:gd name="csX510" fmla="*/ 259319 w 292410"/>
                  <a:gd name="csY510" fmla="*/ 19460 h 23251"/>
                  <a:gd name="csX511" fmla="*/ 259858 w 292410"/>
                  <a:gd name="csY511" fmla="*/ 19682 h 23251"/>
                  <a:gd name="csX512" fmla="*/ 260080 w 292410"/>
                  <a:gd name="csY512" fmla="*/ 20219 h 23251"/>
                  <a:gd name="csX513" fmla="*/ 260080 w 292410"/>
                  <a:gd name="csY513" fmla="*/ 22177 h 23251"/>
                  <a:gd name="csX514" fmla="*/ 259858 w 292410"/>
                  <a:gd name="csY514" fmla="*/ 22714 h 23251"/>
                  <a:gd name="csX515" fmla="*/ 259319 w 292410"/>
                  <a:gd name="csY515" fmla="*/ 22936 h 23251"/>
                  <a:gd name="csX516" fmla="*/ 256750 w 292410"/>
                  <a:gd name="csY516" fmla="*/ 22936 h 23251"/>
                  <a:gd name="csX517" fmla="*/ 270187 w 292410"/>
                  <a:gd name="csY517" fmla="*/ 23252 h 23251"/>
                  <a:gd name="csX518" fmla="*/ 265906 w 292410"/>
                  <a:gd name="csY518" fmla="*/ 22367 h 23251"/>
                  <a:gd name="csX519" fmla="*/ 263274 w 292410"/>
                  <a:gd name="csY519" fmla="*/ 19871 h 23251"/>
                  <a:gd name="csX520" fmla="*/ 262259 w 292410"/>
                  <a:gd name="csY520" fmla="*/ 16112 h 23251"/>
                  <a:gd name="csX521" fmla="*/ 262227 w 292410"/>
                  <a:gd name="csY521" fmla="*/ 14722 h 23251"/>
                  <a:gd name="csX522" fmla="*/ 262259 w 292410"/>
                  <a:gd name="csY522" fmla="*/ 13332 h 23251"/>
                  <a:gd name="csX523" fmla="*/ 263305 w 292410"/>
                  <a:gd name="csY523" fmla="*/ 9572 h 23251"/>
                  <a:gd name="csX524" fmla="*/ 265969 w 292410"/>
                  <a:gd name="csY524" fmla="*/ 7077 h 23251"/>
                  <a:gd name="csX525" fmla="*/ 270187 w 292410"/>
                  <a:gd name="csY525" fmla="*/ 6192 h 23251"/>
                  <a:gd name="csX526" fmla="*/ 274373 w 292410"/>
                  <a:gd name="csY526" fmla="*/ 7077 h 23251"/>
                  <a:gd name="csX527" fmla="*/ 277037 w 292410"/>
                  <a:gd name="csY527" fmla="*/ 9572 h 23251"/>
                  <a:gd name="csX528" fmla="*/ 278115 w 292410"/>
                  <a:gd name="csY528" fmla="*/ 13332 h 23251"/>
                  <a:gd name="csX529" fmla="*/ 278147 w 292410"/>
                  <a:gd name="csY529" fmla="*/ 14722 h 23251"/>
                  <a:gd name="csX530" fmla="*/ 278115 w 292410"/>
                  <a:gd name="csY530" fmla="*/ 16112 h 23251"/>
                  <a:gd name="csX531" fmla="*/ 277069 w 292410"/>
                  <a:gd name="csY531" fmla="*/ 19871 h 23251"/>
                  <a:gd name="csX532" fmla="*/ 274437 w 292410"/>
                  <a:gd name="csY532" fmla="*/ 22367 h 23251"/>
                  <a:gd name="csX533" fmla="*/ 270187 w 292410"/>
                  <a:gd name="csY533" fmla="*/ 23252 h 23251"/>
                  <a:gd name="csX534" fmla="*/ 270187 w 292410"/>
                  <a:gd name="csY534" fmla="*/ 20124 h 23251"/>
                  <a:gd name="csX535" fmla="*/ 272788 w 292410"/>
                  <a:gd name="csY535" fmla="*/ 19081 h 23251"/>
                  <a:gd name="csX536" fmla="*/ 273802 w 292410"/>
                  <a:gd name="csY536" fmla="*/ 15954 h 23251"/>
                  <a:gd name="csX537" fmla="*/ 273834 w 292410"/>
                  <a:gd name="csY537" fmla="*/ 14722 h 23251"/>
                  <a:gd name="csX538" fmla="*/ 273802 w 292410"/>
                  <a:gd name="csY538" fmla="*/ 13490 h 23251"/>
                  <a:gd name="csX539" fmla="*/ 272788 w 292410"/>
                  <a:gd name="csY539" fmla="*/ 10394 h 23251"/>
                  <a:gd name="csX540" fmla="*/ 270187 w 292410"/>
                  <a:gd name="csY540" fmla="*/ 9320 h 23251"/>
                  <a:gd name="csX541" fmla="*/ 267587 w 292410"/>
                  <a:gd name="csY541" fmla="*/ 10394 h 23251"/>
                  <a:gd name="csX542" fmla="*/ 266572 w 292410"/>
                  <a:gd name="csY542" fmla="*/ 13490 h 23251"/>
                  <a:gd name="csX543" fmla="*/ 266540 w 292410"/>
                  <a:gd name="csY543" fmla="*/ 14722 h 23251"/>
                  <a:gd name="csX544" fmla="*/ 266572 w 292410"/>
                  <a:gd name="csY544" fmla="*/ 15954 h 23251"/>
                  <a:gd name="csX545" fmla="*/ 267587 w 292410"/>
                  <a:gd name="csY545" fmla="*/ 19081 h 23251"/>
                  <a:gd name="csX546" fmla="*/ 270187 w 292410"/>
                  <a:gd name="csY546" fmla="*/ 20124 h 23251"/>
                  <a:gd name="csX547" fmla="*/ 282421 w 292410"/>
                  <a:gd name="csY547" fmla="*/ 22936 h 23251"/>
                  <a:gd name="csX548" fmla="*/ 281882 w 292410"/>
                  <a:gd name="csY548" fmla="*/ 22714 h 23251"/>
                  <a:gd name="csX549" fmla="*/ 281660 w 292410"/>
                  <a:gd name="csY549" fmla="*/ 22177 h 23251"/>
                  <a:gd name="csX550" fmla="*/ 281660 w 292410"/>
                  <a:gd name="csY550" fmla="*/ 7298 h 23251"/>
                  <a:gd name="csX551" fmla="*/ 281882 w 292410"/>
                  <a:gd name="csY551" fmla="*/ 6729 h 23251"/>
                  <a:gd name="csX552" fmla="*/ 282421 w 292410"/>
                  <a:gd name="csY552" fmla="*/ 6508 h 23251"/>
                  <a:gd name="csX553" fmla="*/ 284990 w 292410"/>
                  <a:gd name="csY553" fmla="*/ 6508 h 23251"/>
                  <a:gd name="csX554" fmla="*/ 285529 w 292410"/>
                  <a:gd name="csY554" fmla="*/ 6729 h 23251"/>
                  <a:gd name="csX555" fmla="*/ 285783 w 292410"/>
                  <a:gd name="csY555" fmla="*/ 7298 h 23251"/>
                  <a:gd name="csX556" fmla="*/ 285783 w 292410"/>
                  <a:gd name="csY556" fmla="*/ 8593 h 23251"/>
                  <a:gd name="csX557" fmla="*/ 287654 w 292410"/>
                  <a:gd name="csY557" fmla="*/ 7045 h 23251"/>
                  <a:gd name="csX558" fmla="*/ 290350 w 292410"/>
                  <a:gd name="csY558" fmla="*/ 6508 h 23251"/>
                  <a:gd name="csX559" fmla="*/ 291650 w 292410"/>
                  <a:gd name="csY559" fmla="*/ 6508 h 23251"/>
                  <a:gd name="csX560" fmla="*/ 292189 w 292410"/>
                  <a:gd name="csY560" fmla="*/ 6729 h 23251"/>
                  <a:gd name="csX561" fmla="*/ 292411 w 292410"/>
                  <a:gd name="csY561" fmla="*/ 7266 h 23251"/>
                  <a:gd name="csX562" fmla="*/ 292411 w 292410"/>
                  <a:gd name="csY562" fmla="*/ 9541 h 23251"/>
                  <a:gd name="csX563" fmla="*/ 292189 w 292410"/>
                  <a:gd name="csY563" fmla="*/ 10078 h 23251"/>
                  <a:gd name="csX564" fmla="*/ 291650 w 292410"/>
                  <a:gd name="csY564" fmla="*/ 10299 h 23251"/>
                  <a:gd name="csX565" fmla="*/ 289176 w 292410"/>
                  <a:gd name="csY565" fmla="*/ 10299 h 23251"/>
                  <a:gd name="csX566" fmla="*/ 286798 w 292410"/>
                  <a:gd name="csY566" fmla="*/ 11152 h 23251"/>
                  <a:gd name="csX567" fmla="*/ 285973 w 292410"/>
                  <a:gd name="csY567" fmla="*/ 13490 h 23251"/>
                  <a:gd name="csX568" fmla="*/ 285973 w 292410"/>
                  <a:gd name="csY568" fmla="*/ 22177 h 23251"/>
                  <a:gd name="csX569" fmla="*/ 285751 w 292410"/>
                  <a:gd name="csY569" fmla="*/ 22714 h 23251"/>
                  <a:gd name="csX570" fmla="*/ 285180 w 292410"/>
                  <a:gd name="csY570" fmla="*/ 22936 h 23251"/>
                  <a:gd name="csX571" fmla="*/ 282421 w 292410"/>
                  <a:gd name="csY571"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Lst>
                <a:rect l="l" t="t" r="r" b="b"/>
                <a:pathLst>
                  <a:path w="292410" h="23251">
                    <a:moveTo>
                      <a:pt x="761" y="22936"/>
                    </a:moveTo>
                    <a:cubicBezTo>
                      <a:pt x="550" y="22936"/>
                      <a:pt x="369" y="22861"/>
                      <a:pt x="222" y="22714"/>
                    </a:cubicBezTo>
                    <a:cubicBezTo>
                      <a:pt x="75" y="22568"/>
                      <a:pt x="0" y="22387"/>
                      <a:pt x="0" y="22177"/>
                    </a:cubicBezTo>
                    <a:lnTo>
                      <a:pt x="0" y="1611"/>
                    </a:lnTo>
                    <a:cubicBezTo>
                      <a:pt x="0" y="1379"/>
                      <a:pt x="75" y="1189"/>
                      <a:pt x="222" y="1043"/>
                    </a:cubicBezTo>
                    <a:cubicBezTo>
                      <a:pt x="369" y="896"/>
                      <a:pt x="550" y="821"/>
                      <a:pt x="761" y="821"/>
                    </a:cubicBezTo>
                    <a:lnTo>
                      <a:pt x="8499" y="821"/>
                    </a:lnTo>
                    <a:cubicBezTo>
                      <a:pt x="10635" y="821"/>
                      <a:pt x="12388" y="1149"/>
                      <a:pt x="13763" y="1801"/>
                    </a:cubicBezTo>
                    <a:cubicBezTo>
                      <a:pt x="15159" y="2453"/>
                      <a:pt x="16205" y="3423"/>
                      <a:pt x="16903" y="4707"/>
                    </a:cubicBezTo>
                    <a:cubicBezTo>
                      <a:pt x="17621" y="5991"/>
                      <a:pt x="17993" y="7562"/>
                      <a:pt x="18013" y="9414"/>
                    </a:cubicBezTo>
                    <a:cubicBezTo>
                      <a:pt x="18056" y="10342"/>
                      <a:pt x="18076" y="11163"/>
                      <a:pt x="18076" y="11879"/>
                    </a:cubicBezTo>
                    <a:cubicBezTo>
                      <a:pt x="18076" y="12594"/>
                      <a:pt x="18056" y="13406"/>
                      <a:pt x="18013" y="14311"/>
                    </a:cubicBezTo>
                    <a:cubicBezTo>
                      <a:pt x="17970" y="16270"/>
                      <a:pt x="17612" y="17892"/>
                      <a:pt x="16935" y="19176"/>
                    </a:cubicBezTo>
                    <a:cubicBezTo>
                      <a:pt x="16257" y="20440"/>
                      <a:pt x="15233" y="21388"/>
                      <a:pt x="13858" y="22019"/>
                    </a:cubicBezTo>
                    <a:cubicBezTo>
                      <a:pt x="12506" y="22631"/>
                      <a:pt x="10771" y="22936"/>
                      <a:pt x="8658" y="22936"/>
                    </a:cubicBezTo>
                    <a:lnTo>
                      <a:pt x="761" y="22936"/>
                    </a:lnTo>
                    <a:close/>
                    <a:moveTo>
                      <a:pt x="4408" y="19303"/>
                    </a:moveTo>
                    <a:lnTo>
                      <a:pt x="8499" y="19303"/>
                    </a:lnTo>
                    <a:cubicBezTo>
                      <a:pt x="9684" y="19303"/>
                      <a:pt x="10644" y="19133"/>
                      <a:pt x="11385" y="18797"/>
                    </a:cubicBezTo>
                    <a:cubicBezTo>
                      <a:pt x="12126" y="18461"/>
                      <a:pt x="12665" y="17924"/>
                      <a:pt x="13002" y="17186"/>
                    </a:cubicBezTo>
                    <a:cubicBezTo>
                      <a:pt x="13362" y="16428"/>
                      <a:pt x="13553" y="15437"/>
                      <a:pt x="13573" y="14216"/>
                    </a:cubicBezTo>
                    <a:cubicBezTo>
                      <a:pt x="13593" y="13584"/>
                      <a:pt x="13605" y="13036"/>
                      <a:pt x="13605" y="12573"/>
                    </a:cubicBezTo>
                    <a:cubicBezTo>
                      <a:pt x="13625" y="12088"/>
                      <a:pt x="13625" y="11614"/>
                      <a:pt x="13605" y="11152"/>
                    </a:cubicBezTo>
                    <a:cubicBezTo>
                      <a:pt x="13605" y="10667"/>
                      <a:pt x="13593" y="10121"/>
                      <a:pt x="13573" y="9509"/>
                    </a:cubicBezTo>
                    <a:cubicBezTo>
                      <a:pt x="13530" y="7783"/>
                      <a:pt x="13097" y="6508"/>
                      <a:pt x="12273" y="5686"/>
                    </a:cubicBezTo>
                    <a:cubicBezTo>
                      <a:pt x="11448" y="4865"/>
                      <a:pt x="10137" y="4454"/>
                      <a:pt x="8340" y="4454"/>
                    </a:cubicBezTo>
                    <a:lnTo>
                      <a:pt x="4408" y="4454"/>
                    </a:lnTo>
                    <a:lnTo>
                      <a:pt x="4408" y="19303"/>
                    </a:lnTo>
                    <a:close/>
                    <a:moveTo>
                      <a:pt x="22679" y="22936"/>
                    </a:moveTo>
                    <a:cubicBezTo>
                      <a:pt x="22466" y="22936"/>
                      <a:pt x="22287" y="22861"/>
                      <a:pt x="22140" y="22714"/>
                    </a:cubicBezTo>
                    <a:cubicBezTo>
                      <a:pt x="21991" y="22568"/>
                      <a:pt x="21918" y="22387"/>
                      <a:pt x="21918" y="22177"/>
                    </a:cubicBezTo>
                    <a:lnTo>
                      <a:pt x="21918" y="7266"/>
                    </a:lnTo>
                    <a:cubicBezTo>
                      <a:pt x="21918" y="7056"/>
                      <a:pt x="21991" y="6876"/>
                      <a:pt x="22140" y="6729"/>
                    </a:cubicBezTo>
                    <a:cubicBezTo>
                      <a:pt x="22287" y="6582"/>
                      <a:pt x="22466" y="6508"/>
                      <a:pt x="22679" y="6508"/>
                    </a:cubicBezTo>
                    <a:lnTo>
                      <a:pt x="25311" y="6508"/>
                    </a:lnTo>
                    <a:cubicBezTo>
                      <a:pt x="25542" y="6508"/>
                      <a:pt x="25724" y="6582"/>
                      <a:pt x="25851" y="6729"/>
                    </a:cubicBezTo>
                    <a:cubicBezTo>
                      <a:pt x="25998" y="6876"/>
                      <a:pt x="26072" y="7056"/>
                      <a:pt x="26072" y="7266"/>
                    </a:cubicBezTo>
                    <a:lnTo>
                      <a:pt x="26072" y="22177"/>
                    </a:lnTo>
                    <a:cubicBezTo>
                      <a:pt x="26072" y="22387"/>
                      <a:pt x="25998" y="22568"/>
                      <a:pt x="25851" y="22714"/>
                    </a:cubicBezTo>
                    <a:cubicBezTo>
                      <a:pt x="25724" y="22861"/>
                      <a:pt x="25542" y="22936"/>
                      <a:pt x="25311" y="22936"/>
                    </a:cubicBezTo>
                    <a:lnTo>
                      <a:pt x="22679" y="22936"/>
                    </a:lnTo>
                    <a:close/>
                    <a:moveTo>
                      <a:pt x="22552" y="3791"/>
                    </a:moveTo>
                    <a:cubicBezTo>
                      <a:pt x="22319" y="3791"/>
                      <a:pt x="22129" y="3728"/>
                      <a:pt x="21982" y="3601"/>
                    </a:cubicBezTo>
                    <a:cubicBezTo>
                      <a:pt x="21855" y="3455"/>
                      <a:pt x="21791" y="3265"/>
                      <a:pt x="21791" y="3033"/>
                    </a:cubicBezTo>
                    <a:lnTo>
                      <a:pt x="21791" y="758"/>
                    </a:lnTo>
                    <a:cubicBezTo>
                      <a:pt x="21791" y="548"/>
                      <a:pt x="21855" y="368"/>
                      <a:pt x="21982" y="221"/>
                    </a:cubicBezTo>
                    <a:cubicBezTo>
                      <a:pt x="22129" y="74"/>
                      <a:pt x="22319" y="0"/>
                      <a:pt x="22552" y="0"/>
                    </a:cubicBezTo>
                    <a:lnTo>
                      <a:pt x="25438" y="0"/>
                    </a:lnTo>
                    <a:cubicBezTo>
                      <a:pt x="25669" y="0"/>
                      <a:pt x="25860" y="74"/>
                      <a:pt x="26009" y="221"/>
                    </a:cubicBezTo>
                    <a:cubicBezTo>
                      <a:pt x="26156" y="368"/>
                      <a:pt x="26231" y="548"/>
                      <a:pt x="26231" y="758"/>
                    </a:cubicBezTo>
                    <a:lnTo>
                      <a:pt x="26231" y="3033"/>
                    </a:lnTo>
                    <a:cubicBezTo>
                      <a:pt x="26231" y="3265"/>
                      <a:pt x="26156" y="3455"/>
                      <a:pt x="26009" y="3601"/>
                    </a:cubicBezTo>
                    <a:cubicBezTo>
                      <a:pt x="25860" y="3728"/>
                      <a:pt x="25669" y="3791"/>
                      <a:pt x="25438" y="3791"/>
                    </a:cubicBezTo>
                    <a:lnTo>
                      <a:pt x="22552" y="3791"/>
                    </a:lnTo>
                    <a:close/>
                    <a:moveTo>
                      <a:pt x="36526" y="23252"/>
                    </a:moveTo>
                    <a:cubicBezTo>
                      <a:pt x="35258" y="23252"/>
                      <a:pt x="34168" y="23105"/>
                      <a:pt x="33260" y="22809"/>
                    </a:cubicBezTo>
                    <a:cubicBezTo>
                      <a:pt x="32372" y="22514"/>
                      <a:pt x="31643" y="22146"/>
                      <a:pt x="31072" y="21704"/>
                    </a:cubicBezTo>
                    <a:cubicBezTo>
                      <a:pt x="30501" y="21261"/>
                      <a:pt x="30077" y="20819"/>
                      <a:pt x="29803" y="20377"/>
                    </a:cubicBezTo>
                    <a:cubicBezTo>
                      <a:pt x="29529" y="19934"/>
                      <a:pt x="29380" y="19567"/>
                      <a:pt x="29359" y="19271"/>
                    </a:cubicBezTo>
                    <a:cubicBezTo>
                      <a:pt x="29339" y="19039"/>
                      <a:pt x="29402" y="18860"/>
                      <a:pt x="29550" y="18734"/>
                    </a:cubicBezTo>
                    <a:cubicBezTo>
                      <a:pt x="29720" y="18587"/>
                      <a:pt x="29898" y="18513"/>
                      <a:pt x="30089" y="18513"/>
                    </a:cubicBezTo>
                    <a:lnTo>
                      <a:pt x="32594" y="18513"/>
                    </a:lnTo>
                    <a:cubicBezTo>
                      <a:pt x="32678" y="18513"/>
                      <a:pt x="32753" y="18524"/>
                      <a:pt x="32816" y="18544"/>
                    </a:cubicBezTo>
                    <a:cubicBezTo>
                      <a:pt x="32879" y="18565"/>
                      <a:pt x="32963" y="18628"/>
                      <a:pt x="33070" y="18734"/>
                    </a:cubicBezTo>
                    <a:cubicBezTo>
                      <a:pt x="33344" y="18966"/>
                      <a:pt x="33629" y="19208"/>
                      <a:pt x="33926" y="19460"/>
                    </a:cubicBezTo>
                    <a:cubicBezTo>
                      <a:pt x="34243" y="19713"/>
                      <a:pt x="34612" y="19934"/>
                      <a:pt x="35036" y="20124"/>
                    </a:cubicBezTo>
                    <a:cubicBezTo>
                      <a:pt x="35460" y="20293"/>
                      <a:pt x="35987" y="20377"/>
                      <a:pt x="36622" y="20377"/>
                    </a:cubicBezTo>
                    <a:cubicBezTo>
                      <a:pt x="37446" y="20377"/>
                      <a:pt x="38132" y="20219"/>
                      <a:pt x="38683" y="19903"/>
                    </a:cubicBezTo>
                    <a:cubicBezTo>
                      <a:pt x="39254" y="19567"/>
                      <a:pt x="39539" y="19093"/>
                      <a:pt x="39539" y="18481"/>
                    </a:cubicBezTo>
                    <a:cubicBezTo>
                      <a:pt x="39539" y="18039"/>
                      <a:pt x="39412" y="17680"/>
                      <a:pt x="39159" y="17407"/>
                    </a:cubicBezTo>
                    <a:cubicBezTo>
                      <a:pt x="38925" y="17134"/>
                      <a:pt x="38481" y="16890"/>
                      <a:pt x="37827" y="16680"/>
                    </a:cubicBezTo>
                    <a:cubicBezTo>
                      <a:pt x="37172" y="16448"/>
                      <a:pt x="36241" y="16207"/>
                      <a:pt x="35036" y="15954"/>
                    </a:cubicBezTo>
                    <a:cubicBezTo>
                      <a:pt x="33851" y="15681"/>
                      <a:pt x="32868" y="15333"/>
                      <a:pt x="32087" y="14911"/>
                    </a:cubicBezTo>
                    <a:cubicBezTo>
                      <a:pt x="31305" y="14489"/>
                      <a:pt x="30723" y="13964"/>
                      <a:pt x="30342" y="13332"/>
                    </a:cubicBezTo>
                    <a:cubicBezTo>
                      <a:pt x="29962" y="12700"/>
                      <a:pt x="29772" y="11962"/>
                      <a:pt x="29772" y="11120"/>
                    </a:cubicBezTo>
                    <a:cubicBezTo>
                      <a:pt x="29772" y="10299"/>
                      <a:pt x="30014" y="9520"/>
                      <a:pt x="30501" y="8782"/>
                    </a:cubicBezTo>
                    <a:cubicBezTo>
                      <a:pt x="31008" y="8024"/>
                      <a:pt x="31749" y="7404"/>
                      <a:pt x="32721" y="6919"/>
                    </a:cubicBezTo>
                    <a:cubicBezTo>
                      <a:pt x="33715" y="6433"/>
                      <a:pt x="34941" y="6192"/>
                      <a:pt x="36400" y="6192"/>
                    </a:cubicBezTo>
                    <a:cubicBezTo>
                      <a:pt x="37541" y="6192"/>
                      <a:pt x="38536" y="6339"/>
                      <a:pt x="39381" y="6634"/>
                    </a:cubicBezTo>
                    <a:cubicBezTo>
                      <a:pt x="40226" y="6907"/>
                      <a:pt x="40923" y="7255"/>
                      <a:pt x="41474" y="7677"/>
                    </a:cubicBezTo>
                    <a:cubicBezTo>
                      <a:pt x="42045" y="8099"/>
                      <a:pt x="42477" y="8530"/>
                      <a:pt x="42774" y="8972"/>
                    </a:cubicBezTo>
                    <a:cubicBezTo>
                      <a:pt x="43071" y="9394"/>
                      <a:pt x="43229" y="9762"/>
                      <a:pt x="43250" y="10078"/>
                    </a:cubicBezTo>
                    <a:cubicBezTo>
                      <a:pt x="43270" y="10310"/>
                      <a:pt x="43207" y="10500"/>
                      <a:pt x="43059" y="10646"/>
                    </a:cubicBezTo>
                    <a:cubicBezTo>
                      <a:pt x="42912" y="10773"/>
                      <a:pt x="42742" y="10836"/>
                      <a:pt x="42552" y="10836"/>
                    </a:cubicBezTo>
                    <a:lnTo>
                      <a:pt x="40205" y="10836"/>
                    </a:lnTo>
                    <a:cubicBezTo>
                      <a:pt x="40099" y="10836"/>
                      <a:pt x="40004" y="10816"/>
                      <a:pt x="39920" y="10773"/>
                    </a:cubicBezTo>
                    <a:cubicBezTo>
                      <a:pt x="39836" y="10730"/>
                      <a:pt x="39750" y="10678"/>
                      <a:pt x="39666" y="10615"/>
                    </a:cubicBezTo>
                    <a:cubicBezTo>
                      <a:pt x="39433" y="10405"/>
                      <a:pt x="39179" y="10184"/>
                      <a:pt x="38905" y="9951"/>
                    </a:cubicBezTo>
                    <a:cubicBezTo>
                      <a:pt x="38631" y="9719"/>
                      <a:pt x="38291" y="9520"/>
                      <a:pt x="37890" y="9351"/>
                    </a:cubicBezTo>
                    <a:cubicBezTo>
                      <a:pt x="37510" y="9162"/>
                      <a:pt x="37002" y="9067"/>
                      <a:pt x="36368" y="9067"/>
                    </a:cubicBezTo>
                    <a:cubicBezTo>
                      <a:pt x="35564" y="9067"/>
                      <a:pt x="34952" y="9245"/>
                      <a:pt x="34529" y="9604"/>
                    </a:cubicBezTo>
                    <a:cubicBezTo>
                      <a:pt x="34105" y="9940"/>
                      <a:pt x="33894" y="10373"/>
                      <a:pt x="33894" y="10899"/>
                    </a:cubicBezTo>
                    <a:cubicBezTo>
                      <a:pt x="33894" y="11258"/>
                      <a:pt x="33989" y="11574"/>
                      <a:pt x="34180" y="11847"/>
                    </a:cubicBezTo>
                    <a:cubicBezTo>
                      <a:pt x="34390" y="12100"/>
                      <a:pt x="34803" y="12341"/>
                      <a:pt x="35416" y="12573"/>
                    </a:cubicBezTo>
                    <a:cubicBezTo>
                      <a:pt x="36030" y="12806"/>
                      <a:pt x="36959" y="13047"/>
                      <a:pt x="38207" y="13300"/>
                    </a:cubicBezTo>
                    <a:cubicBezTo>
                      <a:pt x="39623" y="13553"/>
                      <a:pt x="40744" y="13932"/>
                      <a:pt x="41569" y="14437"/>
                    </a:cubicBezTo>
                    <a:cubicBezTo>
                      <a:pt x="42414" y="14923"/>
                      <a:pt x="43007" y="15491"/>
                      <a:pt x="43345" y="16143"/>
                    </a:cubicBezTo>
                    <a:cubicBezTo>
                      <a:pt x="43705" y="16775"/>
                      <a:pt x="43884" y="17482"/>
                      <a:pt x="43884" y="18260"/>
                    </a:cubicBezTo>
                    <a:cubicBezTo>
                      <a:pt x="43884" y="19208"/>
                      <a:pt x="43598" y="20061"/>
                      <a:pt x="43028" y="20819"/>
                    </a:cubicBezTo>
                    <a:cubicBezTo>
                      <a:pt x="42477" y="21577"/>
                      <a:pt x="41653" y="22177"/>
                      <a:pt x="40554" y="22620"/>
                    </a:cubicBezTo>
                    <a:cubicBezTo>
                      <a:pt x="39476" y="23042"/>
                      <a:pt x="38132" y="23252"/>
                      <a:pt x="36526" y="23252"/>
                    </a:cubicBezTo>
                    <a:close/>
                    <a:moveTo>
                      <a:pt x="54292" y="23252"/>
                    </a:moveTo>
                    <a:cubicBezTo>
                      <a:pt x="52770" y="23252"/>
                      <a:pt x="51429" y="22967"/>
                      <a:pt x="50265" y="22399"/>
                    </a:cubicBezTo>
                    <a:cubicBezTo>
                      <a:pt x="49123" y="21830"/>
                      <a:pt x="48226" y="21008"/>
                      <a:pt x="47569" y="19934"/>
                    </a:cubicBezTo>
                    <a:cubicBezTo>
                      <a:pt x="46935" y="18840"/>
                      <a:pt x="46586" y="17522"/>
                      <a:pt x="46523" y="15985"/>
                    </a:cubicBezTo>
                    <a:cubicBezTo>
                      <a:pt x="46502" y="15669"/>
                      <a:pt x="46491" y="15259"/>
                      <a:pt x="46491" y="14753"/>
                    </a:cubicBezTo>
                    <a:cubicBezTo>
                      <a:pt x="46491" y="14228"/>
                      <a:pt x="46502" y="13794"/>
                      <a:pt x="46523" y="13458"/>
                    </a:cubicBezTo>
                    <a:cubicBezTo>
                      <a:pt x="46586" y="11921"/>
                      <a:pt x="46935" y="10615"/>
                      <a:pt x="47569" y="9541"/>
                    </a:cubicBezTo>
                    <a:cubicBezTo>
                      <a:pt x="48226" y="8446"/>
                      <a:pt x="49123" y="7614"/>
                      <a:pt x="50265" y="7045"/>
                    </a:cubicBezTo>
                    <a:cubicBezTo>
                      <a:pt x="51429" y="6476"/>
                      <a:pt x="52770" y="6192"/>
                      <a:pt x="54292" y="6192"/>
                    </a:cubicBezTo>
                    <a:cubicBezTo>
                      <a:pt x="55647" y="6192"/>
                      <a:pt x="56798" y="6382"/>
                      <a:pt x="57749" y="6761"/>
                    </a:cubicBezTo>
                    <a:cubicBezTo>
                      <a:pt x="58701" y="7140"/>
                      <a:pt x="59484" y="7614"/>
                      <a:pt x="60096" y="8182"/>
                    </a:cubicBezTo>
                    <a:cubicBezTo>
                      <a:pt x="60710" y="8751"/>
                      <a:pt x="61165" y="9351"/>
                      <a:pt x="61460" y="9983"/>
                    </a:cubicBezTo>
                    <a:cubicBezTo>
                      <a:pt x="61777" y="10595"/>
                      <a:pt x="61947" y="11152"/>
                      <a:pt x="61967" y="11657"/>
                    </a:cubicBezTo>
                    <a:cubicBezTo>
                      <a:pt x="61990" y="11890"/>
                      <a:pt x="61915" y="12079"/>
                      <a:pt x="61745" y="12226"/>
                    </a:cubicBezTo>
                    <a:cubicBezTo>
                      <a:pt x="61598" y="12352"/>
                      <a:pt x="61419" y="12416"/>
                      <a:pt x="61206" y="12416"/>
                    </a:cubicBezTo>
                    <a:lnTo>
                      <a:pt x="58415" y="12416"/>
                    </a:lnTo>
                    <a:cubicBezTo>
                      <a:pt x="58204" y="12416"/>
                      <a:pt x="58035" y="12364"/>
                      <a:pt x="57908" y="12258"/>
                    </a:cubicBezTo>
                    <a:cubicBezTo>
                      <a:pt x="57803" y="12152"/>
                      <a:pt x="57697" y="11994"/>
                      <a:pt x="57591" y="11784"/>
                    </a:cubicBezTo>
                    <a:cubicBezTo>
                      <a:pt x="57273" y="10942"/>
                      <a:pt x="56852" y="10351"/>
                      <a:pt x="56322" y="10015"/>
                    </a:cubicBezTo>
                    <a:cubicBezTo>
                      <a:pt x="55815" y="9656"/>
                      <a:pt x="55160" y="9478"/>
                      <a:pt x="54356" y="9478"/>
                    </a:cubicBezTo>
                    <a:cubicBezTo>
                      <a:pt x="53300" y="9478"/>
                      <a:pt x="52453" y="9814"/>
                      <a:pt x="51819" y="10488"/>
                    </a:cubicBezTo>
                    <a:cubicBezTo>
                      <a:pt x="51207" y="11141"/>
                      <a:pt x="50879" y="12183"/>
                      <a:pt x="50836" y="13616"/>
                    </a:cubicBezTo>
                    <a:cubicBezTo>
                      <a:pt x="50795" y="14417"/>
                      <a:pt x="50795" y="15153"/>
                      <a:pt x="50836" y="15827"/>
                    </a:cubicBezTo>
                    <a:cubicBezTo>
                      <a:pt x="50879" y="17281"/>
                      <a:pt x="51207" y="18334"/>
                      <a:pt x="51819" y="18987"/>
                    </a:cubicBezTo>
                    <a:cubicBezTo>
                      <a:pt x="52453" y="19639"/>
                      <a:pt x="53300" y="19966"/>
                      <a:pt x="54356" y="19966"/>
                    </a:cubicBezTo>
                    <a:cubicBezTo>
                      <a:pt x="55180" y="19966"/>
                      <a:pt x="55846" y="19797"/>
                      <a:pt x="56354" y="19460"/>
                    </a:cubicBezTo>
                    <a:cubicBezTo>
                      <a:pt x="56861" y="19102"/>
                      <a:pt x="57273" y="18501"/>
                      <a:pt x="57591" y="17660"/>
                    </a:cubicBezTo>
                    <a:cubicBezTo>
                      <a:pt x="57697" y="17450"/>
                      <a:pt x="57803" y="17292"/>
                      <a:pt x="57908" y="17186"/>
                    </a:cubicBezTo>
                    <a:cubicBezTo>
                      <a:pt x="58035" y="17080"/>
                      <a:pt x="58204" y="17028"/>
                      <a:pt x="58415" y="17028"/>
                    </a:cubicBezTo>
                    <a:lnTo>
                      <a:pt x="61206" y="17028"/>
                    </a:lnTo>
                    <a:cubicBezTo>
                      <a:pt x="61419" y="17028"/>
                      <a:pt x="61598" y="17102"/>
                      <a:pt x="61745" y="17249"/>
                    </a:cubicBezTo>
                    <a:cubicBezTo>
                      <a:pt x="61915" y="17375"/>
                      <a:pt x="61990" y="17554"/>
                      <a:pt x="61967" y="17786"/>
                    </a:cubicBezTo>
                    <a:cubicBezTo>
                      <a:pt x="61947" y="18165"/>
                      <a:pt x="61840" y="18596"/>
                      <a:pt x="61650" y="19081"/>
                    </a:cubicBezTo>
                    <a:cubicBezTo>
                      <a:pt x="61482" y="19544"/>
                      <a:pt x="61197" y="20029"/>
                      <a:pt x="60794" y="20535"/>
                    </a:cubicBezTo>
                    <a:cubicBezTo>
                      <a:pt x="60413" y="21020"/>
                      <a:pt x="59928" y="21471"/>
                      <a:pt x="59335" y="21893"/>
                    </a:cubicBezTo>
                    <a:cubicBezTo>
                      <a:pt x="58744" y="22292"/>
                      <a:pt x="58026" y="22620"/>
                      <a:pt x="57178" y="22872"/>
                    </a:cubicBezTo>
                    <a:cubicBezTo>
                      <a:pt x="56354" y="23125"/>
                      <a:pt x="55393" y="23252"/>
                      <a:pt x="54292" y="23252"/>
                    </a:cubicBezTo>
                    <a:close/>
                    <a:moveTo>
                      <a:pt x="72568" y="23252"/>
                    </a:moveTo>
                    <a:cubicBezTo>
                      <a:pt x="70878" y="23252"/>
                      <a:pt x="69451" y="22956"/>
                      <a:pt x="68287" y="22367"/>
                    </a:cubicBezTo>
                    <a:cubicBezTo>
                      <a:pt x="67145" y="21778"/>
                      <a:pt x="66269" y="20945"/>
                      <a:pt x="65655" y="19871"/>
                    </a:cubicBezTo>
                    <a:cubicBezTo>
                      <a:pt x="65064" y="18797"/>
                      <a:pt x="64726" y="17545"/>
                      <a:pt x="64640" y="16112"/>
                    </a:cubicBezTo>
                    <a:cubicBezTo>
                      <a:pt x="64620" y="15733"/>
                      <a:pt x="64608" y="15270"/>
                      <a:pt x="64608" y="14722"/>
                    </a:cubicBezTo>
                    <a:cubicBezTo>
                      <a:pt x="64608" y="14173"/>
                      <a:pt x="64620" y="13711"/>
                      <a:pt x="64640" y="13332"/>
                    </a:cubicBezTo>
                    <a:cubicBezTo>
                      <a:pt x="64726" y="11879"/>
                      <a:pt x="65075" y="10626"/>
                      <a:pt x="65686" y="9572"/>
                    </a:cubicBezTo>
                    <a:cubicBezTo>
                      <a:pt x="66321" y="8498"/>
                      <a:pt x="67209" y="7666"/>
                      <a:pt x="68350" y="7077"/>
                    </a:cubicBezTo>
                    <a:cubicBezTo>
                      <a:pt x="69515" y="6488"/>
                      <a:pt x="70919" y="6192"/>
                      <a:pt x="72568" y="6192"/>
                    </a:cubicBezTo>
                    <a:cubicBezTo>
                      <a:pt x="74217" y="6192"/>
                      <a:pt x="75613" y="6488"/>
                      <a:pt x="76754" y="7077"/>
                    </a:cubicBezTo>
                    <a:cubicBezTo>
                      <a:pt x="77919" y="7666"/>
                      <a:pt x="78807" y="8498"/>
                      <a:pt x="79418" y="9572"/>
                    </a:cubicBezTo>
                    <a:cubicBezTo>
                      <a:pt x="80052" y="10626"/>
                      <a:pt x="80413" y="11879"/>
                      <a:pt x="80496" y="13332"/>
                    </a:cubicBezTo>
                    <a:cubicBezTo>
                      <a:pt x="80519" y="13711"/>
                      <a:pt x="80528" y="14173"/>
                      <a:pt x="80528" y="14722"/>
                    </a:cubicBezTo>
                    <a:cubicBezTo>
                      <a:pt x="80528" y="15270"/>
                      <a:pt x="80519" y="15733"/>
                      <a:pt x="80496" y="16112"/>
                    </a:cubicBezTo>
                    <a:cubicBezTo>
                      <a:pt x="80413" y="17545"/>
                      <a:pt x="80064" y="18797"/>
                      <a:pt x="79450" y="19871"/>
                    </a:cubicBezTo>
                    <a:cubicBezTo>
                      <a:pt x="78859" y="20945"/>
                      <a:pt x="77982" y="21778"/>
                      <a:pt x="76818" y="22367"/>
                    </a:cubicBezTo>
                    <a:cubicBezTo>
                      <a:pt x="75676" y="22956"/>
                      <a:pt x="74260" y="23252"/>
                      <a:pt x="72568" y="23252"/>
                    </a:cubicBezTo>
                    <a:close/>
                    <a:moveTo>
                      <a:pt x="72568" y="20124"/>
                    </a:moveTo>
                    <a:cubicBezTo>
                      <a:pt x="73689" y="20124"/>
                      <a:pt x="74557" y="19776"/>
                      <a:pt x="75169" y="19081"/>
                    </a:cubicBezTo>
                    <a:cubicBezTo>
                      <a:pt x="75782" y="18366"/>
                      <a:pt x="76120" y="17324"/>
                      <a:pt x="76183" y="15954"/>
                    </a:cubicBezTo>
                    <a:cubicBezTo>
                      <a:pt x="76206" y="15638"/>
                      <a:pt x="76215" y="15227"/>
                      <a:pt x="76215" y="14722"/>
                    </a:cubicBezTo>
                    <a:cubicBezTo>
                      <a:pt x="76215" y="14216"/>
                      <a:pt x="76206" y="13806"/>
                      <a:pt x="76183" y="13490"/>
                    </a:cubicBezTo>
                    <a:cubicBezTo>
                      <a:pt x="76120" y="12143"/>
                      <a:pt x="75782" y="11109"/>
                      <a:pt x="75169" y="10394"/>
                    </a:cubicBezTo>
                    <a:cubicBezTo>
                      <a:pt x="74557" y="9678"/>
                      <a:pt x="73689" y="9320"/>
                      <a:pt x="72568" y="9320"/>
                    </a:cubicBezTo>
                    <a:cubicBezTo>
                      <a:pt x="71449" y="9320"/>
                      <a:pt x="70582" y="9678"/>
                      <a:pt x="69968" y="10394"/>
                    </a:cubicBezTo>
                    <a:cubicBezTo>
                      <a:pt x="69356" y="11109"/>
                      <a:pt x="69016" y="12143"/>
                      <a:pt x="68953" y="13490"/>
                    </a:cubicBezTo>
                    <a:cubicBezTo>
                      <a:pt x="68933" y="13806"/>
                      <a:pt x="68921" y="14216"/>
                      <a:pt x="68921" y="14722"/>
                    </a:cubicBezTo>
                    <a:cubicBezTo>
                      <a:pt x="68921" y="15227"/>
                      <a:pt x="68933" y="15638"/>
                      <a:pt x="68953" y="15954"/>
                    </a:cubicBezTo>
                    <a:cubicBezTo>
                      <a:pt x="69016" y="17324"/>
                      <a:pt x="69356" y="18366"/>
                      <a:pt x="69968" y="19081"/>
                    </a:cubicBezTo>
                    <a:cubicBezTo>
                      <a:pt x="70582" y="19776"/>
                      <a:pt x="71449" y="20124"/>
                      <a:pt x="72568" y="20124"/>
                    </a:cubicBezTo>
                    <a:close/>
                    <a:moveTo>
                      <a:pt x="90164" y="23252"/>
                    </a:moveTo>
                    <a:cubicBezTo>
                      <a:pt x="88873" y="23252"/>
                      <a:pt x="87754" y="22967"/>
                      <a:pt x="86803" y="22399"/>
                    </a:cubicBezTo>
                    <a:cubicBezTo>
                      <a:pt x="85872" y="21810"/>
                      <a:pt x="85154" y="20988"/>
                      <a:pt x="84646" y="19934"/>
                    </a:cubicBezTo>
                    <a:cubicBezTo>
                      <a:pt x="84139" y="18860"/>
                      <a:pt x="83885" y="17597"/>
                      <a:pt x="83885" y="16143"/>
                    </a:cubicBezTo>
                    <a:lnTo>
                      <a:pt x="83885" y="7266"/>
                    </a:lnTo>
                    <a:cubicBezTo>
                      <a:pt x="83885" y="7056"/>
                      <a:pt x="83958" y="6876"/>
                      <a:pt x="84107" y="6729"/>
                    </a:cubicBezTo>
                    <a:cubicBezTo>
                      <a:pt x="84254" y="6582"/>
                      <a:pt x="84433" y="6508"/>
                      <a:pt x="84646" y="6508"/>
                    </a:cubicBezTo>
                    <a:lnTo>
                      <a:pt x="87437" y="6508"/>
                    </a:lnTo>
                    <a:cubicBezTo>
                      <a:pt x="87668" y="6508"/>
                      <a:pt x="87849" y="6582"/>
                      <a:pt x="87976" y="6729"/>
                    </a:cubicBezTo>
                    <a:cubicBezTo>
                      <a:pt x="88123" y="6876"/>
                      <a:pt x="88198" y="7056"/>
                      <a:pt x="88198" y="7266"/>
                    </a:cubicBezTo>
                    <a:lnTo>
                      <a:pt x="88198" y="15954"/>
                    </a:lnTo>
                    <a:cubicBezTo>
                      <a:pt x="88198" y="18565"/>
                      <a:pt x="89349" y="19871"/>
                      <a:pt x="91655" y="19871"/>
                    </a:cubicBezTo>
                    <a:cubicBezTo>
                      <a:pt x="92753" y="19871"/>
                      <a:pt x="93621" y="19524"/>
                      <a:pt x="94255" y="18829"/>
                    </a:cubicBezTo>
                    <a:cubicBezTo>
                      <a:pt x="94910" y="18134"/>
                      <a:pt x="95238" y="17175"/>
                      <a:pt x="95238" y="15954"/>
                    </a:cubicBezTo>
                    <a:lnTo>
                      <a:pt x="95238" y="7266"/>
                    </a:lnTo>
                    <a:cubicBezTo>
                      <a:pt x="95238" y="7056"/>
                      <a:pt x="95311" y="6876"/>
                      <a:pt x="95460" y="6729"/>
                    </a:cubicBezTo>
                    <a:cubicBezTo>
                      <a:pt x="95608" y="6582"/>
                      <a:pt x="95786" y="6508"/>
                      <a:pt x="95999" y="6508"/>
                    </a:cubicBezTo>
                    <a:lnTo>
                      <a:pt x="98790" y="6508"/>
                    </a:lnTo>
                    <a:cubicBezTo>
                      <a:pt x="99001" y="6508"/>
                      <a:pt x="99180" y="6582"/>
                      <a:pt x="99329" y="6729"/>
                    </a:cubicBezTo>
                    <a:cubicBezTo>
                      <a:pt x="99477" y="6876"/>
                      <a:pt x="99551" y="7056"/>
                      <a:pt x="99551" y="7266"/>
                    </a:cubicBezTo>
                    <a:lnTo>
                      <a:pt x="99551" y="22177"/>
                    </a:lnTo>
                    <a:cubicBezTo>
                      <a:pt x="99551" y="22387"/>
                      <a:pt x="99477" y="22568"/>
                      <a:pt x="99329" y="22714"/>
                    </a:cubicBezTo>
                    <a:cubicBezTo>
                      <a:pt x="99180" y="22861"/>
                      <a:pt x="99001" y="22936"/>
                      <a:pt x="98790" y="22936"/>
                    </a:cubicBezTo>
                    <a:lnTo>
                      <a:pt x="96221" y="22936"/>
                    </a:lnTo>
                    <a:cubicBezTo>
                      <a:pt x="95988" y="22936"/>
                      <a:pt x="95798" y="22861"/>
                      <a:pt x="95651" y="22714"/>
                    </a:cubicBezTo>
                    <a:cubicBezTo>
                      <a:pt x="95524" y="22568"/>
                      <a:pt x="95460" y="22387"/>
                      <a:pt x="95460" y="22177"/>
                    </a:cubicBezTo>
                    <a:lnTo>
                      <a:pt x="95460" y="20882"/>
                    </a:lnTo>
                    <a:cubicBezTo>
                      <a:pt x="94889" y="21620"/>
                      <a:pt x="94181" y="22198"/>
                      <a:pt x="93336" y="22620"/>
                    </a:cubicBezTo>
                    <a:cubicBezTo>
                      <a:pt x="92488" y="23042"/>
                      <a:pt x="91433" y="23252"/>
                      <a:pt x="90164" y="23252"/>
                    </a:cubicBezTo>
                    <a:close/>
                    <a:moveTo>
                      <a:pt x="104501" y="22936"/>
                    </a:moveTo>
                    <a:cubicBezTo>
                      <a:pt x="104290" y="22936"/>
                      <a:pt x="104109" y="22861"/>
                      <a:pt x="103962" y="22714"/>
                    </a:cubicBezTo>
                    <a:cubicBezTo>
                      <a:pt x="103814" y="22568"/>
                      <a:pt x="103740" y="22387"/>
                      <a:pt x="103740" y="22177"/>
                    </a:cubicBezTo>
                    <a:lnTo>
                      <a:pt x="103740" y="7266"/>
                    </a:lnTo>
                    <a:cubicBezTo>
                      <a:pt x="103740" y="7056"/>
                      <a:pt x="103814" y="6876"/>
                      <a:pt x="103962" y="6729"/>
                    </a:cubicBezTo>
                    <a:cubicBezTo>
                      <a:pt x="104109" y="6582"/>
                      <a:pt x="104290" y="6508"/>
                      <a:pt x="104501" y="6508"/>
                    </a:cubicBezTo>
                    <a:lnTo>
                      <a:pt x="107101" y="6508"/>
                    </a:lnTo>
                    <a:cubicBezTo>
                      <a:pt x="107312" y="6508"/>
                      <a:pt x="107493" y="6582"/>
                      <a:pt x="107640" y="6729"/>
                    </a:cubicBezTo>
                    <a:cubicBezTo>
                      <a:pt x="107788" y="6876"/>
                      <a:pt x="107862" y="7056"/>
                      <a:pt x="107862" y="7266"/>
                    </a:cubicBezTo>
                    <a:lnTo>
                      <a:pt x="107862" y="8561"/>
                    </a:lnTo>
                    <a:cubicBezTo>
                      <a:pt x="108413" y="7887"/>
                      <a:pt x="109110" y="7329"/>
                      <a:pt x="109955" y="6887"/>
                    </a:cubicBezTo>
                    <a:cubicBezTo>
                      <a:pt x="110823" y="6424"/>
                      <a:pt x="111890" y="6192"/>
                      <a:pt x="113158" y="6192"/>
                    </a:cubicBezTo>
                    <a:cubicBezTo>
                      <a:pt x="114447" y="6192"/>
                      <a:pt x="115569" y="6488"/>
                      <a:pt x="116520" y="7077"/>
                    </a:cubicBezTo>
                    <a:cubicBezTo>
                      <a:pt x="117471" y="7645"/>
                      <a:pt x="118201" y="8455"/>
                      <a:pt x="118708" y="9509"/>
                    </a:cubicBezTo>
                    <a:cubicBezTo>
                      <a:pt x="119236" y="10563"/>
                      <a:pt x="119501" y="11827"/>
                      <a:pt x="119501" y="13300"/>
                    </a:cubicBezTo>
                    <a:lnTo>
                      <a:pt x="119501" y="22177"/>
                    </a:lnTo>
                    <a:cubicBezTo>
                      <a:pt x="119501" y="22387"/>
                      <a:pt x="119426" y="22568"/>
                      <a:pt x="119279" y="22714"/>
                    </a:cubicBezTo>
                    <a:cubicBezTo>
                      <a:pt x="119132" y="22861"/>
                      <a:pt x="118951" y="22936"/>
                      <a:pt x="118740" y="22936"/>
                    </a:cubicBezTo>
                    <a:lnTo>
                      <a:pt x="115949" y="22936"/>
                    </a:lnTo>
                    <a:cubicBezTo>
                      <a:pt x="115738" y="22936"/>
                      <a:pt x="115557" y="22861"/>
                      <a:pt x="115410" y="22714"/>
                    </a:cubicBezTo>
                    <a:cubicBezTo>
                      <a:pt x="115263" y="22568"/>
                      <a:pt x="115188" y="22387"/>
                      <a:pt x="115188" y="22177"/>
                    </a:cubicBezTo>
                    <a:lnTo>
                      <a:pt x="115188" y="13490"/>
                    </a:lnTo>
                    <a:cubicBezTo>
                      <a:pt x="115188" y="12269"/>
                      <a:pt x="114882" y="11310"/>
                      <a:pt x="114268" y="10615"/>
                    </a:cubicBezTo>
                    <a:cubicBezTo>
                      <a:pt x="113677" y="9920"/>
                      <a:pt x="112810" y="9572"/>
                      <a:pt x="111668" y="9572"/>
                    </a:cubicBezTo>
                    <a:cubicBezTo>
                      <a:pt x="110569" y="9572"/>
                      <a:pt x="109690" y="9920"/>
                      <a:pt x="109036" y="10615"/>
                    </a:cubicBezTo>
                    <a:cubicBezTo>
                      <a:pt x="108381" y="11310"/>
                      <a:pt x="108053" y="12269"/>
                      <a:pt x="108053" y="13490"/>
                    </a:cubicBezTo>
                    <a:lnTo>
                      <a:pt x="108053" y="22177"/>
                    </a:lnTo>
                    <a:cubicBezTo>
                      <a:pt x="108053" y="22387"/>
                      <a:pt x="107978" y="22568"/>
                      <a:pt x="107831" y="22714"/>
                    </a:cubicBezTo>
                    <a:cubicBezTo>
                      <a:pt x="107683" y="22861"/>
                      <a:pt x="107502" y="22936"/>
                      <a:pt x="107292" y="22936"/>
                    </a:cubicBezTo>
                    <a:lnTo>
                      <a:pt x="104501" y="22936"/>
                    </a:lnTo>
                    <a:close/>
                    <a:moveTo>
                      <a:pt x="130795" y="22936"/>
                    </a:moveTo>
                    <a:cubicBezTo>
                      <a:pt x="129527" y="22936"/>
                      <a:pt x="128460" y="22714"/>
                      <a:pt x="127592" y="22272"/>
                    </a:cubicBezTo>
                    <a:cubicBezTo>
                      <a:pt x="126725" y="21830"/>
                      <a:pt x="126081" y="21178"/>
                      <a:pt x="125658" y="20314"/>
                    </a:cubicBezTo>
                    <a:cubicBezTo>
                      <a:pt x="125234" y="19429"/>
                      <a:pt x="125024" y="18334"/>
                      <a:pt x="125024" y="17028"/>
                    </a:cubicBezTo>
                    <a:lnTo>
                      <a:pt x="125024" y="9857"/>
                    </a:lnTo>
                    <a:lnTo>
                      <a:pt x="122518" y="9857"/>
                    </a:lnTo>
                    <a:cubicBezTo>
                      <a:pt x="122308" y="9857"/>
                      <a:pt x="122126" y="9782"/>
                      <a:pt x="121979" y="9635"/>
                    </a:cubicBezTo>
                    <a:cubicBezTo>
                      <a:pt x="121832" y="9489"/>
                      <a:pt x="121757" y="9308"/>
                      <a:pt x="121757" y="9098"/>
                    </a:cubicBezTo>
                    <a:lnTo>
                      <a:pt x="121757" y="7266"/>
                    </a:lnTo>
                    <a:cubicBezTo>
                      <a:pt x="121757" y="7056"/>
                      <a:pt x="121832" y="6876"/>
                      <a:pt x="121979" y="6729"/>
                    </a:cubicBezTo>
                    <a:cubicBezTo>
                      <a:pt x="122126" y="6582"/>
                      <a:pt x="122308" y="6508"/>
                      <a:pt x="122518" y="6508"/>
                    </a:cubicBezTo>
                    <a:lnTo>
                      <a:pt x="125024" y="6508"/>
                    </a:lnTo>
                    <a:lnTo>
                      <a:pt x="125024" y="1264"/>
                    </a:lnTo>
                    <a:cubicBezTo>
                      <a:pt x="125024" y="1054"/>
                      <a:pt x="125087" y="873"/>
                      <a:pt x="125214" y="727"/>
                    </a:cubicBezTo>
                    <a:cubicBezTo>
                      <a:pt x="125361" y="580"/>
                      <a:pt x="125551" y="505"/>
                      <a:pt x="125785" y="505"/>
                    </a:cubicBezTo>
                    <a:lnTo>
                      <a:pt x="128353" y="505"/>
                    </a:lnTo>
                    <a:cubicBezTo>
                      <a:pt x="128564" y="505"/>
                      <a:pt x="128745" y="580"/>
                      <a:pt x="128893" y="727"/>
                    </a:cubicBezTo>
                    <a:cubicBezTo>
                      <a:pt x="129040" y="873"/>
                      <a:pt x="129115" y="1054"/>
                      <a:pt x="129115" y="1264"/>
                    </a:cubicBezTo>
                    <a:lnTo>
                      <a:pt x="129115" y="6508"/>
                    </a:lnTo>
                    <a:lnTo>
                      <a:pt x="133079" y="6508"/>
                    </a:lnTo>
                    <a:cubicBezTo>
                      <a:pt x="133289" y="6508"/>
                      <a:pt x="133471" y="6582"/>
                      <a:pt x="133618" y="6729"/>
                    </a:cubicBezTo>
                    <a:cubicBezTo>
                      <a:pt x="133765" y="6876"/>
                      <a:pt x="133840" y="7056"/>
                      <a:pt x="133840" y="7266"/>
                    </a:cubicBezTo>
                    <a:lnTo>
                      <a:pt x="133840" y="9098"/>
                    </a:lnTo>
                    <a:cubicBezTo>
                      <a:pt x="133840" y="9308"/>
                      <a:pt x="133765" y="9489"/>
                      <a:pt x="133618" y="9635"/>
                    </a:cubicBezTo>
                    <a:cubicBezTo>
                      <a:pt x="133471" y="9782"/>
                      <a:pt x="133289" y="9857"/>
                      <a:pt x="133079" y="9857"/>
                    </a:cubicBezTo>
                    <a:lnTo>
                      <a:pt x="129115" y="9857"/>
                    </a:lnTo>
                    <a:lnTo>
                      <a:pt x="129115" y="16712"/>
                    </a:lnTo>
                    <a:cubicBezTo>
                      <a:pt x="129115" y="17576"/>
                      <a:pt x="129262" y="18249"/>
                      <a:pt x="129558" y="18734"/>
                    </a:cubicBezTo>
                    <a:cubicBezTo>
                      <a:pt x="129876" y="19219"/>
                      <a:pt x="130415" y="19460"/>
                      <a:pt x="131176" y="19460"/>
                    </a:cubicBezTo>
                    <a:lnTo>
                      <a:pt x="133364" y="19460"/>
                    </a:lnTo>
                    <a:cubicBezTo>
                      <a:pt x="133575" y="19460"/>
                      <a:pt x="133756" y="19535"/>
                      <a:pt x="133903" y="19682"/>
                    </a:cubicBezTo>
                    <a:cubicBezTo>
                      <a:pt x="134050" y="19828"/>
                      <a:pt x="134125" y="20009"/>
                      <a:pt x="134125" y="20219"/>
                    </a:cubicBezTo>
                    <a:lnTo>
                      <a:pt x="134125" y="22177"/>
                    </a:lnTo>
                    <a:cubicBezTo>
                      <a:pt x="134125" y="22387"/>
                      <a:pt x="134050" y="22568"/>
                      <a:pt x="133903" y="22714"/>
                    </a:cubicBezTo>
                    <a:cubicBezTo>
                      <a:pt x="133756" y="22861"/>
                      <a:pt x="133575" y="22936"/>
                      <a:pt x="133364" y="22936"/>
                    </a:cubicBezTo>
                    <a:lnTo>
                      <a:pt x="130795" y="22936"/>
                    </a:lnTo>
                    <a:close/>
                    <a:moveTo>
                      <a:pt x="145882" y="23252"/>
                    </a:moveTo>
                    <a:cubicBezTo>
                      <a:pt x="143915" y="23252"/>
                      <a:pt x="142246" y="22915"/>
                      <a:pt x="140871" y="22241"/>
                    </a:cubicBezTo>
                    <a:cubicBezTo>
                      <a:pt x="139519" y="21546"/>
                      <a:pt x="138481" y="20566"/>
                      <a:pt x="137763" y="19303"/>
                    </a:cubicBezTo>
                    <a:cubicBezTo>
                      <a:pt x="137045" y="18019"/>
                      <a:pt x="136642" y="16480"/>
                      <a:pt x="136558" y="14690"/>
                    </a:cubicBezTo>
                    <a:cubicBezTo>
                      <a:pt x="136538" y="13826"/>
                      <a:pt x="136526" y="12901"/>
                      <a:pt x="136526" y="11910"/>
                    </a:cubicBezTo>
                    <a:cubicBezTo>
                      <a:pt x="136526" y="10919"/>
                      <a:pt x="136538" y="9972"/>
                      <a:pt x="136558" y="9067"/>
                    </a:cubicBezTo>
                    <a:cubicBezTo>
                      <a:pt x="136642" y="7298"/>
                      <a:pt x="137045" y="5770"/>
                      <a:pt x="137763" y="4486"/>
                    </a:cubicBezTo>
                    <a:cubicBezTo>
                      <a:pt x="138504" y="3202"/>
                      <a:pt x="139550" y="2223"/>
                      <a:pt x="140903" y="1548"/>
                    </a:cubicBezTo>
                    <a:cubicBezTo>
                      <a:pt x="142278" y="853"/>
                      <a:pt x="143936" y="505"/>
                      <a:pt x="145882" y="505"/>
                    </a:cubicBezTo>
                    <a:cubicBezTo>
                      <a:pt x="147320" y="505"/>
                      <a:pt x="148609" y="695"/>
                      <a:pt x="149751" y="1074"/>
                    </a:cubicBezTo>
                    <a:cubicBezTo>
                      <a:pt x="150892" y="1453"/>
                      <a:pt x="151864" y="1979"/>
                      <a:pt x="152668" y="2654"/>
                    </a:cubicBezTo>
                    <a:cubicBezTo>
                      <a:pt x="153472" y="3306"/>
                      <a:pt x="154095" y="4075"/>
                      <a:pt x="154539" y="4960"/>
                    </a:cubicBezTo>
                    <a:cubicBezTo>
                      <a:pt x="154983" y="5844"/>
                      <a:pt x="155217" y="6804"/>
                      <a:pt x="155237" y="7835"/>
                    </a:cubicBezTo>
                    <a:cubicBezTo>
                      <a:pt x="155257" y="8024"/>
                      <a:pt x="155194" y="8182"/>
                      <a:pt x="155047" y="8309"/>
                    </a:cubicBezTo>
                    <a:cubicBezTo>
                      <a:pt x="154920" y="8435"/>
                      <a:pt x="154761" y="8498"/>
                      <a:pt x="154571" y="8498"/>
                    </a:cubicBezTo>
                    <a:lnTo>
                      <a:pt x="151558" y="8498"/>
                    </a:lnTo>
                    <a:cubicBezTo>
                      <a:pt x="151325" y="8498"/>
                      <a:pt x="151135" y="8446"/>
                      <a:pt x="150987" y="8340"/>
                    </a:cubicBezTo>
                    <a:cubicBezTo>
                      <a:pt x="150840" y="8214"/>
                      <a:pt x="150734" y="8013"/>
                      <a:pt x="150670" y="7740"/>
                    </a:cubicBezTo>
                    <a:cubicBezTo>
                      <a:pt x="150333" y="6350"/>
                      <a:pt x="149751" y="5402"/>
                      <a:pt x="148926" y="4897"/>
                    </a:cubicBezTo>
                    <a:cubicBezTo>
                      <a:pt x="148101" y="4391"/>
                      <a:pt x="147075" y="4139"/>
                      <a:pt x="145850" y="4139"/>
                    </a:cubicBezTo>
                    <a:cubicBezTo>
                      <a:pt x="144434" y="4139"/>
                      <a:pt x="143302" y="4538"/>
                      <a:pt x="142457" y="5339"/>
                    </a:cubicBezTo>
                    <a:cubicBezTo>
                      <a:pt x="141612" y="6118"/>
                      <a:pt x="141156" y="7413"/>
                      <a:pt x="141093" y="9225"/>
                    </a:cubicBezTo>
                    <a:cubicBezTo>
                      <a:pt x="141030" y="10951"/>
                      <a:pt x="141030" y="12720"/>
                      <a:pt x="141093" y="14532"/>
                    </a:cubicBezTo>
                    <a:cubicBezTo>
                      <a:pt x="141156" y="16344"/>
                      <a:pt x="141612" y="17649"/>
                      <a:pt x="142457" y="18450"/>
                    </a:cubicBezTo>
                    <a:cubicBezTo>
                      <a:pt x="143302" y="19228"/>
                      <a:pt x="144434" y="19618"/>
                      <a:pt x="145850" y="19618"/>
                    </a:cubicBezTo>
                    <a:cubicBezTo>
                      <a:pt x="147075" y="19618"/>
                      <a:pt x="148101" y="19366"/>
                      <a:pt x="148926" y="18860"/>
                    </a:cubicBezTo>
                    <a:cubicBezTo>
                      <a:pt x="149751" y="18334"/>
                      <a:pt x="150333" y="17387"/>
                      <a:pt x="150670" y="16017"/>
                    </a:cubicBezTo>
                    <a:cubicBezTo>
                      <a:pt x="150734" y="15721"/>
                      <a:pt x="150840" y="15523"/>
                      <a:pt x="150987" y="15417"/>
                    </a:cubicBezTo>
                    <a:cubicBezTo>
                      <a:pt x="151135" y="15311"/>
                      <a:pt x="151325" y="15259"/>
                      <a:pt x="151558" y="15259"/>
                    </a:cubicBezTo>
                    <a:lnTo>
                      <a:pt x="154571" y="15259"/>
                    </a:lnTo>
                    <a:cubicBezTo>
                      <a:pt x="154761" y="15259"/>
                      <a:pt x="154920" y="15322"/>
                      <a:pt x="155047" y="15448"/>
                    </a:cubicBezTo>
                    <a:cubicBezTo>
                      <a:pt x="155194" y="15575"/>
                      <a:pt x="155257" y="15733"/>
                      <a:pt x="155237" y="15922"/>
                    </a:cubicBezTo>
                    <a:cubicBezTo>
                      <a:pt x="155217" y="16953"/>
                      <a:pt x="154983" y="17912"/>
                      <a:pt x="154539" y="18797"/>
                    </a:cubicBezTo>
                    <a:cubicBezTo>
                      <a:pt x="154095" y="19682"/>
                      <a:pt x="153472" y="20460"/>
                      <a:pt x="152668" y="21135"/>
                    </a:cubicBezTo>
                    <a:cubicBezTo>
                      <a:pt x="151864" y="21787"/>
                      <a:pt x="150892" y="22304"/>
                      <a:pt x="149751" y="22683"/>
                    </a:cubicBezTo>
                    <a:cubicBezTo>
                      <a:pt x="148609" y="23062"/>
                      <a:pt x="147320" y="23252"/>
                      <a:pt x="145882" y="23252"/>
                    </a:cubicBezTo>
                    <a:close/>
                    <a:moveTo>
                      <a:pt x="163405" y="23252"/>
                    </a:moveTo>
                    <a:cubicBezTo>
                      <a:pt x="162307" y="23252"/>
                      <a:pt x="161312" y="23042"/>
                      <a:pt x="160424" y="22620"/>
                    </a:cubicBezTo>
                    <a:cubicBezTo>
                      <a:pt x="159536" y="22177"/>
                      <a:pt x="158830" y="21597"/>
                      <a:pt x="158299" y="20882"/>
                    </a:cubicBezTo>
                    <a:cubicBezTo>
                      <a:pt x="157792" y="20144"/>
                      <a:pt x="157538" y="19323"/>
                      <a:pt x="157538" y="18418"/>
                    </a:cubicBezTo>
                    <a:cubicBezTo>
                      <a:pt x="157538" y="16944"/>
                      <a:pt x="158132" y="15776"/>
                      <a:pt x="159314" y="14911"/>
                    </a:cubicBezTo>
                    <a:cubicBezTo>
                      <a:pt x="160519" y="14027"/>
                      <a:pt x="162105" y="13438"/>
                      <a:pt x="164071" y="13142"/>
                    </a:cubicBezTo>
                    <a:lnTo>
                      <a:pt x="168416" y="12510"/>
                    </a:lnTo>
                    <a:lnTo>
                      <a:pt x="168416" y="11847"/>
                    </a:lnTo>
                    <a:cubicBezTo>
                      <a:pt x="168416" y="10962"/>
                      <a:pt x="168194" y="10279"/>
                      <a:pt x="167750" y="9793"/>
                    </a:cubicBezTo>
                    <a:cubicBezTo>
                      <a:pt x="167306" y="9308"/>
                      <a:pt x="166545" y="9067"/>
                      <a:pt x="165467" y="9067"/>
                    </a:cubicBezTo>
                    <a:cubicBezTo>
                      <a:pt x="164705" y="9067"/>
                      <a:pt x="164083" y="9225"/>
                      <a:pt x="163595" y="9541"/>
                    </a:cubicBezTo>
                    <a:cubicBezTo>
                      <a:pt x="163131" y="9836"/>
                      <a:pt x="162782" y="10236"/>
                      <a:pt x="162549" y="10741"/>
                    </a:cubicBezTo>
                    <a:cubicBezTo>
                      <a:pt x="162381" y="11014"/>
                      <a:pt x="162137" y="11152"/>
                      <a:pt x="161820" y="11152"/>
                    </a:cubicBezTo>
                    <a:lnTo>
                      <a:pt x="159314" y="11152"/>
                    </a:lnTo>
                    <a:cubicBezTo>
                      <a:pt x="159083" y="11152"/>
                      <a:pt x="158902" y="11089"/>
                      <a:pt x="158775" y="10962"/>
                    </a:cubicBezTo>
                    <a:cubicBezTo>
                      <a:pt x="158671" y="10836"/>
                      <a:pt x="158617" y="10667"/>
                      <a:pt x="158617" y="10457"/>
                    </a:cubicBezTo>
                    <a:cubicBezTo>
                      <a:pt x="158639" y="10121"/>
                      <a:pt x="158775" y="9710"/>
                      <a:pt x="159029" y="9225"/>
                    </a:cubicBezTo>
                    <a:cubicBezTo>
                      <a:pt x="159283" y="8740"/>
                      <a:pt x="159686" y="8277"/>
                      <a:pt x="160234" y="7835"/>
                    </a:cubicBezTo>
                    <a:cubicBezTo>
                      <a:pt x="160784" y="7372"/>
                      <a:pt x="161493" y="6982"/>
                      <a:pt x="162359" y="6666"/>
                    </a:cubicBezTo>
                    <a:cubicBezTo>
                      <a:pt x="163226" y="6350"/>
                      <a:pt x="164273" y="6192"/>
                      <a:pt x="165498" y="6192"/>
                    </a:cubicBezTo>
                    <a:cubicBezTo>
                      <a:pt x="166830" y="6192"/>
                      <a:pt x="167951" y="6361"/>
                      <a:pt x="168860" y="6697"/>
                    </a:cubicBezTo>
                    <a:cubicBezTo>
                      <a:pt x="169791" y="7013"/>
                      <a:pt x="170532" y="7444"/>
                      <a:pt x="171080" y="7993"/>
                    </a:cubicBezTo>
                    <a:cubicBezTo>
                      <a:pt x="171630" y="8541"/>
                      <a:pt x="172031" y="9182"/>
                      <a:pt x="172285" y="9920"/>
                    </a:cubicBezTo>
                    <a:cubicBezTo>
                      <a:pt x="172538" y="10658"/>
                      <a:pt x="172665" y="11436"/>
                      <a:pt x="172665" y="12258"/>
                    </a:cubicBezTo>
                    <a:lnTo>
                      <a:pt x="172665" y="22177"/>
                    </a:lnTo>
                    <a:cubicBezTo>
                      <a:pt x="172665" y="22387"/>
                      <a:pt x="172593" y="22568"/>
                      <a:pt x="172443" y="22714"/>
                    </a:cubicBezTo>
                    <a:cubicBezTo>
                      <a:pt x="172296" y="22861"/>
                      <a:pt x="172117" y="22936"/>
                      <a:pt x="171904" y="22936"/>
                    </a:cubicBezTo>
                    <a:lnTo>
                      <a:pt x="169335" y="22936"/>
                    </a:lnTo>
                    <a:cubicBezTo>
                      <a:pt x="169104" y="22936"/>
                      <a:pt x="168914" y="22861"/>
                      <a:pt x="168765" y="22714"/>
                    </a:cubicBezTo>
                    <a:cubicBezTo>
                      <a:pt x="168638" y="22568"/>
                      <a:pt x="168574" y="22387"/>
                      <a:pt x="168574" y="22177"/>
                    </a:cubicBezTo>
                    <a:lnTo>
                      <a:pt x="168574" y="20945"/>
                    </a:lnTo>
                    <a:cubicBezTo>
                      <a:pt x="168300" y="21345"/>
                      <a:pt x="167931" y="21724"/>
                      <a:pt x="167464" y="22083"/>
                    </a:cubicBezTo>
                    <a:cubicBezTo>
                      <a:pt x="167000" y="22419"/>
                      <a:pt x="166429" y="22703"/>
                      <a:pt x="165752" y="22936"/>
                    </a:cubicBezTo>
                    <a:cubicBezTo>
                      <a:pt x="165097" y="23145"/>
                      <a:pt x="164316" y="23252"/>
                      <a:pt x="163405" y="23252"/>
                    </a:cubicBezTo>
                    <a:close/>
                    <a:moveTo>
                      <a:pt x="164483" y="20250"/>
                    </a:moveTo>
                    <a:cubicBezTo>
                      <a:pt x="165224" y="20250"/>
                      <a:pt x="165890" y="20092"/>
                      <a:pt x="166481" y="19776"/>
                    </a:cubicBezTo>
                    <a:cubicBezTo>
                      <a:pt x="167095" y="19460"/>
                      <a:pt x="167571" y="18975"/>
                      <a:pt x="167908" y="18323"/>
                    </a:cubicBezTo>
                    <a:cubicBezTo>
                      <a:pt x="168269" y="17649"/>
                      <a:pt x="168448" y="16807"/>
                      <a:pt x="168448" y="15796"/>
                    </a:cubicBezTo>
                    <a:lnTo>
                      <a:pt x="168448" y="15132"/>
                    </a:lnTo>
                    <a:lnTo>
                      <a:pt x="165276" y="15638"/>
                    </a:lnTo>
                    <a:cubicBezTo>
                      <a:pt x="164030" y="15827"/>
                      <a:pt x="163099" y="16132"/>
                      <a:pt x="162486" y="16554"/>
                    </a:cubicBezTo>
                    <a:cubicBezTo>
                      <a:pt x="161874" y="16976"/>
                      <a:pt x="161566" y="17491"/>
                      <a:pt x="161566" y="18102"/>
                    </a:cubicBezTo>
                    <a:cubicBezTo>
                      <a:pt x="161566" y="18565"/>
                      <a:pt x="161704" y="18966"/>
                      <a:pt x="161978" y="19303"/>
                    </a:cubicBezTo>
                    <a:cubicBezTo>
                      <a:pt x="162275" y="19618"/>
                      <a:pt x="162644" y="19860"/>
                      <a:pt x="163088" y="20029"/>
                    </a:cubicBezTo>
                    <a:cubicBezTo>
                      <a:pt x="163532" y="20176"/>
                      <a:pt x="163999" y="20250"/>
                      <a:pt x="164483" y="20250"/>
                    </a:cubicBezTo>
                    <a:close/>
                    <a:moveTo>
                      <a:pt x="177527" y="22936"/>
                    </a:moveTo>
                    <a:cubicBezTo>
                      <a:pt x="177316" y="22936"/>
                      <a:pt x="177137" y="22861"/>
                      <a:pt x="176987" y="22714"/>
                    </a:cubicBezTo>
                    <a:cubicBezTo>
                      <a:pt x="176840" y="22568"/>
                      <a:pt x="176765" y="22387"/>
                      <a:pt x="176765" y="22177"/>
                    </a:cubicBezTo>
                    <a:lnTo>
                      <a:pt x="176765" y="1264"/>
                    </a:lnTo>
                    <a:cubicBezTo>
                      <a:pt x="176765" y="1054"/>
                      <a:pt x="176840" y="873"/>
                      <a:pt x="176987" y="727"/>
                    </a:cubicBezTo>
                    <a:cubicBezTo>
                      <a:pt x="177137" y="580"/>
                      <a:pt x="177316" y="505"/>
                      <a:pt x="177527" y="505"/>
                    </a:cubicBezTo>
                    <a:lnTo>
                      <a:pt x="180159" y="505"/>
                    </a:lnTo>
                    <a:cubicBezTo>
                      <a:pt x="180372" y="505"/>
                      <a:pt x="180551" y="580"/>
                      <a:pt x="180698" y="727"/>
                    </a:cubicBezTo>
                    <a:cubicBezTo>
                      <a:pt x="180847" y="873"/>
                      <a:pt x="180920" y="1054"/>
                      <a:pt x="180920" y="1264"/>
                    </a:cubicBezTo>
                    <a:lnTo>
                      <a:pt x="180920" y="22177"/>
                    </a:lnTo>
                    <a:cubicBezTo>
                      <a:pt x="180920" y="22387"/>
                      <a:pt x="180847" y="22568"/>
                      <a:pt x="180698" y="22714"/>
                    </a:cubicBezTo>
                    <a:cubicBezTo>
                      <a:pt x="180551" y="22861"/>
                      <a:pt x="180372" y="22936"/>
                      <a:pt x="180159" y="22936"/>
                    </a:cubicBezTo>
                    <a:lnTo>
                      <a:pt x="177527" y="22936"/>
                    </a:lnTo>
                    <a:close/>
                    <a:moveTo>
                      <a:pt x="192264" y="23252"/>
                    </a:moveTo>
                    <a:cubicBezTo>
                      <a:pt x="190742" y="23252"/>
                      <a:pt x="189398" y="22967"/>
                      <a:pt x="188236" y="22399"/>
                    </a:cubicBezTo>
                    <a:cubicBezTo>
                      <a:pt x="187095" y="21830"/>
                      <a:pt x="186195" y="21008"/>
                      <a:pt x="185541" y="19934"/>
                    </a:cubicBezTo>
                    <a:cubicBezTo>
                      <a:pt x="184907" y="18840"/>
                      <a:pt x="184558" y="17522"/>
                      <a:pt x="184494" y="15985"/>
                    </a:cubicBezTo>
                    <a:cubicBezTo>
                      <a:pt x="184472" y="15669"/>
                      <a:pt x="184463" y="15259"/>
                      <a:pt x="184463" y="14753"/>
                    </a:cubicBezTo>
                    <a:cubicBezTo>
                      <a:pt x="184463" y="14228"/>
                      <a:pt x="184472" y="13794"/>
                      <a:pt x="184494" y="13458"/>
                    </a:cubicBezTo>
                    <a:cubicBezTo>
                      <a:pt x="184558" y="11921"/>
                      <a:pt x="184907" y="10615"/>
                      <a:pt x="185541" y="9541"/>
                    </a:cubicBezTo>
                    <a:cubicBezTo>
                      <a:pt x="186195" y="8446"/>
                      <a:pt x="187095" y="7614"/>
                      <a:pt x="188236" y="7045"/>
                    </a:cubicBezTo>
                    <a:cubicBezTo>
                      <a:pt x="189398" y="6476"/>
                      <a:pt x="190742" y="6192"/>
                      <a:pt x="192264" y="6192"/>
                    </a:cubicBezTo>
                    <a:cubicBezTo>
                      <a:pt x="193616" y="6192"/>
                      <a:pt x="194769" y="6382"/>
                      <a:pt x="195721" y="6761"/>
                    </a:cubicBezTo>
                    <a:cubicBezTo>
                      <a:pt x="196672" y="7140"/>
                      <a:pt x="197454" y="7614"/>
                      <a:pt x="198067" y="8182"/>
                    </a:cubicBezTo>
                    <a:cubicBezTo>
                      <a:pt x="198679" y="8751"/>
                      <a:pt x="199134" y="9351"/>
                      <a:pt x="199431" y="9983"/>
                    </a:cubicBezTo>
                    <a:cubicBezTo>
                      <a:pt x="199748" y="10595"/>
                      <a:pt x="199916" y="11152"/>
                      <a:pt x="199938" y="11657"/>
                    </a:cubicBezTo>
                    <a:cubicBezTo>
                      <a:pt x="199959" y="11890"/>
                      <a:pt x="199884" y="12079"/>
                      <a:pt x="199716" y="12226"/>
                    </a:cubicBezTo>
                    <a:cubicBezTo>
                      <a:pt x="199567" y="12352"/>
                      <a:pt x="199388" y="12416"/>
                      <a:pt x="199177" y="12416"/>
                    </a:cubicBezTo>
                    <a:lnTo>
                      <a:pt x="196387" y="12416"/>
                    </a:lnTo>
                    <a:cubicBezTo>
                      <a:pt x="196174" y="12416"/>
                      <a:pt x="196006" y="12364"/>
                      <a:pt x="195879" y="12258"/>
                    </a:cubicBezTo>
                    <a:cubicBezTo>
                      <a:pt x="195773" y="12152"/>
                      <a:pt x="195666" y="11994"/>
                      <a:pt x="195562" y="11784"/>
                    </a:cubicBezTo>
                    <a:cubicBezTo>
                      <a:pt x="195245" y="10942"/>
                      <a:pt x="194821" y="10351"/>
                      <a:pt x="194294" y="10015"/>
                    </a:cubicBezTo>
                    <a:cubicBezTo>
                      <a:pt x="193786" y="9656"/>
                      <a:pt x="193129" y="9478"/>
                      <a:pt x="192327" y="9478"/>
                    </a:cubicBezTo>
                    <a:cubicBezTo>
                      <a:pt x="191270" y="9478"/>
                      <a:pt x="190425" y="9814"/>
                      <a:pt x="189790" y="10488"/>
                    </a:cubicBezTo>
                    <a:cubicBezTo>
                      <a:pt x="189176" y="11141"/>
                      <a:pt x="188848" y="12183"/>
                      <a:pt x="188807" y="13616"/>
                    </a:cubicBezTo>
                    <a:cubicBezTo>
                      <a:pt x="188764" y="14417"/>
                      <a:pt x="188764" y="15153"/>
                      <a:pt x="188807" y="15827"/>
                    </a:cubicBezTo>
                    <a:cubicBezTo>
                      <a:pt x="188848" y="17281"/>
                      <a:pt x="189176" y="18334"/>
                      <a:pt x="189790" y="18987"/>
                    </a:cubicBezTo>
                    <a:cubicBezTo>
                      <a:pt x="190425" y="19639"/>
                      <a:pt x="191270" y="19966"/>
                      <a:pt x="192327" y="19966"/>
                    </a:cubicBezTo>
                    <a:cubicBezTo>
                      <a:pt x="193152" y="19966"/>
                      <a:pt x="193818" y="19797"/>
                      <a:pt x="194325" y="19460"/>
                    </a:cubicBezTo>
                    <a:cubicBezTo>
                      <a:pt x="194833" y="19102"/>
                      <a:pt x="195245" y="18501"/>
                      <a:pt x="195562" y="17660"/>
                    </a:cubicBezTo>
                    <a:cubicBezTo>
                      <a:pt x="195666" y="17450"/>
                      <a:pt x="195773" y="17292"/>
                      <a:pt x="195879" y="17186"/>
                    </a:cubicBezTo>
                    <a:cubicBezTo>
                      <a:pt x="196006" y="17080"/>
                      <a:pt x="196174" y="17028"/>
                      <a:pt x="196387" y="17028"/>
                    </a:cubicBezTo>
                    <a:lnTo>
                      <a:pt x="199177" y="17028"/>
                    </a:lnTo>
                    <a:cubicBezTo>
                      <a:pt x="199388" y="17028"/>
                      <a:pt x="199567" y="17102"/>
                      <a:pt x="199716" y="17249"/>
                    </a:cubicBezTo>
                    <a:cubicBezTo>
                      <a:pt x="199884" y="17375"/>
                      <a:pt x="199959" y="17554"/>
                      <a:pt x="199938" y="17786"/>
                    </a:cubicBezTo>
                    <a:cubicBezTo>
                      <a:pt x="199916" y="18165"/>
                      <a:pt x="199812" y="18596"/>
                      <a:pt x="199621" y="19081"/>
                    </a:cubicBezTo>
                    <a:cubicBezTo>
                      <a:pt x="199451" y="19544"/>
                      <a:pt x="199166" y="20029"/>
                      <a:pt x="198765" y="20535"/>
                    </a:cubicBezTo>
                    <a:cubicBezTo>
                      <a:pt x="198385" y="21020"/>
                      <a:pt x="197898" y="21471"/>
                      <a:pt x="197306" y="21893"/>
                    </a:cubicBezTo>
                    <a:cubicBezTo>
                      <a:pt x="196713" y="22292"/>
                      <a:pt x="195995" y="22620"/>
                      <a:pt x="195150" y="22872"/>
                    </a:cubicBezTo>
                    <a:cubicBezTo>
                      <a:pt x="194325" y="23125"/>
                      <a:pt x="193363" y="23252"/>
                      <a:pt x="192264" y="23252"/>
                    </a:cubicBezTo>
                    <a:close/>
                    <a:moveTo>
                      <a:pt x="209366" y="23252"/>
                    </a:moveTo>
                    <a:cubicBezTo>
                      <a:pt x="208075" y="23252"/>
                      <a:pt x="206956" y="22967"/>
                      <a:pt x="206005" y="22399"/>
                    </a:cubicBezTo>
                    <a:cubicBezTo>
                      <a:pt x="205074" y="21810"/>
                      <a:pt x="204356" y="20988"/>
                      <a:pt x="203848" y="19934"/>
                    </a:cubicBezTo>
                    <a:cubicBezTo>
                      <a:pt x="203341" y="18860"/>
                      <a:pt x="203087" y="17597"/>
                      <a:pt x="203087" y="16143"/>
                    </a:cubicBezTo>
                    <a:lnTo>
                      <a:pt x="203087" y="7266"/>
                    </a:lnTo>
                    <a:cubicBezTo>
                      <a:pt x="203087" y="7056"/>
                      <a:pt x="203160" y="6876"/>
                      <a:pt x="203309" y="6729"/>
                    </a:cubicBezTo>
                    <a:cubicBezTo>
                      <a:pt x="203456" y="6582"/>
                      <a:pt x="203635" y="6508"/>
                      <a:pt x="203848" y="6508"/>
                    </a:cubicBezTo>
                    <a:lnTo>
                      <a:pt x="206639" y="6508"/>
                    </a:lnTo>
                    <a:cubicBezTo>
                      <a:pt x="206870" y="6508"/>
                      <a:pt x="207051" y="6582"/>
                      <a:pt x="207178" y="6729"/>
                    </a:cubicBezTo>
                    <a:cubicBezTo>
                      <a:pt x="207325" y="6876"/>
                      <a:pt x="207400" y="7056"/>
                      <a:pt x="207400" y="7266"/>
                    </a:cubicBezTo>
                    <a:lnTo>
                      <a:pt x="207400" y="15954"/>
                    </a:lnTo>
                    <a:cubicBezTo>
                      <a:pt x="207400" y="18565"/>
                      <a:pt x="208551" y="19871"/>
                      <a:pt x="210857" y="19871"/>
                    </a:cubicBezTo>
                    <a:cubicBezTo>
                      <a:pt x="211955" y="19871"/>
                      <a:pt x="212823" y="19524"/>
                      <a:pt x="213457" y="18829"/>
                    </a:cubicBezTo>
                    <a:cubicBezTo>
                      <a:pt x="214112" y="18134"/>
                      <a:pt x="214440" y="17175"/>
                      <a:pt x="214440" y="15954"/>
                    </a:cubicBezTo>
                    <a:lnTo>
                      <a:pt x="214440" y="7266"/>
                    </a:lnTo>
                    <a:cubicBezTo>
                      <a:pt x="214440" y="7056"/>
                      <a:pt x="214513" y="6876"/>
                      <a:pt x="214662" y="6729"/>
                    </a:cubicBezTo>
                    <a:cubicBezTo>
                      <a:pt x="214810" y="6582"/>
                      <a:pt x="214989" y="6508"/>
                      <a:pt x="215201" y="6508"/>
                    </a:cubicBezTo>
                    <a:lnTo>
                      <a:pt x="217992" y="6508"/>
                    </a:lnTo>
                    <a:cubicBezTo>
                      <a:pt x="218203" y="6508"/>
                      <a:pt x="218382" y="6582"/>
                      <a:pt x="218531" y="6729"/>
                    </a:cubicBezTo>
                    <a:cubicBezTo>
                      <a:pt x="218679" y="6876"/>
                      <a:pt x="218753" y="7056"/>
                      <a:pt x="218753" y="7266"/>
                    </a:cubicBezTo>
                    <a:lnTo>
                      <a:pt x="218753" y="22177"/>
                    </a:lnTo>
                    <a:cubicBezTo>
                      <a:pt x="218753" y="22387"/>
                      <a:pt x="218679" y="22568"/>
                      <a:pt x="218531" y="22714"/>
                    </a:cubicBezTo>
                    <a:cubicBezTo>
                      <a:pt x="218382" y="22861"/>
                      <a:pt x="218203" y="22936"/>
                      <a:pt x="217992" y="22936"/>
                    </a:cubicBezTo>
                    <a:lnTo>
                      <a:pt x="215423" y="22936"/>
                    </a:lnTo>
                    <a:cubicBezTo>
                      <a:pt x="215190" y="22936"/>
                      <a:pt x="215000" y="22861"/>
                      <a:pt x="214853" y="22714"/>
                    </a:cubicBezTo>
                    <a:cubicBezTo>
                      <a:pt x="214726" y="22568"/>
                      <a:pt x="214662" y="22387"/>
                      <a:pt x="214662" y="22177"/>
                    </a:cubicBezTo>
                    <a:lnTo>
                      <a:pt x="214662" y="20882"/>
                    </a:lnTo>
                    <a:cubicBezTo>
                      <a:pt x="214092" y="21620"/>
                      <a:pt x="213382" y="22198"/>
                      <a:pt x="212538" y="22620"/>
                    </a:cubicBezTo>
                    <a:cubicBezTo>
                      <a:pt x="211690" y="23042"/>
                      <a:pt x="210635" y="23252"/>
                      <a:pt x="209366" y="23252"/>
                    </a:cubicBezTo>
                    <a:close/>
                    <a:moveTo>
                      <a:pt x="223734" y="22936"/>
                    </a:moveTo>
                    <a:cubicBezTo>
                      <a:pt x="223524" y="22936"/>
                      <a:pt x="223343" y="22861"/>
                      <a:pt x="223195" y="22714"/>
                    </a:cubicBezTo>
                    <a:cubicBezTo>
                      <a:pt x="223048" y="22568"/>
                      <a:pt x="222973" y="22387"/>
                      <a:pt x="222973" y="22177"/>
                    </a:cubicBezTo>
                    <a:lnTo>
                      <a:pt x="222973" y="1264"/>
                    </a:lnTo>
                    <a:cubicBezTo>
                      <a:pt x="222973" y="1054"/>
                      <a:pt x="223048" y="873"/>
                      <a:pt x="223195" y="727"/>
                    </a:cubicBezTo>
                    <a:cubicBezTo>
                      <a:pt x="223343" y="580"/>
                      <a:pt x="223524" y="505"/>
                      <a:pt x="223734" y="505"/>
                    </a:cubicBezTo>
                    <a:lnTo>
                      <a:pt x="226367" y="505"/>
                    </a:lnTo>
                    <a:cubicBezTo>
                      <a:pt x="226577" y="505"/>
                      <a:pt x="226758" y="580"/>
                      <a:pt x="226906" y="727"/>
                    </a:cubicBezTo>
                    <a:cubicBezTo>
                      <a:pt x="227053" y="873"/>
                      <a:pt x="227128" y="1054"/>
                      <a:pt x="227128" y="1264"/>
                    </a:cubicBezTo>
                    <a:lnTo>
                      <a:pt x="227128" y="22177"/>
                    </a:lnTo>
                    <a:cubicBezTo>
                      <a:pt x="227128" y="22387"/>
                      <a:pt x="227053" y="22568"/>
                      <a:pt x="226906" y="22714"/>
                    </a:cubicBezTo>
                    <a:cubicBezTo>
                      <a:pt x="226758" y="22861"/>
                      <a:pt x="226577" y="22936"/>
                      <a:pt x="226367" y="22936"/>
                    </a:cubicBezTo>
                    <a:lnTo>
                      <a:pt x="223734" y="22936"/>
                    </a:lnTo>
                    <a:close/>
                    <a:moveTo>
                      <a:pt x="236123" y="23252"/>
                    </a:moveTo>
                    <a:cubicBezTo>
                      <a:pt x="235024" y="23252"/>
                      <a:pt x="234030" y="23042"/>
                      <a:pt x="233142" y="22620"/>
                    </a:cubicBezTo>
                    <a:cubicBezTo>
                      <a:pt x="232254" y="22177"/>
                      <a:pt x="231545" y="21597"/>
                      <a:pt x="231017" y="20882"/>
                    </a:cubicBezTo>
                    <a:cubicBezTo>
                      <a:pt x="230510" y="20144"/>
                      <a:pt x="230256" y="19323"/>
                      <a:pt x="230256" y="18418"/>
                    </a:cubicBezTo>
                    <a:cubicBezTo>
                      <a:pt x="230256" y="16944"/>
                      <a:pt x="230847" y="15776"/>
                      <a:pt x="232032" y="14911"/>
                    </a:cubicBezTo>
                    <a:cubicBezTo>
                      <a:pt x="233237" y="14027"/>
                      <a:pt x="234823" y="13438"/>
                      <a:pt x="236789" y="13142"/>
                    </a:cubicBezTo>
                    <a:lnTo>
                      <a:pt x="241134" y="12510"/>
                    </a:lnTo>
                    <a:lnTo>
                      <a:pt x="241134" y="11847"/>
                    </a:lnTo>
                    <a:cubicBezTo>
                      <a:pt x="241134" y="10962"/>
                      <a:pt x="240912" y="10279"/>
                      <a:pt x="240468" y="9793"/>
                    </a:cubicBezTo>
                    <a:cubicBezTo>
                      <a:pt x="240024" y="9308"/>
                      <a:pt x="239262" y="9067"/>
                      <a:pt x="238184" y="9067"/>
                    </a:cubicBezTo>
                    <a:cubicBezTo>
                      <a:pt x="237423" y="9067"/>
                      <a:pt x="236800" y="9225"/>
                      <a:pt x="236313" y="9541"/>
                    </a:cubicBezTo>
                    <a:cubicBezTo>
                      <a:pt x="235849" y="9836"/>
                      <a:pt x="235500" y="10236"/>
                      <a:pt x="235267" y="10741"/>
                    </a:cubicBezTo>
                    <a:cubicBezTo>
                      <a:pt x="235097" y="11014"/>
                      <a:pt x="234854" y="11152"/>
                      <a:pt x="234537" y="11152"/>
                    </a:cubicBezTo>
                    <a:lnTo>
                      <a:pt x="232032" y="11152"/>
                    </a:lnTo>
                    <a:cubicBezTo>
                      <a:pt x="231799" y="11152"/>
                      <a:pt x="231620" y="11089"/>
                      <a:pt x="231493" y="10962"/>
                    </a:cubicBezTo>
                    <a:cubicBezTo>
                      <a:pt x="231386" y="10836"/>
                      <a:pt x="231334" y="10667"/>
                      <a:pt x="231334" y="10457"/>
                    </a:cubicBezTo>
                    <a:cubicBezTo>
                      <a:pt x="231355" y="10121"/>
                      <a:pt x="231493" y="9710"/>
                      <a:pt x="231746" y="9225"/>
                    </a:cubicBezTo>
                    <a:cubicBezTo>
                      <a:pt x="232000" y="8740"/>
                      <a:pt x="232401" y="8277"/>
                      <a:pt x="232952" y="7835"/>
                    </a:cubicBezTo>
                    <a:cubicBezTo>
                      <a:pt x="233502" y="7372"/>
                      <a:pt x="234209" y="6982"/>
                      <a:pt x="235076" y="6666"/>
                    </a:cubicBezTo>
                    <a:cubicBezTo>
                      <a:pt x="235944" y="6350"/>
                      <a:pt x="236990" y="6192"/>
                      <a:pt x="238216" y="6192"/>
                    </a:cubicBezTo>
                    <a:cubicBezTo>
                      <a:pt x="239548" y="6192"/>
                      <a:pt x="240669" y="6361"/>
                      <a:pt x="241578" y="6697"/>
                    </a:cubicBezTo>
                    <a:cubicBezTo>
                      <a:pt x="242508" y="7013"/>
                      <a:pt x="243247" y="7444"/>
                      <a:pt x="243797" y="7993"/>
                    </a:cubicBezTo>
                    <a:cubicBezTo>
                      <a:pt x="244348" y="8541"/>
                      <a:pt x="244749" y="9182"/>
                      <a:pt x="245003" y="9920"/>
                    </a:cubicBezTo>
                    <a:cubicBezTo>
                      <a:pt x="245256" y="10658"/>
                      <a:pt x="245383" y="11436"/>
                      <a:pt x="245383" y="12258"/>
                    </a:cubicBezTo>
                    <a:lnTo>
                      <a:pt x="245383" y="22177"/>
                    </a:lnTo>
                    <a:cubicBezTo>
                      <a:pt x="245383" y="22387"/>
                      <a:pt x="245308" y="22568"/>
                      <a:pt x="245161" y="22714"/>
                    </a:cubicBezTo>
                    <a:cubicBezTo>
                      <a:pt x="245014" y="22861"/>
                      <a:pt x="244833" y="22936"/>
                      <a:pt x="244622" y="22936"/>
                    </a:cubicBezTo>
                    <a:lnTo>
                      <a:pt x="242053" y="22936"/>
                    </a:lnTo>
                    <a:cubicBezTo>
                      <a:pt x="241820" y="22936"/>
                      <a:pt x="241630" y="22861"/>
                      <a:pt x="241482" y="22714"/>
                    </a:cubicBezTo>
                    <a:cubicBezTo>
                      <a:pt x="241355" y="22568"/>
                      <a:pt x="241292" y="22387"/>
                      <a:pt x="241292" y="22177"/>
                    </a:cubicBezTo>
                    <a:lnTo>
                      <a:pt x="241292" y="20945"/>
                    </a:lnTo>
                    <a:cubicBezTo>
                      <a:pt x="241018" y="21345"/>
                      <a:pt x="240647" y="21724"/>
                      <a:pt x="240182" y="22083"/>
                    </a:cubicBezTo>
                    <a:cubicBezTo>
                      <a:pt x="239718" y="22419"/>
                      <a:pt x="239147" y="22703"/>
                      <a:pt x="238470" y="22936"/>
                    </a:cubicBezTo>
                    <a:cubicBezTo>
                      <a:pt x="237815" y="23145"/>
                      <a:pt x="237031" y="23252"/>
                      <a:pt x="236123" y="23252"/>
                    </a:cubicBezTo>
                    <a:close/>
                    <a:moveTo>
                      <a:pt x="237201" y="20250"/>
                    </a:moveTo>
                    <a:cubicBezTo>
                      <a:pt x="237942" y="20250"/>
                      <a:pt x="238608" y="20092"/>
                      <a:pt x="239199" y="19776"/>
                    </a:cubicBezTo>
                    <a:cubicBezTo>
                      <a:pt x="239813" y="19460"/>
                      <a:pt x="240289" y="18975"/>
                      <a:pt x="240626" y="18323"/>
                    </a:cubicBezTo>
                    <a:cubicBezTo>
                      <a:pt x="240986" y="17649"/>
                      <a:pt x="241165" y="16807"/>
                      <a:pt x="241165" y="15796"/>
                    </a:cubicBezTo>
                    <a:lnTo>
                      <a:pt x="241165" y="15132"/>
                    </a:lnTo>
                    <a:lnTo>
                      <a:pt x="237994" y="15638"/>
                    </a:lnTo>
                    <a:cubicBezTo>
                      <a:pt x="236746" y="15827"/>
                      <a:pt x="235817" y="16132"/>
                      <a:pt x="235203" y="16554"/>
                    </a:cubicBezTo>
                    <a:cubicBezTo>
                      <a:pt x="234589" y="16976"/>
                      <a:pt x="234284" y="17491"/>
                      <a:pt x="234284" y="18102"/>
                    </a:cubicBezTo>
                    <a:cubicBezTo>
                      <a:pt x="234284" y="18565"/>
                      <a:pt x="234422" y="18966"/>
                      <a:pt x="234696" y="19303"/>
                    </a:cubicBezTo>
                    <a:cubicBezTo>
                      <a:pt x="234993" y="19618"/>
                      <a:pt x="235362" y="19860"/>
                      <a:pt x="235806" y="20029"/>
                    </a:cubicBezTo>
                    <a:cubicBezTo>
                      <a:pt x="236250" y="20176"/>
                      <a:pt x="236714" y="20250"/>
                      <a:pt x="237201" y="20250"/>
                    </a:cubicBezTo>
                    <a:close/>
                    <a:moveTo>
                      <a:pt x="256750" y="22936"/>
                    </a:moveTo>
                    <a:cubicBezTo>
                      <a:pt x="255481" y="22936"/>
                      <a:pt x="254412" y="22714"/>
                      <a:pt x="253547" y="22272"/>
                    </a:cubicBezTo>
                    <a:cubicBezTo>
                      <a:pt x="252679" y="21830"/>
                      <a:pt x="252034" y="21178"/>
                      <a:pt x="251612" y="20314"/>
                    </a:cubicBezTo>
                    <a:cubicBezTo>
                      <a:pt x="251189" y="19429"/>
                      <a:pt x="250978" y="18334"/>
                      <a:pt x="250978" y="17028"/>
                    </a:cubicBezTo>
                    <a:lnTo>
                      <a:pt x="250978" y="9857"/>
                    </a:lnTo>
                    <a:lnTo>
                      <a:pt x="248473" y="9857"/>
                    </a:lnTo>
                    <a:cubicBezTo>
                      <a:pt x="248260" y="9857"/>
                      <a:pt x="248081" y="9782"/>
                      <a:pt x="247934" y="9635"/>
                    </a:cubicBezTo>
                    <a:cubicBezTo>
                      <a:pt x="247784" y="9489"/>
                      <a:pt x="247712" y="9308"/>
                      <a:pt x="247712" y="9098"/>
                    </a:cubicBezTo>
                    <a:lnTo>
                      <a:pt x="247712" y="7266"/>
                    </a:lnTo>
                    <a:cubicBezTo>
                      <a:pt x="247712" y="7056"/>
                      <a:pt x="247784" y="6876"/>
                      <a:pt x="247934" y="6729"/>
                    </a:cubicBezTo>
                    <a:cubicBezTo>
                      <a:pt x="248081" y="6582"/>
                      <a:pt x="248260" y="6508"/>
                      <a:pt x="248473" y="6508"/>
                    </a:cubicBezTo>
                    <a:lnTo>
                      <a:pt x="250978" y="6508"/>
                    </a:lnTo>
                    <a:lnTo>
                      <a:pt x="250978" y="1264"/>
                    </a:lnTo>
                    <a:cubicBezTo>
                      <a:pt x="250978" y="1054"/>
                      <a:pt x="251042" y="873"/>
                      <a:pt x="251168" y="727"/>
                    </a:cubicBezTo>
                    <a:cubicBezTo>
                      <a:pt x="251316" y="580"/>
                      <a:pt x="251506" y="505"/>
                      <a:pt x="251739" y="505"/>
                    </a:cubicBezTo>
                    <a:lnTo>
                      <a:pt x="254308" y="505"/>
                    </a:lnTo>
                    <a:cubicBezTo>
                      <a:pt x="254519" y="505"/>
                      <a:pt x="254698" y="580"/>
                      <a:pt x="254847" y="727"/>
                    </a:cubicBezTo>
                    <a:cubicBezTo>
                      <a:pt x="254994" y="873"/>
                      <a:pt x="255069" y="1054"/>
                      <a:pt x="255069" y="1264"/>
                    </a:cubicBezTo>
                    <a:lnTo>
                      <a:pt x="255069" y="6508"/>
                    </a:lnTo>
                    <a:lnTo>
                      <a:pt x="259033" y="6508"/>
                    </a:lnTo>
                    <a:cubicBezTo>
                      <a:pt x="259244" y="6508"/>
                      <a:pt x="259423" y="6582"/>
                      <a:pt x="259572" y="6729"/>
                    </a:cubicBezTo>
                    <a:cubicBezTo>
                      <a:pt x="259720" y="6876"/>
                      <a:pt x="259794" y="7056"/>
                      <a:pt x="259794" y="7266"/>
                    </a:cubicBezTo>
                    <a:lnTo>
                      <a:pt x="259794" y="9098"/>
                    </a:lnTo>
                    <a:cubicBezTo>
                      <a:pt x="259794" y="9308"/>
                      <a:pt x="259720" y="9489"/>
                      <a:pt x="259572" y="9635"/>
                    </a:cubicBezTo>
                    <a:cubicBezTo>
                      <a:pt x="259423" y="9782"/>
                      <a:pt x="259244" y="9857"/>
                      <a:pt x="259033" y="9857"/>
                    </a:cubicBezTo>
                    <a:lnTo>
                      <a:pt x="255069" y="9857"/>
                    </a:lnTo>
                    <a:lnTo>
                      <a:pt x="255069" y="16712"/>
                    </a:lnTo>
                    <a:cubicBezTo>
                      <a:pt x="255069" y="17576"/>
                      <a:pt x="255216" y="18249"/>
                      <a:pt x="255513" y="18734"/>
                    </a:cubicBezTo>
                    <a:cubicBezTo>
                      <a:pt x="255830" y="19219"/>
                      <a:pt x="256369" y="19460"/>
                      <a:pt x="257130" y="19460"/>
                    </a:cubicBezTo>
                    <a:lnTo>
                      <a:pt x="259319" y="19460"/>
                    </a:lnTo>
                    <a:cubicBezTo>
                      <a:pt x="259529" y="19460"/>
                      <a:pt x="259708" y="19535"/>
                      <a:pt x="259858" y="19682"/>
                    </a:cubicBezTo>
                    <a:cubicBezTo>
                      <a:pt x="260005" y="19828"/>
                      <a:pt x="260080" y="20009"/>
                      <a:pt x="260080" y="20219"/>
                    </a:cubicBezTo>
                    <a:lnTo>
                      <a:pt x="260080" y="22177"/>
                    </a:lnTo>
                    <a:cubicBezTo>
                      <a:pt x="260080" y="22387"/>
                      <a:pt x="260005" y="22568"/>
                      <a:pt x="259858" y="22714"/>
                    </a:cubicBezTo>
                    <a:cubicBezTo>
                      <a:pt x="259708" y="22861"/>
                      <a:pt x="259529" y="22936"/>
                      <a:pt x="259319" y="22936"/>
                    </a:cubicBezTo>
                    <a:lnTo>
                      <a:pt x="256750" y="22936"/>
                    </a:lnTo>
                    <a:close/>
                    <a:moveTo>
                      <a:pt x="270187" y="23252"/>
                    </a:moveTo>
                    <a:cubicBezTo>
                      <a:pt x="268495" y="23252"/>
                      <a:pt x="267068" y="22956"/>
                      <a:pt x="265906" y="22367"/>
                    </a:cubicBezTo>
                    <a:cubicBezTo>
                      <a:pt x="264764" y="21778"/>
                      <a:pt x="263885" y="20945"/>
                      <a:pt x="263274" y="19871"/>
                    </a:cubicBezTo>
                    <a:cubicBezTo>
                      <a:pt x="262680" y="18797"/>
                      <a:pt x="262343" y="17545"/>
                      <a:pt x="262259" y="16112"/>
                    </a:cubicBezTo>
                    <a:cubicBezTo>
                      <a:pt x="262236" y="15733"/>
                      <a:pt x="262227" y="15270"/>
                      <a:pt x="262227" y="14722"/>
                    </a:cubicBezTo>
                    <a:cubicBezTo>
                      <a:pt x="262227" y="14173"/>
                      <a:pt x="262236" y="13711"/>
                      <a:pt x="262259" y="13332"/>
                    </a:cubicBezTo>
                    <a:cubicBezTo>
                      <a:pt x="262343" y="11879"/>
                      <a:pt x="262691" y="10626"/>
                      <a:pt x="263305" y="9572"/>
                    </a:cubicBezTo>
                    <a:cubicBezTo>
                      <a:pt x="263940" y="8498"/>
                      <a:pt x="264828" y="7666"/>
                      <a:pt x="265969" y="7077"/>
                    </a:cubicBezTo>
                    <a:cubicBezTo>
                      <a:pt x="267131" y="6488"/>
                      <a:pt x="268538" y="6192"/>
                      <a:pt x="270187" y="6192"/>
                    </a:cubicBezTo>
                    <a:cubicBezTo>
                      <a:pt x="271836" y="6192"/>
                      <a:pt x="273232" y="6488"/>
                      <a:pt x="274373" y="7077"/>
                    </a:cubicBezTo>
                    <a:cubicBezTo>
                      <a:pt x="275535" y="7666"/>
                      <a:pt x="276423" y="8498"/>
                      <a:pt x="277037" y="9572"/>
                    </a:cubicBezTo>
                    <a:cubicBezTo>
                      <a:pt x="277671" y="10626"/>
                      <a:pt x="278029" y="11879"/>
                      <a:pt x="278115" y="13332"/>
                    </a:cubicBezTo>
                    <a:cubicBezTo>
                      <a:pt x="278136" y="13711"/>
                      <a:pt x="278147" y="14173"/>
                      <a:pt x="278147" y="14722"/>
                    </a:cubicBezTo>
                    <a:cubicBezTo>
                      <a:pt x="278147" y="15270"/>
                      <a:pt x="278136" y="15733"/>
                      <a:pt x="278115" y="16112"/>
                    </a:cubicBezTo>
                    <a:cubicBezTo>
                      <a:pt x="278029" y="17545"/>
                      <a:pt x="277680" y="18797"/>
                      <a:pt x="277069" y="19871"/>
                    </a:cubicBezTo>
                    <a:cubicBezTo>
                      <a:pt x="276475" y="20945"/>
                      <a:pt x="275599" y="21778"/>
                      <a:pt x="274437" y="22367"/>
                    </a:cubicBezTo>
                    <a:cubicBezTo>
                      <a:pt x="273295" y="22956"/>
                      <a:pt x="271877" y="23252"/>
                      <a:pt x="270187" y="23252"/>
                    </a:cubicBezTo>
                    <a:close/>
                    <a:moveTo>
                      <a:pt x="270187" y="20124"/>
                    </a:moveTo>
                    <a:cubicBezTo>
                      <a:pt x="271306" y="20124"/>
                      <a:pt x="272174" y="19776"/>
                      <a:pt x="272788" y="19081"/>
                    </a:cubicBezTo>
                    <a:cubicBezTo>
                      <a:pt x="273399" y="18366"/>
                      <a:pt x="273739" y="17324"/>
                      <a:pt x="273802" y="15954"/>
                    </a:cubicBezTo>
                    <a:cubicBezTo>
                      <a:pt x="273823" y="15638"/>
                      <a:pt x="273834" y="15227"/>
                      <a:pt x="273834" y="14722"/>
                    </a:cubicBezTo>
                    <a:cubicBezTo>
                      <a:pt x="273834" y="14216"/>
                      <a:pt x="273823" y="13806"/>
                      <a:pt x="273802" y="13490"/>
                    </a:cubicBezTo>
                    <a:cubicBezTo>
                      <a:pt x="273739" y="12143"/>
                      <a:pt x="273399" y="11109"/>
                      <a:pt x="272788" y="10394"/>
                    </a:cubicBezTo>
                    <a:cubicBezTo>
                      <a:pt x="272174" y="9678"/>
                      <a:pt x="271306" y="9320"/>
                      <a:pt x="270187" y="9320"/>
                    </a:cubicBezTo>
                    <a:cubicBezTo>
                      <a:pt x="269066" y="9320"/>
                      <a:pt x="268198" y="9678"/>
                      <a:pt x="267587" y="10394"/>
                    </a:cubicBezTo>
                    <a:cubicBezTo>
                      <a:pt x="266973" y="11109"/>
                      <a:pt x="266635" y="12143"/>
                      <a:pt x="266572" y="13490"/>
                    </a:cubicBezTo>
                    <a:cubicBezTo>
                      <a:pt x="266549" y="13806"/>
                      <a:pt x="266540" y="14216"/>
                      <a:pt x="266540" y="14722"/>
                    </a:cubicBezTo>
                    <a:cubicBezTo>
                      <a:pt x="266540" y="15227"/>
                      <a:pt x="266549" y="15638"/>
                      <a:pt x="266572" y="15954"/>
                    </a:cubicBezTo>
                    <a:cubicBezTo>
                      <a:pt x="266635" y="17324"/>
                      <a:pt x="266973" y="18366"/>
                      <a:pt x="267587" y="19081"/>
                    </a:cubicBezTo>
                    <a:cubicBezTo>
                      <a:pt x="268198" y="19776"/>
                      <a:pt x="269066" y="20124"/>
                      <a:pt x="270187" y="20124"/>
                    </a:cubicBezTo>
                    <a:close/>
                    <a:moveTo>
                      <a:pt x="282421" y="22936"/>
                    </a:moveTo>
                    <a:cubicBezTo>
                      <a:pt x="282209" y="22936"/>
                      <a:pt x="282030" y="22861"/>
                      <a:pt x="281882" y="22714"/>
                    </a:cubicBezTo>
                    <a:cubicBezTo>
                      <a:pt x="281733" y="22568"/>
                      <a:pt x="281660" y="22387"/>
                      <a:pt x="281660" y="22177"/>
                    </a:cubicBezTo>
                    <a:lnTo>
                      <a:pt x="281660" y="7298"/>
                    </a:lnTo>
                    <a:cubicBezTo>
                      <a:pt x="281660" y="7065"/>
                      <a:pt x="281733" y="6876"/>
                      <a:pt x="281882" y="6729"/>
                    </a:cubicBezTo>
                    <a:cubicBezTo>
                      <a:pt x="282030" y="6582"/>
                      <a:pt x="282209" y="6508"/>
                      <a:pt x="282421" y="6508"/>
                    </a:cubicBezTo>
                    <a:lnTo>
                      <a:pt x="284990" y="6508"/>
                    </a:lnTo>
                    <a:cubicBezTo>
                      <a:pt x="285201" y="6508"/>
                      <a:pt x="285380" y="6582"/>
                      <a:pt x="285529" y="6729"/>
                    </a:cubicBezTo>
                    <a:cubicBezTo>
                      <a:pt x="285697" y="6876"/>
                      <a:pt x="285783" y="7065"/>
                      <a:pt x="285783" y="7298"/>
                    </a:cubicBezTo>
                    <a:lnTo>
                      <a:pt x="285783" y="8593"/>
                    </a:lnTo>
                    <a:cubicBezTo>
                      <a:pt x="286268" y="7918"/>
                      <a:pt x="286893" y="7404"/>
                      <a:pt x="287654" y="7045"/>
                    </a:cubicBezTo>
                    <a:cubicBezTo>
                      <a:pt x="288436" y="6686"/>
                      <a:pt x="289335" y="6508"/>
                      <a:pt x="290350" y="6508"/>
                    </a:cubicBezTo>
                    <a:lnTo>
                      <a:pt x="291650" y="6508"/>
                    </a:lnTo>
                    <a:cubicBezTo>
                      <a:pt x="291881" y="6508"/>
                      <a:pt x="292062" y="6582"/>
                      <a:pt x="292189" y="6729"/>
                    </a:cubicBezTo>
                    <a:cubicBezTo>
                      <a:pt x="292336" y="6876"/>
                      <a:pt x="292411" y="7056"/>
                      <a:pt x="292411" y="7266"/>
                    </a:cubicBezTo>
                    <a:lnTo>
                      <a:pt x="292411" y="9541"/>
                    </a:lnTo>
                    <a:cubicBezTo>
                      <a:pt x="292411" y="9751"/>
                      <a:pt x="292336" y="9931"/>
                      <a:pt x="292189" y="10078"/>
                    </a:cubicBezTo>
                    <a:cubicBezTo>
                      <a:pt x="292062" y="10224"/>
                      <a:pt x="291881" y="10299"/>
                      <a:pt x="291650" y="10299"/>
                    </a:cubicBezTo>
                    <a:lnTo>
                      <a:pt x="289176" y="10299"/>
                    </a:lnTo>
                    <a:cubicBezTo>
                      <a:pt x="288161" y="10299"/>
                      <a:pt x="287369" y="10583"/>
                      <a:pt x="286798" y="11152"/>
                    </a:cubicBezTo>
                    <a:cubicBezTo>
                      <a:pt x="286247" y="11721"/>
                      <a:pt x="285973" y="12499"/>
                      <a:pt x="285973" y="13490"/>
                    </a:cubicBezTo>
                    <a:lnTo>
                      <a:pt x="285973" y="22177"/>
                    </a:lnTo>
                    <a:cubicBezTo>
                      <a:pt x="285973" y="22387"/>
                      <a:pt x="285899" y="22568"/>
                      <a:pt x="285751" y="22714"/>
                    </a:cubicBezTo>
                    <a:cubicBezTo>
                      <a:pt x="285602" y="22861"/>
                      <a:pt x="285412" y="22936"/>
                      <a:pt x="285180" y="22936"/>
                    </a:cubicBezTo>
                    <a:lnTo>
                      <a:pt x="282421"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4" name="Freeform 53">
                <a:extLst>
                  <a:ext uri="{FF2B5EF4-FFF2-40B4-BE49-F238E27FC236}">
                    <a16:creationId xmlns:a16="http://schemas.microsoft.com/office/drawing/2014/main" id="{82B62360-7220-8B29-F15C-70C02510AA2B}"/>
                  </a:ext>
                </a:extLst>
              </p:cNvPr>
              <p:cNvSpPr/>
              <p:nvPr/>
            </p:nvSpPr>
            <p:spPr>
              <a:xfrm>
                <a:off x="2273393" y="6608999"/>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5" name="Freeform 54">
                <a:extLst>
                  <a:ext uri="{FF2B5EF4-FFF2-40B4-BE49-F238E27FC236}">
                    <a16:creationId xmlns:a16="http://schemas.microsoft.com/office/drawing/2014/main" id="{26A759F7-B97D-5A54-ED47-62A4B097FC48}"/>
                  </a:ext>
                </a:extLst>
              </p:cNvPr>
              <p:cNvSpPr/>
              <p:nvPr/>
            </p:nvSpPr>
            <p:spPr>
              <a:xfrm>
                <a:off x="2264332" y="6618025"/>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7" name="Freeform 56">
                <a:extLst>
                  <a:ext uri="{FF2B5EF4-FFF2-40B4-BE49-F238E27FC236}">
                    <a16:creationId xmlns:a16="http://schemas.microsoft.com/office/drawing/2014/main" id="{20CDC2DE-2C42-2E27-3655-96FF8B14F89A}"/>
                  </a:ext>
                </a:extLst>
              </p:cNvPr>
              <p:cNvSpPr/>
              <p:nvPr/>
            </p:nvSpPr>
            <p:spPr>
              <a:xfrm>
                <a:off x="2259802" y="663156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8" name="Freeform 57">
                <a:extLst>
                  <a:ext uri="{FF2B5EF4-FFF2-40B4-BE49-F238E27FC236}">
                    <a16:creationId xmlns:a16="http://schemas.microsoft.com/office/drawing/2014/main" id="{F34C4442-3FDC-26A3-FDB9-494462DC4810}"/>
                  </a:ext>
                </a:extLst>
              </p:cNvPr>
              <p:cNvSpPr/>
              <p:nvPr/>
            </p:nvSpPr>
            <p:spPr>
              <a:xfrm>
                <a:off x="2300575" y="663156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6" name="Freeform 135">
                <a:extLst>
                  <a:ext uri="{FF2B5EF4-FFF2-40B4-BE49-F238E27FC236}">
                    <a16:creationId xmlns:a16="http://schemas.microsoft.com/office/drawing/2014/main" id="{8C35DC8F-F6A5-328F-F3E7-530E1EAAE0DB}"/>
                  </a:ext>
                </a:extLst>
              </p:cNvPr>
              <p:cNvSpPr/>
              <p:nvPr/>
            </p:nvSpPr>
            <p:spPr>
              <a:xfrm>
                <a:off x="2289249" y="6629308"/>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7" name="Freeform 136">
                <a:extLst>
                  <a:ext uri="{FF2B5EF4-FFF2-40B4-BE49-F238E27FC236}">
                    <a16:creationId xmlns:a16="http://schemas.microsoft.com/office/drawing/2014/main" id="{D08A9460-EDDD-A69F-1FB3-E055A936E84A}"/>
                  </a:ext>
                </a:extLst>
              </p:cNvPr>
              <p:cNvSpPr/>
              <p:nvPr/>
            </p:nvSpPr>
            <p:spPr>
              <a:xfrm>
                <a:off x="2275658" y="6629308"/>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8" name="Freeform 137">
                <a:extLst>
                  <a:ext uri="{FF2B5EF4-FFF2-40B4-BE49-F238E27FC236}">
                    <a16:creationId xmlns:a16="http://schemas.microsoft.com/office/drawing/2014/main" id="{A3E661CB-662D-8D68-A2B4-05BB332945D5}"/>
                  </a:ext>
                </a:extLst>
              </p:cNvPr>
              <p:cNvSpPr/>
              <p:nvPr/>
            </p:nvSpPr>
            <p:spPr>
              <a:xfrm>
                <a:off x="2273393" y="6008756"/>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9" name="Freeform 138">
                <a:extLst>
                  <a:ext uri="{FF2B5EF4-FFF2-40B4-BE49-F238E27FC236}">
                    <a16:creationId xmlns:a16="http://schemas.microsoft.com/office/drawing/2014/main" id="{1815F746-D0C2-CFE4-1DB4-83E533318D09}"/>
                  </a:ext>
                </a:extLst>
              </p:cNvPr>
              <p:cNvSpPr/>
              <p:nvPr/>
            </p:nvSpPr>
            <p:spPr>
              <a:xfrm>
                <a:off x="2264332" y="6017782"/>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0" name="Freeform 139">
                <a:extLst>
                  <a:ext uri="{FF2B5EF4-FFF2-40B4-BE49-F238E27FC236}">
                    <a16:creationId xmlns:a16="http://schemas.microsoft.com/office/drawing/2014/main" id="{BCABB512-038B-8DD1-F814-5E996587F0EB}"/>
                  </a:ext>
                </a:extLst>
              </p:cNvPr>
              <p:cNvSpPr/>
              <p:nvPr/>
            </p:nvSpPr>
            <p:spPr>
              <a:xfrm>
                <a:off x="2259802" y="603132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1" name="Freeform 140">
                <a:extLst>
                  <a:ext uri="{FF2B5EF4-FFF2-40B4-BE49-F238E27FC236}">
                    <a16:creationId xmlns:a16="http://schemas.microsoft.com/office/drawing/2014/main" id="{15ECB30D-E68C-5760-3577-969DB714BF23}"/>
                  </a:ext>
                </a:extLst>
              </p:cNvPr>
              <p:cNvSpPr/>
              <p:nvPr/>
            </p:nvSpPr>
            <p:spPr>
              <a:xfrm>
                <a:off x="2300575" y="603132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2" name="Freeform 141">
                <a:extLst>
                  <a:ext uri="{FF2B5EF4-FFF2-40B4-BE49-F238E27FC236}">
                    <a16:creationId xmlns:a16="http://schemas.microsoft.com/office/drawing/2014/main" id="{6A3417FA-62B8-374F-727C-59B3B14185C2}"/>
                  </a:ext>
                </a:extLst>
              </p:cNvPr>
              <p:cNvSpPr/>
              <p:nvPr/>
            </p:nvSpPr>
            <p:spPr>
              <a:xfrm>
                <a:off x="2289249" y="6029065"/>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3" name="Freeform 142">
                <a:extLst>
                  <a:ext uri="{FF2B5EF4-FFF2-40B4-BE49-F238E27FC236}">
                    <a16:creationId xmlns:a16="http://schemas.microsoft.com/office/drawing/2014/main" id="{1623257E-488C-8CF5-1E86-85D2895CA116}"/>
                  </a:ext>
                </a:extLst>
              </p:cNvPr>
              <p:cNvSpPr/>
              <p:nvPr/>
            </p:nvSpPr>
            <p:spPr>
              <a:xfrm>
                <a:off x="2275658" y="6029065"/>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4" name="Rectangle 143">
                <a:extLst>
                  <a:ext uri="{FF2B5EF4-FFF2-40B4-BE49-F238E27FC236}">
                    <a16:creationId xmlns:a16="http://schemas.microsoft.com/office/drawing/2014/main" id="{4419EBCA-2267-E6FB-FEFE-385455ABB3CD}"/>
                  </a:ext>
                </a:extLst>
              </p:cNvPr>
              <p:cNvSpPr/>
              <p:nvPr/>
            </p:nvSpPr>
            <p:spPr>
              <a:xfrm>
                <a:off x="1865656" y="5695096"/>
                <a:ext cx="679562" cy="128623"/>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5" name="Rectangle 144">
                <a:extLst>
                  <a:ext uri="{FF2B5EF4-FFF2-40B4-BE49-F238E27FC236}">
                    <a16:creationId xmlns:a16="http://schemas.microsoft.com/office/drawing/2014/main" id="{A6811E7F-FF40-66C3-5B9D-1E5D4FAA867F}"/>
                  </a:ext>
                </a:extLst>
              </p:cNvPr>
              <p:cNvSpPr/>
              <p:nvPr/>
            </p:nvSpPr>
            <p:spPr>
              <a:xfrm>
                <a:off x="2585991" y="5695096"/>
                <a:ext cx="679562" cy="128623"/>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6" name="Freeform 145">
                <a:extLst>
                  <a:ext uri="{FF2B5EF4-FFF2-40B4-BE49-F238E27FC236}">
                    <a16:creationId xmlns:a16="http://schemas.microsoft.com/office/drawing/2014/main" id="{A33570AA-198D-C209-B134-CB7322CAFE8A}"/>
                  </a:ext>
                </a:extLst>
              </p:cNvPr>
              <p:cNvSpPr/>
              <p:nvPr/>
            </p:nvSpPr>
            <p:spPr>
              <a:xfrm>
                <a:off x="1982862" y="5744370"/>
                <a:ext cx="279329" cy="23251"/>
              </a:xfrm>
              <a:custGeom>
                <a:avLst/>
                <a:gdLst>
                  <a:gd name="csX0" fmla="*/ 9355 w 279329"/>
                  <a:gd name="csY0" fmla="*/ 23252 h 23251"/>
                  <a:gd name="csX1" fmla="*/ 4345 w 279329"/>
                  <a:gd name="csY1" fmla="*/ 22241 h 23251"/>
                  <a:gd name="csX2" fmla="*/ 1237 w 279329"/>
                  <a:gd name="csY2" fmla="*/ 19303 h 23251"/>
                  <a:gd name="csX3" fmla="*/ 32 w 279329"/>
                  <a:gd name="csY3" fmla="*/ 14690 h 23251"/>
                  <a:gd name="csX4" fmla="*/ 0 w 279329"/>
                  <a:gd name="csY4" fmla="*/ 11910 h 23251"/>
                  <a:gd name="csX5" fmla="*/ 32 w 279329"/>
                  <a:gd name="csY5" fmla="*/ 9067 h 23251"/>
                  <a:gd name="csX6" fmla="*/ 1237 w 279329"/>
                  <a:gd name="csY6" fmla="*/ 4486 h 23251"/>
                  <a:gd name="csX7" fmla="*/ 4376 w 279329"/>
                  <a:gd name="csY7" fmla="*/ 1548 h 23251"/>
                  <a:gd name="csX8" fmla="*/ 9355 w 279329"/>
                  <a:gd name="csY8" fmla="*/ 505 h 23251"/>
                  <a:gd name="csX9" fmla="*/ 13224 w 279329"/>
                  <a:gd name="csY9" fmla="*/ 1074 h 23251"/>
                  <a:gd name="csX10" fmla="*/ 16142 w 279329"/>
                  <a:gd name="csY10" fmla="*/ 2654 h 23251"/>
                  <a:gd name="csX11" fmla="*/ 18013 w 279329"/>
                  <a:gd name="csY11" fmla="*/ 4960 h 23251"/>
                  <a:gd name="csX12" fmla="*/ 18711 w 279329"/>
                  <a:gd name="csY12" fmla="*/ 7835 h 23251"/>
                  <a:gd name="csX13" fmla="*/ 18520 w 279329"/>
                  <a:gd name="csY13" fmla="*/ 8309 h 23251"/>
                  <a:gd name="csX14" fmla="*/ 18045 w 279329"/>
                  <a:gd name="csY14" fmla="*/ 8498 h 23251"/>
                  <a:gd name="csX15" fmla="*/ 15032 w 279329"/>
                  <a:gd name="csY15" fmla="*/ 8498 h 23251"/>
                  <a:gd name="csX16" fmla="*/ 14461 w 279329"/>
                  <a:gd name="csY16" fmla="*/ 8340 h 23251"/>
                  <a:gd name="csX17" fmla="*/ 14144 w 279329"/>
                  <a:gd name="csY17" fmla="*/ 7740 h 23251"/>
                  <a:gd name="csX18" fmla="*/ 12400 w 279329"/>
                  <a:gd name="csY18" fmla="*/ 4897 h 23251"/>
                  <a:gd name="csX19" fmla="*/ 9324 w 279329"/>
                  <a:gd name="csY19" fmla="*/ 4139 h 23251"/>
                  <a:gd name="csX20" fmla="*/ 5930 w 279329"/>
                  <a:gd name="csY20" fmla="*/ 5339 h 23251"/>
                  <a:gd name="csX21" fmla="*/ 4567 w 279329"/>
                  <a:gd name="csY21" fmla="*/ 9225 h 23251"/>
                  <a:gd name="csX22" fmla="*/ 4567 w 279329"/>
                  <a:gd name="csY22" fmla="*/ 14532 h 23251"/>
                  <a:gd name="csX23" fmla="*/ 5930 w 279329"/>
                  <a:gd name="csY23" fmla="*/ 18450 h 23251"/>
                  <a:gd name="csX24" fmla="*/ 9324 w 279329"/>
                  <a:gd name="csY24" fmla="*/ 19618 h 23251"/>
                  <a:gd name="csX25" fmla="*/ 12400 w 279329"/>
                  <a:gd name="csY25" fmla="*/ 18860 h 23251"/>
                  <a:gd name="csX26" fmla="*/ 14144 w 279329"/>
                  <a:gd name="csY26" fmla="*/ 16017 h 23251"/>
                  <a:gd name="csX27" fmla="*/ 14461 w 279329"/>
                  <a:gd name="csY27" fmla="*/ 15417 h 23251"/>
                  <a:gd name="csX28" fmla="*/ 15032 w 279329"/>
                  <a:gd name="csY28" fmla="*/ 15259 h 23251"/>
                  <a:gd name="csX29" fmla="*/ 18045 w 279329"/>
                  <a:gd name="csY29" fmla="*/ 15259 h 23251"/>
                  <a:gd name="csX30" fmla="*/ 18520 w 279329"/>
                  <a:gd name="csY30" fmla="*/ 15448 h 23251"/>
                  <a:gd name="csX31" fmla="*/ 18711 w 279329"/>
                  <a:gd name="csY31" fmla="*/ 15922 h 23251"/>
                  <a:gd name="csX32" fmla="*/ 18013 w 279329"/>
                  <a:gd name="csY32" fmla="*/ 18797 h 23251"/>
                  <a:gd name="csX33" fmla="*/ 16142 w 279329"/>
                  <a:gd name="csY33" fmla="*/ 21135 h 23251"/>
                  <a:gd name="csX34" fmla="*/ 13224 w 279329"/>
                  <a:gd name="csY34" fmla="*/ 22683 h 23251"/>
                  <a:gd name="csX35" fmla="*/ 9355 w 279329"/>
                  <a:gd name="csY35" fmla="*/ 23252 h 23251"/>
                  <a:gd name="csX36" fmla="*/ 28211 w 279329"/>
                  <a:gd name="csY36" fmla="*/ 23252 h 23251"/>
                  <a:gd name="csX37" fmla="*/ 24849 w 279329"/>
                  <a:gd name="csY37" fmla="*/ 22399 h 23251"/>
                  <a:gd name="csX38" fmla="*/ 22693 w 279329"/>
                  <a:gd name="csY38" fmla="*/ 19934 h 23251"/>
                  <a:gd name="csX39" fmla="*/ 21932 w 279329"/>
                  <a:gd name="csY39" fmla="*/ 16143 h 23251"/>
                  <a:gd name="csX40" fmla="*/ 21932 w 279329"/>
                  <a:gd name="csY40" fmla="*/ 7266 h 23251"/>
                  <a:gd name="csX41" fmla="*/ 22154 w 279329"/>
                  <a:gd name="csY41" fmla="*/ 6729 h 23251"/>
                  <a:gd name="csX42" fmla="*/ 22693 w 279329"/>
                  <a:gd name="csY42" fmla="*/ 6508 h 23251"/>
                  <a:gd name="csX43" fmla="*/ 25484 w 279329"/>
                  <a:gd name="csY43" fmla="*/ 6508 h 23251"/>
                  <a:gd name="csX44" fmla="*/ 26023 w 279329"/>
                  <a:gd name="csY44" fmla="*/ 6729 h 23251"/>
                  <a:gd name="csX45" fmla="*/ 26245 w 279329"/>
                  <a:gd name="csY45" fmla="*/ 7266 h 23251"/>
                  <a:gd name="csX46" fmla="*/ 26245 w 279329"/>
                  <a:gd name="csY46" fmla="*/ 15954 h 23251"/>
                  <a:gd name="csX47" fmla="*/ 29701 w 279329"/>
                  <a:gd name="csY47" fmla="*/ 19871 h 23251"/>
                  <a:gd name="csX48" fmla="*/ 32302 w 279329"/>
                  <a:gd name="csY48" fmla="*/ 18829 h 23251"/>
                  <a:gd name="csX49" fmla="*/ 33285 w 279329"/>
                  <a:gd name="csY49" fmla="*/ 15954 h 23251"/>
                  <a:gd name="csX50" fmla="*/ 33285 w 279329"/>
                  <a:gd name="csY50" fmla="*/ 7266 h 23251"/>
                  <a:gd name="csX51" fmla="*/ 33507 w 279329"/>
                  <a:gd name="csY51" fmla="*/ 6729 h 23251"/>
                  <a:gd name="csX52" fmla="*/ 34046 w 279329"/>
                  <a:gd name="csY52" fmla="*/ 6508 h 23251"/>
                  <a:gd name="csX53" fmla="*/ 36837 w 279329"/>
                  <a:gd name="csY53" fmla="*/ 6508 h 23251"/>
                  <a:gd name="csX54" fmla="*/ 37376 w 279329"/>
                  <a:gd name="csY54" fmla="*/ 6729 h 23251"/>
                  <a:gd name="csX55" fmla="*/ 37598 w 279329"/>
                  <a:gd name="csY55" fmla="*/ 7266 h 23251"/>
                  <a:gd name="csX56" fmla="*/ 37598 w 279329"/>
                  <a:gd name="csY56" fmla="*/ 22177 h 23251"/>
                  <a:gd name="csX57" fmla="*/ 37376 w 279329"/>
                  <a:gd name="csY57" fmla="*/ 22714 h 23251"/>
                  <a:gd name="csX58" fmla="*/ 36837 w 279329"/>
                  <a:gd name="csY58" fmla="*/ 22936 h 23251"/>
                  <a:gd name="csX59" fmla="*/ 34268 w 279329"/>
                  <a:gd name="csY59" fmla="*/ 22936 h 23251"/>
                  <a:gd name="csX60" fmla="*/ 33697 w 279329"/>
                  <a:gd name="csY60" fmla="*/ 22714 h 23251"/>
                  <a:gd name="csX61" fmla="*/ 33507 w 279329"/>
                  <a:gd name="csY61" fmla="*/ 22177 h 23251"/>
                  <a:gd name="csX62" fmla="*/ 33507 w 279329"/>
                  <a:gd name="csY62" fmla="*/ 20882 h 23251"/>
                  <a:gd name="csX63" fmla="*/ 31382 w 279329"/>
                  <a:gd name="csY63" fmla="*/ 22620 h 23251"/>
                  <a:gd name="csX64" fmla="*/ 28211 w 279329"/>
                  <a:gd name="csY64" fmla="*/ 23252 h 23251"/>
                  <a:gd name="csX65" fmla="*/ 48036 w 279329"/>
                  <a:gd name="csY65" fmla="*/ 23252 h 23251"/>
                  <a:gd name="csX66" fmla="*/ 44770 w 279329"/>
                  <a:gd name="csY66" fmla="*/ 22809 h 23251"/>
                  <a:gd name="csX67" fmla="*/ 42581 w 279329"/>
                  <a:gd name="csY67" fmla="*/ 21704 h 23251"/>
                  <a:gd name="csX68" fmla="*/ 41313 w 279329"/>
                  <a:gd name="csY68" fmla="*/ 20377 h 23251"/>
                  <a:gd name="csX69" fmla="*/ 40869 w 279329"/>
                  <a:gd name="csY69" fmla="*/ 19271 h 23251"/>
                  <a:gd name="csX70" fmla="*/ 41059 w 279329"/>
                  <a:gd name="csY70" fmla="*/ 18734 h 23251"/>
                  <a:gd name="csX71" fmla="*/ 41598 w 279329"/>
                  <a:gd name="csY71" fmla="*/ 18513 h 23251"/>
                  <a:gd name="csX72" fmla="*/ 44104 w 279329"/>
                  <a:gd name="csY72" fmla="*/ 18513 h 23251"/>
                  <a:gd name="csX73" fmla="*/ 44326 w 279329"/>
                  <a:gd name="csY73" fmla="*/ 18544 h 23251"/>
                  <a:gd name="csX74" fmla="*/ 44579 w 279329"/>
                  <a:gd name="csY74" fmla="*/ 18734 h 23251"/>
                  <a:gd name="csX75" fmla="*/ 45436 w 279329"/>
                  <a:gd name="csY75" fmla="*/ 19460 h 23251"/>
                  <a:gd name="csX76" fmla="*/ 46545 w 279329"/>
                  <a:gd name="csY76" fmla="*/ 20124 h 23251"/>
                  <a:gd name="csX77" fmla="*/ 48131 w 279329"/>
                  <a:gd name="csY77" fmla="*/ 20377 h 23251"/>
                  <a:gd name="csX78" fmla="*/ 50192 w 279329"/>
                  <a:gd name="csY78" fmla="*/ 19903 h 23251"/>
                  <a:gd name="csX79" fmla="*/ 51049 w 279329"/>
                  <a:gd name="csY79" fmla="*/ 18481 h 23251"/>
                  <a:gd name="csX80" fmla="*/ 50668 w 279329"/>
                  <a:gd name="csY80" fmla="*/ 17407 h 23251"/>
                  <a:gd name="csX81" fmla="*/ 49336 w 279329"/>
                  <a:gd name="csY81" fmla="*/ 16680 h 23251"/>
                  <a:gd name="csX82" fmla="*/ 46545 w 279329"/>
                  <a:gd name="csY82" fmla="*/ 15954 h 23251"/>
                  <a:gd name="csX83" fmla="*/ 43596 w 279329"/>
                  <a:gd name="csY83" fmla="*/ 14911 h 23251"/>
                  <a:gd name="csX84" fmla="*/ 41852 w 279329"/>
                  <a:gd name="csY84" fmla="*/ 13332 h 23251"/>
                  <a:gd name="csX85" fmla="*/ 41281 w 279329"/>
                  <a:gd name="csY85" fmla="*/ 11120 h 23251"/>
                  <a:gd name="csX86" fmla="*/ 42011 w 279329"/>
                  <a:gd name="csY86" fmla="*/ 8782 h 23251"/>
                  <a:gd name="csX87" fmla="*/ 44230 w 279329"/>
                  <a:gd name="csY87" fmla="*/ 6919 h 23251"/>
                  <a:gd name="csX88" fmla="*/ 47909 w 279329"/>
                  <a:gd name="csY88" fmla="*/ 6192 h 23251"/>
                  <a:gd name="csX89" fmla="*/ 50890 w 279329"/>
                  <a:gd name="csY89" fmla="*/ 6634 h 23251"/>
                  <a:gd name="csX90" fmla="*/ 52983 w 279329"/>
                  <a:gd name="csY90" fmla="*/ 7677 h 23251"/>
                  <a:gd name="csX91" fmla="*/ 54283 w 279329"/>
                  <a:gd name="csY91" fmla="*/ 8972 h 23251"/>
                  <a:gd name="csX92" fmla="*/ 54759 w 279329"/>
                  <a:gd name="csY92" fmla="*/ 10078 h 23251"/>
                  <a:gd name="csX93" fmla="*/ 54569 w 279329"/>
                  <a:gd name="csY93" fmla="*/ 10646 h 23251"/>
                  <a:gd name="csX94" fmla="*/ 54061 w 279329"/>
                  <a:gd name="csY94" fmla="*/ 10836 h 23251"/>
                  <a:gd name="csX95" fmla="*/ 51715 w 279329"/>
                  <a:gd name="csY95" fmla="*/ 10836 h 23251"/>
                  <a:gd name="csX96" fmla="*/ 51429 w 279329"/>
                  <a:gd name="csY96" fmla="*/ 10773 h 23251"/>
                  <a:gd name="csX97" fmla="*/ 51176 w 279329"/>
                  <a:gd name="csY97" fmla="*/ 10615 h 23251"/>
                  <a:gd name="csX98" fmla="*/ 50414 w 279329"/>
                  <a:gd name="csY98" fmla="*/ 9951 h 23251"/>
                  <a:gd name="csX99" fmla="*/ 49400 w 279329"/>
                  <a:gd name="csY99" fmla="*/ 9351 h 23251"/>
                  <a:gd name="csX100" fmla="*/ 47877 w 279329"/>
                  <a:gd name="csY100" fmla="*/ 9067 h 23251"/>
                  <a:gd name="csX101" fmla="*/ 46038 w 279329"/>
                  <a:gd name="csY101" fmla="*/ 9604 h 23251"/>
                  <a:gd name="csX102" fmla="*/ 45404 w 279329"/>
                  <a:gd name="csY102" fmla="*/ 10899 h 23251"/>
                  <a:gd name="csX103" fmla="*/ 45689 w 279329"/>
                  <a:gd name="csY103" fmla="*/ 11847 h 23251"/>
                  <a:gd name="csX104" fmla="*/ 46926 w 279329"/>
                  <a:gd name="csY104" fmla="*/ 12573 h 23251"/>
                  <a:gd name="csX105" fmla="*/ 49717 w 279329"/>
                  <a:gd name="csY105" fmla="*/ 13300 h 23251"/>
                  <a:gd name="csX106" fmla="*/ 53078 w 279329"/>
                  <a:gd name="csY106" fmla="*/ 14437 h 23251"/>
                  <a:gd name="csX107" fmla="*/ 54854 w 279329"/>
                  <a:gd name="csY107" fmla="*/ 16143 h 23251"/>
                  <a:gd name="csX108" fmla="*/ 55393 w 279329"/>
                  <a:gd name="csY108" fmla="*/ 18260 h 23251"/>
                  <a:gd name="csX109" fmla="*/ 54537 w 279329"/>
                  <a:gd name="csY109" fmla="*/ 20819 h 23251"/>
                  <a:gd name="csX110" fmla="*/ 52064 w 279329"/>
                  <a:gd name="csY110" fmla="*/ 22620 h 23251"/>
                  <a:gd name="csX111" fmla="*/ 48036 w 279329"/>
                  <a:gd name="csY111" fmla="*/ 23252 h 23251"/>
                  <a:gd name="csX112" fmla="*/ 66056 w 279329"/>
                  <a:gd name="csY112" fmla="*/ 22936 h 23251"/>
                  <a:gd name="csX113" fmla="*/ 62853 w 279329"/>
                  <a:gd name="csY113" fmla="*/ 22272 h 23251"/>
                  <a:gd name="csX114" fmla="*/ 60918 w 279329"/>
                  <a:gd name="csY114" fmla="*/ 20314 h 23251"/>
                  <a:gd name="csX115" fmla="*/ 60284 w 279329"/>
                  <a:gd name="csY115" fmla="*/ 17028 h 23251"/>
                  <a:gd name="csX116" fmla="*/ 60284 w 279329"/>
                  <a:gd name="csY116" fmla="*/ 9857 h 23251"/>
                  <a:gd name="csX117" fmla="*/ 57779 w 279329"/>
                  <a:gd name="csY117" fmla="*/ 9857 h 23251"/>
                  <a:gd name="csX118" fmla="*/ 57240 w 279329"/>
                  <a:gd name="csY118" fmla="*/ 9635 h 23251"/>
                  <a:gd name="csX119" fmla="*/ 57018 w 279329"/>
                  <a:gd name="csY119" fmla="*/ 9098 h 23251"/>
                  <a:gd name="csX120" fmla="*/ 57018 w 279329"/>
                  <a:gd name="csY120" fmla="*/ 7266 h 23251"/>
                  <a:gd name="csX121" fmla="*/ 57240 w 279329"/>
                  <a:gd name="csY121" fmla="*/ 6729 h 23251"/>
                  <a:gd name="csX122" fmla="*/ 57779 w 279329"/>
                  <a:gd name="csY122" fmla="*/ 6508 h 23251"/>
                  <a:gd name="csX123" fmla="*/ 60284 w 279329"/>
                  <a:gd name="csY123" fmla="*/ 6508 h 23251"/>
                  <a:gd name="csX124" fmla="*/ 60284 w 279329"/>
                  <a:gd name="csY124" fmla="*/ 1264 h 23251"/>
                  <a:gd name="csX125" fmla="*/ 60474 w 279329"/>
                  <a:gd name="csY125" fmla="*/ 727 h 23251"/>
                  <a:gd name="csX126" fmla="*/ 61045 w 279329"/>
                  <a:gd name="csY126" fmla="*/ 505 h 23251"/>
                  <a:gd name="csX127" fmla="*/ 63614 w 279329"/>
                  <a:gd name="csY127" fmla="*/ 505 h 23251"/>
                  <a:gd name="csX128" fmla="*/ 64153 w 279329"/>
                  <a:gd name="csY128" fmla="*/ 727 h 23251"/>
                  <a:gd name="csX129" fmla="*/ 64375 w 279329"/>
                  <a:gd name="csY129" fmla="*/ 1264 h 23251"/>
                  <a:gd name="csX130" fmla="*/ 64375 w 279329"/>
                  <a:gd name="csY130" fmla="*/ 6508 h 23251"/>
                  <a:gd name="csX131" fmla="*/ 68339 w 279329"/>
                  <a:gd name="csY131" fmla="*/ 6508 h 23251"/>
                  <a:gd name="csX132" fmla="*/ 68878 w 279329"/>
                  <a:gd name="csY132" fmla="*/ 6729 h 23251"/>
                  <a:gd name="csX133" fmla="*/ 69100 w 279329"/>
                  <a:gd name="csY133" fmla="*/ 7266 h 23251"/>
                  <a:gd name="csX134" fmla="*/ 69100 w 279329"/>
                  <a:gd name="csY134" fmla="*/ 9098 h 23251"/>
                  <a:gd name="csX135" fmla="*/ 68878 w 279329"/>
                  <a:gd name="csY135" fmla="*/ 9635 h 23251"/>
                  <a:gd name="csX136" fmla="*/ 68339 w 279329"/>
                  <a:gd name="csY136" fmla="*/ 9857 h 23251"/>
                  <a:gd name="csX137" fmla="*/ 64375 w 279329"/>
                  <a:gd name="csY137" fmla="*/ 9857 h 23251"/>
                  <a:gd name="csX138" fmla="*/ 64375 w 279329"/>
                  <a:gd name="csY138" fmla="*/ 16712 h 23251"/>
                  <a:gd name="csX139" fmla="*/ 64819 w 279329"/>
                  <a:gd name="csY139" fmla="*/ 18734 h 23251"/>
                  <a:gd name="csX140" fmla="*/ 66436 w 279329"/>
                  <a:gd name="csY140" fmla="*/ 19460 h 23251"/>
                  <a:gd name="csX141" fmla="*/ 68624 w 279329"/>
                  <a:gd name="csY141" fmla="*/ 19460 h 23251"/>
                  <a:gd name="csX142" fmla="*/ 69164 w 279329"/>
                  <a:gd name="csY142" fmla="*/ 19682 h 23251"/>
                  <a:gd name="csX143" fmla="*/ 69386 w 279329"/>
                  <a:gd name="csY143" fmla="*/ 20219 h 23251"/>
                  <a:gd name="csX144" fmla="*/ 69386 w 279329"/>
                  <a:gd name="csY144" fmla="*/ 22177 h 23251"/>
                  <a:gd name="csX145" fmla="*/ 69164 w 279329"/>
                  <a:gd name="csY145" fmla="*/ 22714 h 23251"/>
                  <a:gd name="csX146" fmla="*/ 68624 w 279329"/>
                  <a:gd name="csY146" fmla="*/ 22936 h 23251"/>
                  <a:gd name="csX147" fmla="*/ 66056 w 279329"/>
                  <a:gd name="csY147" fmla="*/ 22936 h 23251"/>
                  <a:gd name="csX148" fmla="*/ 79493 w 279329"/>
                  <a:gd name="csY148" fmla="*/ 23252 h 23251"/>
                  <a:gd name="csX149" fmla="*/ 75212 w 279329"/>
                  <a:gd name="csY149" fmla="*/ 22367 h 23251"/>
                  <a:gd name="csX150" fmla="*/ 72579 w 279329"/>
                  <a:gd name="csY150" fmla="*/ 19871 h 23251"/>
                  <a:gd name="csX151" fmla="*/ 71565 w 279329"/>
                  <a:gd name="csY151" fmla="*/ 16112 h 23251"/>
                  <a:gd name="csX152" fmla="*/ 71533 w 279329"/>
                  <a:gd name="csY152" fmla="*/ 14722 h 23251"/>
                  <a:gd name="csX153" fmla="*/ 71565 w 279329"/>
                  <a:gd name="csY153" fmla="*/ 13332 h 23251"/>
                  <a:gd name="csX154" fmla="*/ 72611 w 279329"/>
                  <a:gd name="csY154" fmla="*/ 9572 h 23251"/>
                  <a:gd name="csX155" fmla="*/ 75275 w 279329"/>
                  <a:gd name="csY155" fmla="*/ 7077 h 23251"/>
                  <a:gd name="csX156" fmla="*/ 79493 w 279329"/>
                  <a:gd name="csY156" fmla="*/ 6192 h 23251"/>
                  <a:gd name="csX157" fmla="*/ 83679 w 279329"/>
                  <a:gd name="csY157" fmla="*/ 7077 h 23251"/>
                  <a:gd name="csX158" fmla="*/ 86343 w 279329"/>
                  <a:gd name="csY158" fmla="*/ 9572 h 23251"/>
                  <a:gd name="csX159" fmla="*/ 87421 w 279329"/>
                  <a:gd name="csY159" fmla="*/ 13332 h 23251"/>
                  <a:gd name="csX160" fmla="*/ 87453 w 279329"/>
                  <a:gd name="csY160" fmla="*/ 14722 h 23251"/>
                  <a:gd name="csX161" fmla="*/ 87421 w 279329"/>
                  <a:gd name="csY161" fmla="*/ 16112 h 23251"/>
                  <a:gd name="csX162" fmla="*/ 86375 w 279329"/>
                  <a:gd name="csY162" fmla="*/ 19871 h 23251"/>
                  <a:gd name="csX163" fmla="*/ 83742 w 279329"/>
                  <a:gd name="csY163" fmla="*/ 22367 h 23251"/>
                  <a:gd name="csX164" fmla="*/ 79493 w 279329"/>
                  <a:gd name="csY164" fmla="*/ 23252 h 23251"/>
                  <a:gd name="csX165" fmla="*/ 79493 w 279329"/>
                  <a:gd name="csY165" fmla="*/ 20124 h 23251"/>
                  <a:gd name="csX166" fmla="*/ 82093 w 279329"/>
                  <a:gd name="csY166" fmla="*/ 19081 h 23251"/>
                  <a:gd name="csX167" fmla="*/ 83108 w 279329"/>
                  <a:gd name="csY167" fmla="*/ 15954 h 23251"/>
                  <a:gd name="csX168" fmla="*/ 83140 w 279329"/>
                  <a:gd name="csY168" fmla="*/ 14722 h 23251"/>
                  <a:gd name="csX169" fmla="*/ 83108 w 279329"/>
                  <a:gd name="csY169" fmla="*/ 13490 h 23251"/>
                  <a:gd name="csX170" fmla="*/ 82093 w 279329"/>
                  <a:gd name="csY170" fmla="*/ 10394 h 23251"/>
                  <a:gd name="csX171" fmla="*/ 79493 w 279329"/>
                  <a:gd name="csY171" fmla="*/ 9320 h 23251"/>
                  <a:gd name="csX172" fmla="*/ 76892 w 279329"/>
                  <a:gd name="csY172" fmla="*/ 10394 h 23251"/>
                  <a:gd name="csX173" fmla="*/ 75878 w 279329"/>
                  <a:gd name="csY173" fmla="*/ 13490 h 23251"/>
                  <a:gd name="csX174" fmla="*/ 75846 w 279329"/>
                  <a:gd name="csY174" fmla="*/ 14722 h 23251"/>
                  <a:gd name="csX175" fmla="*/ 75878 w 279329"/>
                  <a:gd name="csY175" fmla="*/ 15954 h 23251"/>
                  <a:gd name="csX176" fmla="*/ 76892 w 279329"/>
                  <a:gd name="csY176" fmla="*/ 19081 h 23251"/>
                  <a:gd name="csX177" fmla="*/ 79493 w 279329"/>
                  <a:gd name="csY177" fmla="*/ 20124 h 23251"/>
                  <a:gd name="csX178" fmla="*/ 91730 w 279329"/>
                  <a:gd name="csY178" fmla="*/ 22936 h 23251"/>
                  <a:gd name="csX179" fmla="*/ 91190 w 279329"/>
                  <a:gd name="csY179" fmla="*/ 22714 h 23251"/>
                  <a:gd name="csX180" fmla="*/ 90968 w 279329"/>
                  <a:gd name="csY180" fmla="*/ 22177 h 23251"/>
                  <a:gd name="csX181" fmla="*/ 90968 w 279329"/>
                  <a:gd name="csY181" fmla="*/ 7266 h 23251"/>
                  <a:gd name="csX182" fmla="*/ 91190 w 279329"/>
                  <a:gd name="csY182" fmla="*/ 6729 h 23251"/>
                  <a:gd name="csX183" fmla="*/ 91730 w 279329"/>
                  <a:gd name="csY183" fmla="*/ 6508 h 23251"/>
                  <a:gd name="csX184" fmla="*/ 94203 w 279329"/>
                  <a:gd name="csY184" fmla="*/ 6508 h 23251"/>
                  <a:gd name="csX185" fmla="*/ 94742 w 279329"/>
                  <a:gd name="csY185" fmla="*/ 6729 h 23251"/>
                  <a:gd name="csX186" fmla="*/ 94964 w 279329"/>
                  <a:gd name="csY186" fmla="*/ 7266 h 23251"/>
                  <a:gd name="csX187" fmla="*/ 94964 w 279329"/>
                  <a:gd name="csY187" fmla="*/ 8340 h 23251"/>
                  <a:gd name="csX188" fmla="*/ 96740 w 279329"/>
                  <a:gd name="csY188" fmla="*/ 6855 h 23251"/>
                  <a:gd name="csX189" fmla="*/ 99436 w 279329"/>
                  <a:gd name="csY189" fmla="*/ 6192 h 23251"/>
                  <a:gd name="csX190" fmla="*/ 104478 w 279329"/>
                  <a:gd name="csY190" fmla="*/ 9004 h 23251"/>
                  <a:gd name="csX191" fmla="*/ 106571 w 279329"/>
                  <a:gd name="csY191" fmla="*/ 6982 h 23251"/>
                  <a:gd name="csX192" fmla="*/ 109647 w 279329"/>
                  <a:gd name="csY192" fmla="*/ 6192 h 23251"/>
                  <a:gd name="csX193" fmla="*/ 112628 w 279329"/>
                  <a:gd name="csY193" fmla="*/ 6950 h 23251"/>
                  <a:gd name="csX194" fmla="*/ 114753 w 279329"/>
                  <a:gd name="csY194" fmla="*/ 9256 h 23251"/>
                  <a:gd name="csX195" fmla="*/ 115546 w 279329"/>
                  <a:gd name="csY195" fmla="*/ 13111 h 23251"/>
                  <a:gd name="csX196" fmla="*/ 115546 w 279329"/>
                  <a:gd name="csY196" fmla="*/ 22177 h 23251"/>
                  <a:gd name="csX197" fmla="*/ 115324 w 279329"/>
                  <a:gd name="csY197" fmla="*/ 22714 h 23251"/>
                  <a:gd name="csX198" fmla="*/ 114785 w 279329"/>
                  <a:gd name="csY198" fmla="*/ 22936 h 23251"/>
                  <a:gd name="csX199" fmla="*/ 112184 w 279329"/>
                  <a:gd name="csY199" fmla="*/ 22936 h 23251"/>
                  <a:gd name="csX200" fmla="*/ 111645 w 279329"/>
                  <a:gd name="csY200" fmla="*/ 22714 h 23251"/>
                  <a:gd name="csX201" fmla="*/ 111423 w 279329"/>
                  <a:gd name="csY201" fmla="*/ 22177 h 23251"/>
                  <a:gd name="csX202" fmla="*/ 111423 w 279329"/>
                  <a:gd name="csY202" fmla="*/ 13363 h 23251"/>
                  <a:gd name="csX203" fmla="*/ 111011 w 279329"/>
                  <a:gd name="csY203" fmla="*/ 11120 h 23251"/>
                  <a:gd name="csX204" fmla="*/ 109901 w 279329"/>
                  <a:gd name="csY204" fmla="*/ 9920 h 23251"/>
                  <a:gd name="csX205" fmla="*/ 108347 w 279329"/>
                  <a:gd name="csY205" fmla="*/ 9572 h 23251"/>
                  <a:gd name="csX206" fmla="*/ 106952 w 279329"/>
                  <a:gd name="csY206" fmla="*/ 9920 h 23251"/>
                  <a:gd name="csX207" fmla="*/ 105810 w 279329"/>
                  <a:gd name="csY207" fmla="*/ 11120 h 23251"/>
                  <a:gd name="csX208" fmla="*/ 105366 w 279329"/>
                  <a:gd name="csY208" fmla="*/ 13363 h 23251"/>
                  <a:gd name="csX209" fmla="*/ 105366 w 279329"/>
                  <a:gd name="csY209" fmla="*/ 22177 h 23251"/>
                  <a:gd name="csX210" fmla="*/ 105144 w 279329"/>
                  <a:gd name="csY210" fmla="*/ 22714 h 23251"/>
                  <a:gd name="csX211" fmla="*/ 104605 w 279329"/>
                  <a:gd name="csY211" fmla="*/ 22936 h 23251"/>
                  <a:gd name="csX212" fmla="*/ 102005 w 279329"/>
                  <a:gd name="csY212" fmla="*/ 22936 h 23251"/>
                  <a:gd name="csX213" fmla="*/ 101434 w 279329"/>
                  <a:gd name="csY213" fmla="*/ 22714 h 23251"/>
                  <a:gd name="csX214" fmla="*/ 101243 w 279329"/>
                  <a:gd name="csY214" fmla="*/ 22177 h 23251"/>
                  <a:gd name="csX215" fmla="*/ 101243 w 279329"/>
                  <a:gd name="csY215" fmla="*/ 13363 h 23251"/>
                  <a:gd name="csX216" fmla="*/ 100799 w 279329"/>
                  <a:gd name="csY216" fmla="*/ 11120 h 23251"/>
                  <a:gd name="csX217" fmla="*/ 99658 w 279329"/>
                  <a:gd name="csY217" fmla="*/ 9920 h 23251"/>
                  <a:gd name="csX218" fmla="*/ 98167 w 279329"/>
                  <a:gd name="csY218" fmla="*/ 9572 h 23251"/>
                  <a:gd name="csX219" fmla="*/ 96740 w 279329"/>
                  <a:gd name="csY219" fmla="*/ 9951 h 23251"/>
                  <a:gd name="csX220" fmla="*/ 95599 w 279329"/>
                  <a:gd name="csY220" fmla="*/ 11120 h 23251"/>
                  <a:gd name="csX221" fmla="*/ 95155 w 279329"/>
                  <a:gd name="csY221" fmla="*/ 13363 h 23251"/>
                  <a:gd name="csX222" fmla="*/ 95155 w 279329"/>
                  <a:gd name="csY222" fmla="*/ 22177 h 23251"/>
                  <a:gd name="csX223" fmla="*/ 94933 w 279329"/>
                  <a:gd name="csY223" fmla="*/ 22714 h 23251"/>
                  <a:gd name="csX224" fmla="*/ 94393 w 279329"/>
                  <a:gd name="csY224" fmla="*/ 22936 h 23251"/>
                  <a:gd name="csX225" fmla="*/ 91730 w 279329"/>
                  <a:gd name="csY225" fmla="*/ 22936 h 23251"/>
                  <a:gd name="csX226" fmla="*/ 126686 w 279329"/>
                  <a:gd name="csY226" fmla="*/ 23252 h 23251"/>
                  <a:gd name="csX227" fmla="*/ 121105 w 279329"/>
                  <a:gd name="csY227" fmla="*/ 21230 h 23251"/>
                  <a:gd name="csX228" fmla="*/ 118885 w 279329"/>
                  <a:gd name="csY228" fmla="*/ 15480 h 23251"/>
                  <a:gd name="csX229" fmla="*/ 118853 w 279329"/>
                  <a:gd name="csY229" fmla="*/ 14690 h 23251"/>
                  <a:gd name="csX230" fmla="*/ 118885 w 279329"/>
                  <a:gd name="csY230" fmla="*/ 13900 h 23251"/>
                  <a:gd name="csX231" fmla="*/ 119963 w 279329"/>
                  <a:gd name="csY231" fmla="*/ 9793 h 23251"/>
                  <a:gd name="csX232" fmla="*/ 122659 w 279329"/>
                  <a:gd name="csY232" fmla="*/ 7140 h 23251"/>
                  <a:gd name="csX233" fmla="*/ 126686 w 279329"/>
                  <a:gd name="csY233" fmla="*/ 6192 h 23251"/>
                  <a:gd name="csX234" fmla="*/ 130999 w 279329"/>
                  <a:gd name="csY234" fmla="*/ 7266 h 23251"/>
                  <a:gd name="csX235" fmla="*/ 133631 w 279329"/>
                  <a:gd name="csY235" fmla="*/ 10204 h 23251"/>
                  <a:gd name="csX236" fmla="*/ 134519 w 279329"/>
                  <a:gd name="csY236" fmla="*/ 14532 h 23251"/>
                  <a:gd name="csX237" fmla="*/ 134519 w 279329"/>
                  <a:gd name="csY237" fmla="*/ 15196 h 23251"/>
                  <a:gd name="csX238" fmla="*/ 134297 w 279329"/>
                  <a:gd name="csY238" fmla="*/ 15733 h 23251"/>
                  <a:gd name="csX239" fmla="*/ 133726 w 279329"/>
                  <a:gd name="csY239" fmla="*/ 15954 h 23251"/>
                  <a:gd name="csX240" fmla="*/ 123198 w 279329"/>
                  <a:gd name="csY240" fmla="*/ 15954 h 23251"/>
                  <a:gd name="csX241" fmla="*/ 123198 w 279329"/>
                  <a:gd name="csY241" fmla="*/ 16049 h 23251"/>
                  <a:gd name="csX242" fmla="*/ 123198 w 279329"/>
                  <a:gd name="csY242" fmla="*/ 16207 h 23251"/>
                  <a:gd name="csX243" fmla="*/ 123610 w 279329"/>
                  <a:gd name="csY243" fmla="*/ 18260 h 23251"/>
                  <a:gd name="csX244" fmla="*/ 124783 w 279329"/>
                  <a:gd name="csY244" fmla="*/ 19745 h 23251"/>
                  <a:gd name="csX245" fmla="*/ 126655 w 279329"/>
                  <a:gd name="csY245" fmla="*/ 20314 h 23251"/>
                  <a:gd name="csX246" fmla="*/ 128145 w 279329"/>
                  <a:gd name="csY246" fmla="*/ 20061 h 23251"/>
                  <a:gd name="csX247" fmla="*/ 129128 w 279329"/>
                  <a:gd name="csY247" fmla="*/ 19429 h 23251"/>
                  <a:gd name="csX248" fmla="*/ 129667 w 279329"/>
                  <a:gd name="csY248" fmla="*/ 18860 h 23251"/>
                  <a:gd name="csX249" fmla="*/ 130111 w 279329"/>
                  <a:gd name="csY249" fmla="*/ 18418 h 23251"/>
                  <a:gd name="csX250" fmla="*/ 130650 w 279329"/>
                  <a:gd name="csY250" fmla="*/ 18323 h 23251"/>
                  <a:gd name="csX251" fmla="*/ 133378 w 279329"/>
                  <a:gd name="csY251" fmla="*/ 18323 h 23251"/>
                  <a:gd name="csX252" fmla="*/ 133885 w 279329"/>
                  <a:gd name="csY252" fmla="*/ 18513 h 23251"/>
                  <a:gd name="csX253" fmla="*/ 134075 w 279329"/>
                  <a:gd name="csY253" fmla="*/ 18987 h 23251"/>
                  <a:gd name="csX254" fmla="*/ 133536 w 279329"/>
                  <a:gd name="csY254" fmla="*/ 20219 h 23251"/>
                  <a:gd name="csX255" fmla="*/ 132141 w 279329"/>
                  <a:gd name="csY255" fmla="*/ 21640 h 23251"/>
                  <a:gd name="csX256" fmla="*/ 129826 w 279329"/>
                  <a:gd name="csY256" fmla="*/ 22809 h 23251"/>
                  <a:gd name="csX257" fmla="*/ 126686 w 279329"/>
                  <a:gd name="csY257" fmla="*/ 23252 h 23251"/>
                  <a:gd name="csX258" fmla="*/ 123198 w 279329"/>
                  <a:gd name="csY258" fmla="*/ 13300 h 23251"/>
                  <a:gd name="csX259" fmla="*/ 130206 w 279329"/>
                  <a:gd name="csY259" fmla="*/ 13300 h 23251"/>
                  <a:gd name="csX260" fmla="*/ 130206 w 279329"/>
                  <a:gd name="csY260" fmla="*/ 13205 h 23251"/>
                  <a:gd name="csX261" fmla="*/ 129794 w 279329"/>
                  <a:gd name="csY261" fmla="*/ 11057 h 23251"/>
                  <a:gd name="csX262" fmla="*/ 128589 w 279329"/>
                  <a:gd name="csY262" fmla="*/ 9604 h 23251"/>
                  <a:gd name="csX263" fmla="*/ 126686 w 279329"/>
                  <a:gd name="csY263" fmla="*/ 9067 h 23251"/>
                  <a:gd name="csX264" fmla="*/ 124783 w 279329"/>
                  <a:gd name="csY264" fmla="*/ 9604 h 23251"/>
                  <a:gd name="csX265" fmla="*/ 123578 w 279329"/>
                  <a:gd name="csY265" fmla="*/ 11057 h 23251"/>
                  <a:gd name="csX266" fmla="*/ 123198 w 279329"/>
                  <a:gd name="csY266" fmla="*/ 13205 h 23251"/>
                  <a:gd name="csX267" fmla="*/ 123198 w 279329"/>
                  <a:gd name="csY267" fmla="*/ 13300 h 23251"/>
                  <a:gd name="csX268" fmla="*/ 138647 w 279329"/>
                  <a:gd name="csY268" fmla="*/ 22936 h 23251"/>
                  <a:gd name="csX269" fmla="*/ 138107 w 279329"/>
                  <a:gd name="csY269" fmla="*/ 22714 h 23251"/>
                  <a:gd name="csX270" fmla="*/ 137885 w 279329"/>
                  <a:gd name="csY270" fmla="*/ 22177 h 23251"/>
                  <a:gd name="csX271" fmla="*/ 137885 w 279329"/>
                  <a:gd name="csY271" fmla="*/ 7298 h 23251"/>
                  <a:gd name="csX272" fmla="*/ 138107 w 279329"/>
                  <a:gd name="csY272" fmla="*/ 6729 h 23251"/>
                  <a:gd name="csX273" fmla="*/ 138647 w 279329"/>
                  <a:gd name="csY273" fmla="*/ 6508 h 23251"/>
                  <a:gd name="csX274" fmla="*/ 141215 w 279329"/>
                  <a:gd name="csY274" fmla="*/ 6508 h 23251"/>
                  <a:gd name="csX275" fmla="*/ 141754 w 279329"/>
                  <a:gd name="csY275" fmla="*/ 6729 h 23251"/>
                  <a:gd name="csX276" fmla="*/ 142008 w 279329"/>
                  <a:gd name="csY276" fmla="*/ 7298 h 23251"/>
                  <a:gd name="csX277" fmla="*/ 142008 w 279329"/>
                  <a:gd name="csY277" fmla="*/ 8593 h 23251"/>
                  <a:gd name="csX278" fmla="*/ 143879 w 279329"/>
                  <a:gd name="csY278" fmla="*/ 7045 h 23251"/>
                  <a:gd name="csX279" fmla="*/ 146575 w 279329"/>
                  <a:gd name="csY279" fmla="*/ 6508 h 23251"/>
                  <a:gd name="csX280" fmla="*/ 147875 w 279329"/>
                  <a:gd name="csY280" fmla="*/ 6508 h 23251"/>
                  <a:gd name="csX281" fmla="*/ 148414 w 279329"/>
                  <a:gd name="csY281" fmla="*/ 6729 h 23251"/>
                  <a:gd name="csX282" fmla="*/ 148636 w 279329"/>
                  <a:gd name="csY282" fmla="*/ 7266 h 23251"/>
                  <a:gd name="csX283" fmla="*/ 148636 w 279329"/>
                  <a:gd name="csY283" fmla="*/ 9541 h 23251"/>
                  <a:gd name="csX284" fmla="*/ 148414 w 279329"/>
                  <a:gd name="csY284" fmla="*/ 10078 h 23251"/>
                  <a:gd name="csX285" fmla="*/ 147875 w 279329"/>
                  <a:gd name="csY285" fmla="*/ 10299 h 23251"/>
                  <a:gd name="csX286" fmla="*/ 145401 w 279329"/>
                  <a:gd name="csY286" fmla="*/ 10299 h 23251"/>
                  <a:gd name="csX287" fmla="*/ 143023 w 279329"/>
                  <a:gd name="csY287" fmla="*/ 11152 h 23251"/>
                  <a:gd name="csX288" fmla="*/ 142198 w 279329"/>
                  <a:gd name="csY288" fmla="*/ 13490 h 23251"/>
                  <a:gd name="csX289" fmla="*/ 142198 w 279329"/>
                  <a:gd name="csY289" fmla="*/ 22177 h 23251"/>
                  <a:gd name="csX290" fmla="*/ 141976 w 279329"/>
                  <a:gd name="csY290" fmla="*/ 22714 h 23251"/>
                  <a:gd name="csX291" fmla="*/ 141406 w 279329"/>
                  <a:gd name="csY291" fmla="*/ 22936 h 23251"/>
                  <a:gd name="csX292" fmla="*/ 138647 w 279329"/>
                  <a:gd name="csY292" fmla="*/ 22936 h 23251"/>
                  <a:gd name="csX293" fmla="*/ 152251 w 279329"/>
                  <a:gd name="csY293" fmla="*/ 22936 h 23251"/>
                  <a:gd name="csX294" fmla="*/ 151712 w 279329"/>
                  <a:gd name="csY294" fmla="*/ 22714 h 23251"/>
                  <a:gd name="csX295" fmla="*/ 151490 w 279329"/>
                  <a:gd name="csY295" fmla="*/ 22177 h 23251"/>
                  <a:gd name="csX296" fmla="*/ 151490 w 279329"/>
                  <a:gd name="csY296" fmla="*/ 1611 h 23251"/>
                  <a:gd name="csX297" fmla="*/ 151712 w 279329"/>
                  <a:gd name="csY297" fmla="*/ 1043 h 23251"/>
                  <a:gd name="csX298" fmla="*/ 152251 w 279329"/>
                  <a:gd name="csY298" fmla="*/ 821 h 23251"/>
                  <a:gd name="csX299" fmla="*/ 166205 w 279329"/>
                  <a:gd name="csY299" fmla="*/ 821 h 23251"/>
                  <a:gd name="csX300" fmla="*/ 166776 w 279329"/>
                  <a:gd name="csY300" fmla="*/ 1043 h 23251"/>
                  <a:gd name="csX301" fmla="*/ 166998 w 279329"/>
                  <a:gd name="csY301" fmla="*/ 1611 h 23251"/>
                  <a:gd name="csX302" fmla="*/ 166998 w 279329"/>
                  <a:gd name="csY302" fmla="*/ 3696 h 23251"/>
                  <a:gd name="csX303" fmla="*/ 166776 w 279329"/>
                  <a:gd name="csY303" fmla="*/ 4233 h 23251"/>
                  <a:gd name="csX304" fmla="*/ 166205 w 279329"/>
                  <a:gd name="csY304" fmla="*/ 4454 h 23251"/>
                  <a:gd name="csX305" fmla="*/ 155771 w 279329"/>
                  <a:gd name="csY305" fmla="*/ 4454 h 23251"/>
                  <a:gd name="csX306" fmla="*/ 155771 w 279329"/>
                  <a:gd name="csY306" fmla="*/ 10046 h 23251"/>
                  <a:gd name="csX307" fmla="*/ 165507 w 279329"/>
                  <a:gd name="csY307" fmla="*/ 10046 h 23251"/>
                  <a:gd name="csX308" fmla="*/ 166078 w 279329"/>
                  <a:gd name="csY308" fmla="*/ 10267 h 23251"/>
                  <a:gd name="csX309" fmla="*/ 166300 w 279329"/>
                  <a:gd name="csY309" fmla="*/ 10804 h 23251"/>
                  <a:gd name="csX310" fmla="*/ 166300 w 279329"/>
                  <a:gd name="csY310" fmla="*/ 12763 h 23251"/>
                  <a:gd name="csX311" fmla="*/ 166078 w 279329"/>
                  <a:gd name="csY311" fmla="*/ 13332 h 23251"/>
                  <a:gd name="csX312" fmla="*/ 165507 w 279329"/>
                  <a:gd name="csY312" fmla="*/ 13521 h 23251"/>
                  <a:gd name="csX313" fmla="*/ 155771 w 279329"/>
                  <a:gd name="csY313" fmla="*/ 13521 h 23251"/>
                  <a:gd name="csX314" fmla="*/ 155771 w 279329"/>
                  <a:gd name="csY314" fmla="*/ 19303 h 23251"/>
                  <a:gd name="csX315" fmla="*/ 166459 w 279329"/>
                  <a:gd name="csY315" fmla="*/ 19303 h 23251"/>
                  <a:gd name="csX316" fmla="*/ 167030 w 279329"/>
                  <a:gd name="csY316" fmla="*/ 19524 h 23251"/>
                  <a:gd name="csX317" fmla="*/ 167252 w 279329"/>
                  <a:gd name="csY317" fmla="*/ 20092 h 23251"/>
                  <a:gd name="csX318" fmla="*/ 167252 w 279329"/>
                  <a:gd name="csY318" fmla="*/ 22177 h 23251"/>
                  <a:gd name="csX319" fmla="*/ 167030 w 279329"/>
                  <a:gd name="csY319" fmla="*/ 22714 h 23251"/>
                  <a:gd name="csX320" fmla="*/ 166459 w 279329"/>
                  <a:gd name="csY320" fmla="*/ 22936 h 23251"/>
                  <a:gd name="csX321" fmla="*/ 152251 w 279329"/>
                  <a:gd name="csY321" fmla="*/ 22936 h 23251"/>
                  <a:gd name="csX322" fmla="*/ 171598 w 279329"/>
                  <a:gd name="csY322" fmla="*/ 22936 h 23251"/>
                  <a:gd name="csX323" fmla="*/ 171059 w 279329"/>
                  <a:gd name="csY323" fmla="*/ 22714 h 23251"/>
                  <a:gd name="csX324" fmla="*/ 170837 w 279329"/>
                  <a:gd name="csY324" fmla="*/ 22177 h 23251"/>
                  <a:gd name="csX325" fmla="*/ 170837 w 279329"/>
                  <a:gd name="csY325" fmla="*/ 7266 h 23251"/>
                  <a:gd name="csX326" fmla="*/ 171059 w 279329"/>
                  <a:gd name="csY326" fmla="*/ 6729 h 23251"/>
                  <a:gd name="csX327" fmla="*/ 171598 w 279329"/>
                  <a:gd name="csY327" fmla="*/ 6508 h 23251"/>
                  <a:gd name="csX328" fmla="*/ 174199 w 279329"/>
                  <a:gd name="csY328" fmla="*/ 6508 h 23251"/>
                  <a:gd name="csX329" fmla="*/ 174738 w 279329"/>
                  <a:gd name="csY329" fmla="*/ 6729 h 23251"/>
                  <a:gd name="csX330" fmla="*/ 174960 w 279329"/>
                  <a:gd name="csY330" fmla="*/ 7266 h 23251"/>
                  <a:gd name="csX331" fmla="*/ 174960 w 279329"/>
                  <a:gd name="csY331" fmla="*/ 8561 h 23251"/>
                  <a:gd name="csX332" fmla="*/ 177053 w 279329"/>
                  <a:gd name="csY332" fmla="*/ 6887 h 23251"/>
                  <a:gd name="csX333" fmla="*/ 180256 w 279329"/>
                  <a:gd name="csY333" fmla="*/ 6192 h 23251"/>
                  <a:gd name="csX334" fmla="*/ 183618 w 279329"/>
                  <a:gd name="csY334" fmla="*/ 7077 h 23251"/>
                  <a:gd name="csX335" fmla="*/ 185806 w 279329"/>
                  <a:gd name="csY335" fmla="*/ 9509 h 23251"/>
                  <a:gd name="csX336" fmla="*/ 186599 w 279329"/>
                  <a:gd name="csY336" fmla="*/ 13300 h 23251"/>
                  <a:gd name="csX337" fmla="*/ 186599 w 279329"/>
                  <a:gd name="csY337" fmla="*/ 22177 h 23251"/>
                  <a:gd name="csX338" fmla="*/ 186377 w 279329"/>
                  <a:gd name="csY338" fmla="*/ 22714 h 23251"/>
                  <a:gd name="csX339" fmla="*/ 185838 w 279329"/>
                  <a:gd name="csY339" fmla="*/ 22936 h 23251"/>
                  <a:gd name="csX340" fmla="*/ 183047 w 279329"/>
                  <a:gd name="csY340" fmla="*/ 22936 h 23251"/>
                  <a:gd name="csX341" fmla="*/ 182508 w 279329"/>
                  <a:gd name="csY341" fmla="*/ 22714 h 23251"/>
                  <a:gd name="csX342" fmla="*/ 182286 w 279329"/>
                  <a:gd name="csY342" fmla="*/ 22177 h 23251"/>
                  <a:gd name="csX343" fmla="*/ 182286 w 279329"/>
                  <a:gd name="csY343" fmla="*/ 13490 h 23251"/>
                  <a:gd name="csX344" fmla="*/ 181366 w 279329"/>
                  <a:gd name="csY344" fmla="*/ 10615 h 23251"/>
                  <a:gd name="csX345" fmla="*/ 178766 w 279329"/>
                  <a:gd name="csY345" fmla="*/ 9572 h 23251"/>
                  <a:gd name="csX346" fmla="*/ 176133 w 279329"/>
                  <a:gd name="csY346" fmla="*/ 10615 h 23251"/>
                  <a:gd name="csX347" fmla="*/ 175150 w 279329"/>
                  <a:gd name="csY347" fmla="*/ 13490 h 23251"/>
                  <a:gd name="csX348" fmla="*/ 175150 w 279329"/>
                  <a:gd name="csY348" fmla="*/ 22177 h 23251"/>
                  <a:gd name="csX349" fmla="*/ 174928 w 279329"/>
                  <a:gd name="csY349" fmla="*/ 22714 h 23251"/>
                  <a:gd name="csX350" fmla="*/ 174389 w 279329"/>
                  <a:gd name="csY350" fmla="*/ 22936 h 23251"/>
                  <a:gd name="csX351" fmla="*/ 171598 w 279329"/>
                  <a:gd name="csY351" fmla="*/ 22936 h 23251"/>
                  <a:gd name="csX352" fmla="*/ 191390 w 279329"/>
                  <a:gd name="csY352" fmla="*/ 22936 h 23251"/>
                  <a:gd name="csX353" fmla="*/ 190850 w 279329"/>
                  <a:gd name="csY353" fmla="*/ 22714 h 23251"/>
                  <a:gd name="csX354" fmla="*/ 190628 w 279329"/>
                  <a:gd name="csY354" fmla="*/ 22177 h 23251"/>
                  <a:gd name="csX355" fmla="*/ 190628 w 279329"/>
                  <a:gd name="csY355" fmla="*/ 7298 h 23251"/>
                  <a:gd name="csX356" fmla="*/ 190850 w 279329"/>
                  <a:gd name="csY356" fmla="*/ 6729 h 23251"/>
                  <a:gd name="csX357" fmla="*/ 191390 w 279329"/>
                  <a:gd name="csY357" fmla="*/ 6508 h 23251"/>
                  <a:gd name="csX358" fmla="*/ 193958 w 279329"/>
                  <a:gd name="csY358" fmla="*/ 6508 h 23251"/>
                  <a:gd name="csX359" fmla="*/ 194497 w 279329"/>
                  <a:gd name="csY359" fmla="*/ 6729 h 23251"/>
                  <a:gd name="csX360" fmla="*/ 194751 w 279329"/>
                  <a:gd name="csY360" fmla="*/ 7298 h 23251"/>
                  <a:gd name="csX361" fmla="*/ 194751 w 279329"/>
                  <a:gd name="csY361" fmla="*/ 8593 h 23251"/>
                  <a:gd name="csX362" fmla="*/ 196622 w 279329"/>
                  <a:gd name="csY362" fmla="*/ 7045 h 23251"/>
                  <a:gd name="csX363" fmla="*/ 199318 w 279329"/>
                  <a:gd name="csY363" fmla="*/ 6508 h 23251"/>
                  <a:gd name="csX364" fmla="*/ 200618 w 279329"/>
                  <a:gd name="csY364" fmla="*/ 6508 h 23251"/>
                  <a:gd name="csX365" fmla="*/ 201157 w 279329"/>
                  <a:gd name="csY365" fmla="*/ 6729 h 23251"/>
                  <a:gd name="csX366" fmla="*/ 201379 w 279329"/>
                  <a:gd name="csY366" fmla="*/ 7266 h 23251"/>
                  <a:gd name="csX367" fmla="*/ 201379 w 279329"/>
                  <a:gd name="csY367" fmla="*/ 9541 h 23251"/>
                  <a:gd name="csX368" fmla="*/ 201157 w 279329"/>
                  <a:gd name="csY368" fmla="*/ 10078 h 23251"/>
                  <a:gd name="csX369" fmla="*/ 200618 w 279329"/>
                  <a:gd name="csY369" fmla="*/ 10299 h 23251"/>
                  <a:gd name="csX370" fmla="*/ 198144 w 279329"/>
                  <a:gd name="csY370" fmla="*/ 10299 h 23251"/>
                  <a:gd name="csX371" fmla="*/ 195766 w 279329"/>
                  <a:gd name="csY371" fmla="*/ 11152 h 23251"/>
                  <a:gd name="csX372" fmla="*/ 194941 w 279329"/>
                  <a:gd name="csY372" fmla="*/ 13490 h 23251"/>
                  <a:gd name="csX373" fmla="*/ 194941 w 279329"/>
                  <a:gd name="csY373" fmla="*/ 22177 h 23251"/>
                  <a:gd name="csX374" fmla="*/ 194719 w 279329"/>
                  <a:gd name="csY374" fmla="*/ 22714 h 23251"/>
                  <a:gd name="csX375" fmla="*/ 194149 w 279329"/>
                  <a:gd name="csY375" fmla="*/ 22936 h 23251"/>
                  <a:gd name="csX376" fmla="*/ 191390 w 279329"/>
                  <a:gd name="csY376" fmla="*/ 22936 h 23251"/>
                  <a:gd name="csX377" fmla="*/ 204614 w 279329"/>
                  <a:gd name="csY377" fmla="*/ 22936 h 23251"/>
                  <a:gd name="csX378" fmla="*/ 204075 w 279329"/>
                  <a:gd name="csY378" fmla="*/ 22714 h 23251"/>
                  <a:gd name="csX379" fmla="*/ 203853 w 279329"/>
                  <a:gd name="csY379" fmla="*/ 22177 h 23251"/>
                  <a:gd name="csX380" fmla="*/ 203853 w 279329"/>
                  <a:gd name="csY380" fmla="*/ 7266 h 23251"/>
                  <a:gd name="csX381" fmla="*/ 204075 w 279329"/>
                  <a:gd name="csY381" fmla="*/ 6729 h 23251"/>
                  <a:gd name="csX382" fmla="*/ 204614 w 279329"/>
                  <a:gd name="csY382" fmla="*/ 6508 h 23251"/>
                  <a:gd name="csX383" fmla="*/ 207246 w 279329"/>
                  <a:gd name="csY383" fmla="*/ 6508 h 23251"/>
                  <a:gd name="csX384" fmla="*/ 207785 w 279329"/>
                  <a:gd name="csY384" fmla="*/ 6729 h 23251"/>
                  <a:gd name="csX385" fmla="*/ 208007 w 279329"/>
                  <a:gd name="csY385" fmla="*/ 7266 h 23251"/>
                  <a:gd name="csX386" fmla="*/ 208007 w 279329"/>
                  <a:gd name="csY386" fmla="*/ 22177 h 23251"/>
                  <a:gd name="csX387" fmla="*/ 207785 w 279329"/>
                  <a:gd name="csY387" fmla="*/ 22714 h 23251"/>
                  <a:gd name="csX388" fmla="*/ 207246 w 279329"/>
                  <a:gd name="csY388" fmla="*/ 22936 h 23251"/>
                  <a:gd name="csX389" fmla="*/ 204614 w 279329"/>
                  <a:gd name="csY389" fmla="*/ 22936 h 23251"/>
                  <a:gd name="csX390" fmla="*/ 204487 w 279329"/>
                  <a:gd name="csY390" fmla="*/ 3791 h 23251"/>
                  <a:gd name="csX391" fmla="*/ 203916 w 279329"/>
                  <a:gd name="csY391" fmla="*/ 3601 h 23251"/>
                  <a:gd name="csX392" fmla="*/ 203726 w 279329"/>
                  <a:gd name="csY392" fmla="*/ 3033 h 23251"/>
                  <a:gd name="csX393" fmla="*/ 203726 w 279329"/>
                  <a:gd name="csY393" fmla="*/ 758 h 23251"/>
                  <a:gd name="csX394" fmla="*/ 203916 w 279329"/>
                  <a:gd name="csY394" fmla="*/ 221 h 23251"/>
                  <a:gd name="csX395" fmla="*/ 204487 w 279329"/>
                  <a:gd name="csY395" fmla="*/ 0 h 23251"/>
                  <a:gd name="csX396" fmla="*/ 207373 w 279329"/>
                  <a:gd name="csY396" fmla="*/ 0 h 23251"/>
                  <a:gd name="csX397" fmla="*/ 207944 w 279329"/>
                  <a:gd name="csY397" fmla="*/ 221 h 23251"/>
                  <a:gd name="csX398" fmla="*/ 208166 w 279329"/>
                  <a:gd name="csY398" fmla="*/ 758 h 23251"/>
                  <a:gd name="csX399" fmla="*/ 208166 w 279329"/>
                  <a:gd name="csY399" fmla="*/ 3033 h 23251"/>
                  <a:gd name="csX400" fmla="*/ 207944 w 279329"/>
                  <a:gd name="csY400" fmla="*/ 3601 h 23251"/>
                  <a:gd name="csX401" fmla="*/ 207373 w 279329"/>
                  <a:gd name="csY401" fmla="*/ 3791 h 23251"/>
                  <a:gd name="csX402" fmla="*/ 204487 w 279329"/>
                  <a:gd name="csY402" fmla="*/ 3791 h 23251"/>
                  <a:gd name="csX403" fmla="*/ 219349 w 279329"/>
                  <a:gd name="csY403" fmla="*/ 23252 h 23251"/>
                  <a:gd name="csX404" fmla="*/ 215322 w 279329"/>
                  <a:gd name="csY404" fmla="*/ 22399 h 23251"/>
                  <a:gd name="csX405" fmla="*/ 212626 w 279329"/>
                  <a:gd name="csY405" fmla="*/ 19934 h 23251"/>
                  <a:gd name="csX406" fmla="*/ 211579 w 279329"/>
                  <a:gd name="csY406" fmla="*/ 15985 h 23251"/>
                  <a:gd name="csX407" fmla="*/ 211548 w 279329"/>
                  <a:gd name="csY407" fmla="*/ 14753 h 23251"/>
                  <a:gd name="csX408" fmla="*/ 211579 w 279329"/>
                  <a:gd name="csY408" fmla="*/ 13458 h 23251"/>
                  <a:gd name="csX409" fmla="*/ 212626 w 279329"/>
                  <a:gd name="csY409" fmla="*/ 9541 h 23251"/>
                  <a:gd name="csX410" fmla="*/ 215322 w 279329"/>
                  <a:gd name="csY410" fmla="*/ 7045 h 23251"/>
                  <a:gd name="csX411" fmla="*/ 219349 w 279329"/>
                  <a:gd name="csY411" fmla="*/ 6192 h 23251"/>
                  <a:gd name="csX412" fmla="*/ 222806 w 279329"/>
                  <a:gd name="csY412" fmla="*/ 6761 h 23251"/>
                  <a:gd name="csX413" fmla="*/ 225153 w 279329"/>
                  <a:gd name="csY413" fmla="*/ 8182 h 23251"/>
                  <a:gd name="csX414" fmla="*/ 226516 w 279329"/>
                  <a:gd name="csY414" fmla="*/ 9983 h 23251"/>
                  <a:gd name="csX415" fmla="*/ 227024 w 279329"/>
                  <a:gd name="csY415" fmla="*/ 11657 h 23251"/>
                  <a:gd name="csX416" fmla="*/ 226802 w 279329"/>
                  <a:gd name="csY416" fmla="*/ 12226 h 23251"/>
                  <a:gd name="csX417" fmla="*/ 226262 w 279329"/>
                  <a:gd name="csY417" fmla="*/ 12416 h 23251"/>
                  <a:gd name="csX418" fmla="*/ 223472 w 279329"/>
                  <a:gd name="csY418" fmla="*/ 12416 h 23251"/>
                  <a:gd name="csX419" fmla="*/ 222964 w 279329"/>
                  <a:gd name="csY419" fmla="*/ 12258 h 23251"/>
                  <a:gd name="csX420" fmla="*/ 222647 w 279329"/>
                  <a:gd name="csY420" fmla="*/ 11784 h 23251"/>
                  <a:gd name="csX421" fmla="*/ 221379 w 279329"/>
                  <a:gd name="csY421" fmla="*/ 10015 h 23251"/>
                  <a:gd name="csX422" fmla="*/ 219412 w 279329"/>
                  <a:gd name="csY422" fmla="*/ 9478 h 23251"/>
                  <a:gd name="csX423" fmla="*/ 216875 w 279329"/>
                  <a:gd name="csY423" fmla="*/ 10488 h 23251"/>
                  <a:gd name="csX424" fmla="*/ 215892 w 279329"/>
                  <a:gd name="csY424" fmla="*/ 13616 h 23251"/>
                  <a:gd name="csX425" fmla="*/ 215892 w 279329"/>
                  <a:gd name="csY425" fmla="*/ 15827 h 23251"/>
                  <a:gd name="csX426" fmla="*/ 216875 w 279329"/>
                  <a:gd name="csY426" fmla="*/ 18987 h 23251"/>
                  <a:gd name="csX427" fmla="*/ 219412 w 279329"/>
                  <a:gd name="csY427" fmla="*/ 19966 h 23251"/>
                  <a:gd name="csX428" fmla="*/ 221410 w 279329"/>
                  <a:gd name="csY428" fmla="*/ 19460 h 23251"/>
                  <a:gd name="csX429" fmla="*/ 222647 w 279329"/>
                  <a:gd name="csY429" fmla="*/ 17660 h 23251"/>
                  <a:gd name="csX430" fmla="*/ 222964 w 279329"/>
                  <a:gd name="csY430" fmla="*/ 17186 h 23251"/>
                  <a:gd name="csX431" fmla="*/ 223472 w 279329"/>
                  <a:gd name="csY431" fmla="*/ 17028 h 23251"/>
                  <a:gd name="csX432" fmla="*/ 226262 w 279329"/>
                  <a:gd name="csY432" fmla="*/ 17028 h 23251"/>
                  <a:gd name="csX433" fmla="*/ 226802 w 279329"/>
                  <a:gd name="csY433" fmla="*/ 17249 h 23251"/>
                  <a:gd name="csX434" fmla="*/ 227024 w 279329"/>
                  <a:gd name="csY434" fmla="*/ 17786 h 23251"/>
                  <a:gd name="csX435" fmla="*/ 226706 w 279329"/>
                  <a:gd name="csY435" fmla="*/ 19081 h 23251"/>
                  <a:gd name="csX436" fmla="*/ 225850 w 279329"/>
                  <a:gd name="csY436" fmla="*/ 20535 h 23251"/>
                  <a:gd name="csX437" fmla="*/ 224391 w 279329"/>
                  <a:gd name="csY437" fmla="*/ 21893 h 23251"/>
                  <a:gd name="csX438" fmla="*/ 222235 w 279329"/>
                  <a:gd name="csY438" fmla="*/ 22872 h 23251"/>
                  <a:gd name="csX439" fmla="*/ 219349 w 279329"/>
                  <a:gd name="csY439" fmla="*/ 23252 h 23251"/>
                  <a:gd name="csX440" fmla="*/ 231124 w 279329"/>
                  <a:gd name="csY440" fmla="*/ 22936 h 23251"/>
                  <a:gd name="csX441" fmla="*/ 230584 w 279329"/>
                  <a:gd name="csY441" fmla="*/ 22714 h 23251"/>
                  <a:gd name="csX442" fmla="*/ 230362 w 279329"/>
                  <a:gd name="csY442" fmla="*/ 22177 h 23251"/>
                  <a:gd name="csX443" fmla="*/ 230362 w 279329"/>
                  <a:gd name="csY443" fmla="*/ 1264 h 23251"/>
                  <a:gd name="csX444" fmla="*/ 230584 w 279329"/>
                  <a:gd name="csY444" fmla="*/ 727 h 23251"/>
                  <a:gd name="csX445" fmla="*/ 231124 w 279329"/>
                  <a:gd name="csY445" fmla="*/ 505 h 23251"/>
                  <a:gd name="csX446" fmla="*/ 233946 w 279329"/>
                  <a:gd name="csY446" fmla="*/ 505 h 23251"/>
                  <a:gd name="csX447" fmla="*/ 234485 w 279329"/>
                  <a:gd name="csY447" fmla="*/ 727 h 23251"/>
                  <a:gd name="csX448" fmla="*/ 234707 w 279329"/>
                  <a:gd name="csY448" fmla="*/ 1264 h 23251"/>
                  <a:gd name="csX449" fmla="*/ 234707 w 279329"/>
                  <a:gd name="csY449" fmla="*/ 8467 h 23251"/>
                  <a:gd name="csX450" fmla="*/ 236800 w 279329"/>
                  <a:gd name="csY450" fmla="*/ 6824 h 23251"/>
                  <a:gd name="csX451" fmla="*/ 239845 w 279329"/>
                  <a:gd name="csY451" fmla="*/ 6192 h 23251"/>
                  <a:gd name="csX452" fmla="*/ 243206 w 279329"/>
                  <a:gd name="csY452" fmla="*/ 7077 h 23251"/>
                  <a:gd name="csX453" fmla="*/ 245458 w 279329"/>
                  <a:gd name="csY453" fmla="*/ 9509 h 23251"/>
                  <a:gd name="csX454" fmla="*/ 246251 w 279329"/>
                  <a:gd name="csY454" fmla="*/ 13300 h 23251"/>
                  <a:gd name="csX455" fmla="*/ 246251 w 279329"/>
                  <a:gd name="csY455" fmla="*/ 22177 h 23251"/>
                  <a:gd name="csX456" fmla="*/ 246029 w 279329"/>
                  <a:gd name="csY456" fmla="*/ 22714 h 23251"/>
                  <a:gd name="csX457" fmla="*/ 245490 w 279329"/>
                  <a:gd name="csY457" fmla="*/ 22936 h 23251"/>
                  <a:gd name="csX458" fmla="*/ 242635 w 279329"/>
                  <a:gd name="csY458" fmla="*/ 22936 h 23251"/>
                  <a:gd name="csX459" fmla="*/ 242096 w 279329"/>
                  <a:gd name="csY459" fmla="*/ 22714 h 23251"/>
                  <a:gd name="csX460" fmla="*/ 241874 w 279329"/>
                  <a:gd name="csY460" fmla="*/ 22177 h 23251"/>
                  <a:gd name="csX461" fmla="*/ 241874 w 279329"/>
                  <a:gd name="csY461" fmla="*/ 13490 h 23251"/>
                  <a:gd name="csX462" fmla="*/ 240955 w 279329"/>
                  <a:gd name="csY462" fmla="*/ 10615 h 23251"/>
                  <a:gd name="csX463" fmla="*/ 238354 w 279329"/>
                  <a:gd name="csY463" fmla="*/ 9572 h 23251"/>
                  <a:gd name="csX464" fmla="*/ 235690 w 279329"/>
                  <a:gd name="csY464" fmla="*/ 10615 h 23251"/>
                  <a:gd name="csX465" fmla="*/ 234707 w 279329"/>
                  <a:gd name="csY465" fmla="*/ 13490 h 23251"/>
                  <a:gd name="csX466" fmla="*/ 234707 w 279329"/>
                  <a:gd name="csY466" fmla="*/ 22177 h 23251"/>
                  <a:gd name="csX467" fmla="*/ 234485 w 279329"/>
                  <a:gd name="csY467" fmla="*/ 22714 h 23251"/>
                  <a:gd name="csX468" fmla="*/ 233946 w 279329"/>
                  <a:gd name="csY468" fmla="*/ 22936 h 23251"/>
                  <a:gd name="csX469" fmla="*/ 231124 w 279329"/>
                  <a:gd name="csY469" fmla="*/ 22936 h 23251"/>
                  <a:gd name="csX470" fmla="*/ 257380 w 279329"/>
                  <a:gd name="csY470" fmla="*/ 23252 h 23251"/>
                  <a:gd name="csX471" fmla="*/ 251798 w 279329"/>
                  <a:gd name="csY471" fmla="*/ 21230 h 23251"/>
                  <a:gd name="csX472" fmla="*/ 249578 w 279329"/>
                  <a:gd name="csY472" fmla="*/ 15480 h 23251"/>
                  <a:gd name="csX473" fmla="*/ 249547 w 279329"/>
                  <a:gd name="csY473" fmla="*/ 14690 h 23251"/>
                  <a:gd name="csX474" fmla="*/ 249578 w 279329"/>
                  <a:gd name="csY474" fmla="*/ 13900 h 23251"/>
                  <a:gd name="csX475" fmla="*/ 250656 w 279329"/>
                  <a:gd name="csY475" fmla="*/ 9793 h 23251"/>
                  <a:gd name="csX476" fmla="*/ 253352 w 279329"/>
                  <a:gd name="csY476" fmla="*/ 7140 h 23251"/>
                  <a:gd name="csX477" fmla="*/ 257380 w 279329"/>
                  <a:gd name="csY477" fmla="*/ 6192 h 23251"/>
                  <a:gd name="csX478" fmla="*/ 261693 w 279329"/>
                  <a:gd name="csY478" fmla="*/ 7266 h 23251"/>
                  <a:gd name="csX479" fmla="*/ 264325 w 279329"/>
                  <a:gd name="csY479" fmla="*/ 10204 h 23251"/>
                  <a:gd name="csX480" fmla="*/ 265213 w 279329"/>
                  <a:gd name="csY480" fmla="*/ 14532 h 23251"/>
                  <a:gd name="csX481" fmla="*/ 265213 w 279329"/>
                  <a:gd name="csY481" fmla="*/ 15196 h 23251"/>
                  <a:gd name="csX482" fmla="*/ 264991 w 279329"/>
                  <a:gd name="csY482" fmla="*/ 15733 h 23251"/>
                  <a:gd name="csX483" fmla="*/ 264420 w 279329"/>
                  <a:gd name="csY483" fmla="*/ 15954 h 23251"/>
                  <a:gd name="csX484" fmla="*/ 253891 w 279329"/>
                  <a:gd name="csY484" fmla="*/ 15954 h 23251"/>
                  <a:gd name="csX485" fmla="*/ 253891 w 279329"/>
                  <a:gd name="csY485" fmla="*/ 16049 h 23251"/>
                  <a:gd name="csX486" fmla="*/ 253891 w 279329"/>
                  <a:gd name="csY486" fmla="*/ 16207 h 23251"/>
                  <a:gd name="csX487" fmla="*/ 254303 w 279329"/>
                  <a:gd name="csY487" fmla="*/ 18260 h 23251"/>
                  <a:gd name="csX488" fmla="*/ 255477 w 279329"/>
                  <a:gd name="csY488" fmla="*/ 19745 h 23251"/>
                  <a:gd name="csX489" fmla="*/ 257348 w 279329"/>
                  <a:gd name="csY489" fmla="*/ 20314 h 23251"/>
                  <a:gd name="csX490" fmla="*/ 258838 w 279329"/>
                  <a:gd name="csY490" fmla="*/ 20061 h 23251"/>
                  <a:gd name="csX491" fmla="*/ 259821 w 279329"/>
                  <a:gd name="csY491" fmla="*/ 19429 h 23251"/>
                  <a:gd name="csX492" fmla="*/ 260361 w 279329"/>
                  <a:gd name="csY492" fmla="*/ 18860 h 23251"/>
                  <a:gd name="csX493" fmla="*/ 260805 w 279329"/>
                  <a:gd name="csY493" fmla="*/ 18418 h 23251"/>
                  <a:gd name="csX494" fmla="*/ 261344 w 279329"/>
                  <a:gd name="csY494" fmla="*/ 18323 h 23251"/>
                  <a:gd name="csX495" fmla="*/ 264071 w 279329"/>
                  <a:gd name="csY495" fmla="*/ 18323 h 23251"/>
                  <a:gd name="csX496" fmla="*/ 264578 w 279329"/>
                  <a:gd name="csY496" fmla="*/ 18513 h 23251"/>
                  <a:gd name="csX497" fmla="*/ 264769 w 279329"/>
                  <a:gd name="csY497" fmla="*/ 18987 h 23251"/>
                  <a:gd name="csX498" fmla="*/ 264230 w 279329"/>
                  <a:gd name="csY498" fmla="*/ 20219 h 23251"/>
                  <a:gd name="csX499" fmla="*/ 262834 w 279329"/>
                  <a:gd name="csY499" fmla="*/ 21640 h 23251"/>
                  <a:gd name="csX500" fmla="*/ 260519 w 279329"/>
                  <a:gd name="csY500" fmla="*/ 22809 h 23251"/>
                  <a:gd name="csX501" fmla="*/ 257380 w 279329"/>
                  <a:gd name="csY501" fmla="*/ 23252 h 23251"/>
                  <a:gd name="csX502" fmla="*/ 253891 w 279329"/>
                  <a:gd name="csY502" fmla="*/ 13300 h 23251"/>
                  <a:gd name="csX503" fmla="*/ 260900 w 279329"/>
                  <a:gd name="csY503" fmla="*/ 13300 h 23251"/>
                  <a:gd name="csX504" fmla="*/ 260900 w 279329"/>
                  <a:gd name="csY504" fmla="*/ 13205 h 23251"/>
                  <a:gd name="csX505" fmla="*/ 260487 w 279329"/>
                  <a:gd name="csY505" fmla="*/ 11057 h 23251"/>
                  <a:gd name="csX506" fmla="*/ 259282 w 279329"/>
                  <a:gd name="csY506" fmla="*/ 9604 h 23251"/>
                  <a:gd name="csX507" fmla="*/ 257380 w 279329"/>
                  <a:gd name="csY507" fmla="*/ 9067 h 23251"/>
                  <a:gd name="csX508" fmla="*/ 255477 w 279329"/>
                  <a:gd name="csY508" fmla="*/ 9604 h 23251"/>
                  <a:gd name="csX509" fmla="*/ 254272 w 279329"/>
                  <a:gd name="csY509" fmla="*/ 11057 h 23251"/>
                  <a:gd name="csX510" fmla="*/ 253891 w 279329"/>
                  <a:gd name="csY510" fmla="*/ 13205 h 23251"/>
                  <a:gd name="csX511" fmla="*/ 253891 w 279329"/>
                  <a:gd name="csY511" fmla="*/ 13300 h 23251"/>
                  <a:gd name="csX512" fmla="*/ 269340 w 279329"/>
                  <a:gd name="csY512" fmla="*/ 22936 h 23251"/>
                  <a:gd name="csX513" fmla="*/ 268801 w 279329"/>
                  <a:gd name="csY513" fmla="*/ 22714 h 23251"/>
                  <a:gd name="csX514" fmla="*/ 268579 w 279329"/>
                  <a:gd name="csY514" fmla="*/ 22177 h 23251"/>
                  <a:gd name="csX515" fmla="*/ 268579 w 279329"/>
                  <a:gd name="csY515" fmla="*/ 7298 h 23251"/>
                  <a:gd name="csX516" fmla="*/ 268801 w 279329"/>
                  <a:gd name="csY516" fmla="*/ 6729 h 23251"/>
                  <a:gd name="csX517" fmla="*/ 269340 w 279329"/>
                  <a:gd name="csY517" fmla="*/ 6508 h 23251"/>
                  <a:gd name="csX518" fmla="*/ 271909 w 279329"/>
                  <a:gd name="csY518" fmla="*/ 6508 h 23251"/>
                  <a:gd name="csX519" fmla="*/ 272448 w 279329"/>
                  <a:gd name="csY519" fmla="*/ 6729 h 23251"/>
                  <a:gd name="csX520" fmla="*/ 272701 w 279329"/>
                  <a:gd name="csY520" fmla="*/ 7298 h 23251"/>
                  <a:gd name="csX521" fmla="*/ 272701 w 279329"/>
                  <a:gd name="csY521" fmla="*/ 8593 h 23251"/>
                  <a:gd name="csX522" fmla="*/ 274572 w 279329"/>
                  <a:gd name="csY522" fmla="*/ 7045 h 23251"/>
                  <a:gd name="csX523" fmla="*/ 277268 w 279329"/>
                  <a:gd name="csY523" fmla="*/ 6508 h 23251"/>
                  <a:gd name="csX524" fmla="*/ 278568 w 279329"/>
                  <a:gd name="csY524" fmla="*/ 6508 h 23251"/>
                  <a:gd name="csX525" fmla="*/ 279107 w 279329"/>
                  <a:gd name="csY525" fmla="*/ 6729 h 23251"/>
                  <a:gd name="csX526" fmla="*/ 279329 w 279329"/>
                  <a:gd name="csY526" fmla="*/ 7266 h 23251"/>
                  <a:gd name="csX527" fmla="*/ 279329 w 279329"/>
                  <a:gd name="csY527" fmla="*/ 9541 h 23251"/>
                  <a:gd name="csX528" fmla="*/ 279107 w 279329"/>
                  <a:gd name="csY528" fmla="*/ 10078 h 23251"/>
                  <a:gd name="csX529" fmla="*/ 278568 w 279329"/>
                  <a:gd name="csY529" fmla="*/ 10299 h 23251"/>
                  <a:gd name="csX530" fmla="*/ 276095 w 279329"/>
                  <a:gd name="csY530" fmla="*/ 10299 h 23251"/>
                  <a:gd name="csX531" fmla="*/ 273716 w 279329"/>
                  <a:gd name="csY531" fmla="*/ 11152 h 23251"/>
                  <a:gd name="csX532" fmla="*/ 272892 w 279329"/>
                  <a:gd name="csY532" fmla="*/ 13490 h 23251"/>
                  <a:gd name="csX533" fmla="*/ 272892 w 279329"/>
                  <a:gd name="csY533" fmla="*/ 22177 h 23251"/>
                  <a:gd name="csX534" fmla="*/ 272670 w 279329"/>
                  <a:gd name="csY534" fmla="*/ 22714 h 23251"/>
                  <a:gd name="csX535" fmla="*/ 272099 w 279329"/>
                  <a:gd name="csY535" fmla="*/ 22936 h 23251"/>
                  <a:gd name="csX536" fmla="*/ 269340 w 279329"/>
                  <a:gd name="csY536"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Lst>
                <a:rect l="l" t="t" r="r" b="b"/>
                <a:pathLst>
                  <a:path w="279329" h="23251">
                    <a:moveTo>
                      <a:pt x="9355" y="23252"/>
                    </a:moveTo>
                    <a:cubicBezTo>
                      <a:pt x="7389" y="23252"/>
                      <a:pt x="5720" y="22915"/>
                      <a:pt x="4345" y="22241"/>
                    </a:cubicBezTo>
                    <a:cubicBezTo>
                      <a:pt x="2992" y="21546"/>
                      <a:pt x="1955" y="20566"/>
                      <a:pt x="1237" y="19303"/>
                    </a:cubicBezTo>
                    <a:cubicBezTo>
                      <a:pt x="519" y="18019"/>
                      <a:pt x="116" y="16480"/>
                      <a:pt x="32" y="14690"/>
                    </a:cubicBezTo>
                    <a:cubicBezTo>
                      <a:pt x="11" y="13826"/>
                      <a:pt x="0" y="12901"/>
                      <a:pt x="0" y="11910"/>
                    </a:cubicBezTo>
                    <a:cubicBezTo>
                      <a:pt x="0" y="10919"/>
                      <a:pt x="11" y="9972"/>
                      <a:pt x="32" y="9067"/>
                    </a:cubicBezTo>
                    <a:cubicBezTo>
                      <a:pt x="116" y="7298"/>
                      <a:pt x="519" y="5770"/>
                      <a:pt x="1237" y="4486"/>
                    </a:cubicBezTo>
                    <a:cubicBezTo>
                      <a:pt x="1978" y="3202"/>
                      <a:pt x="3024" y="2223"/>
                      <a:pt x="4376" y="1548"/>
                    </a:cubicBezTo>
                    <a:cubicBezTo>
                      <a:pt x="5751" y="853"/>
                      <a:pt x="7409" y="505"/>
                      <a:pt x="9355" y="505"/>
                    </a:cubicBezTo>
                    <a:cubicBezTo>
                      <a:pt x="10794" y="505"/>
                      <a:pt x="12083" y="695"/>
                      <a:pt x="13224" y="1074"/>
                    </a:cubicBezTo>
                    <a:cubicBezTo>
                      <a:pt x="14366" y="1453"/>
                      <a:pt x="15338" y="1979"/>
                      <a:pt x="16142" y="2654"/>
                    </a:cubicBezTo>
                    <a:cubicBezTo>
                      <a:pt x="16946" y="3306"/>
                      <a:pt x="17569" y="4075"/>
                      <a:pt x="18013" y="4960"/>
                    </a:cubicBezTo>
                    <a:cubicBezTo>
                      <a:pt x="18457" y="5844"/>
                      <a:pt x="18690" y="6804"/>
                      <a:pt x="18711" y="7835"/>
                    </a:cubicBezTo>
                    <a:cubicBezTo>
                      <a:pt x="18731" y="8024"/>
                      <a:pt x="18668" y="8182"/>
                      <a:pt x="18520" y="8309"/>
                    </a:cubicBezTo>
                    <a:cubicBezTo>
                      <a:pt x="18393" y="8435"/>
                      <a:pt x="18235" y="8498"/>
                      <a:pt x="18045" y="8498"/>
                    </a:cubicBezTo>
                    <a:lnTo>
                      <a:pt x="15032" y="8498"/>
                    </a:lnTo>
                    <a:cubicBezTo>
                      <a:pt x="14799" y="8498"/>
                      <a:pt x="14608" y="8446"/>
                      <a:pt x="14461" y="8340"/>
                    </a:cubicBezTo>
                    <a:cubicBezTo>
                      <a:pt x="14314" y="8214"/>
                      <a:pt x="14207" y="8013"/>
                      <a:pt x="14144" y="7740"/>
                    </a:cubicBezTo>
                    <a:cubicBezTo>
                      <a:pt x="13806" y="6350"/>
                      <a:pt x="13224" y="5402"/>
                      <a:pt x="12400" y="4897"/>
                    </a:cubicBezTo>
                    <a:cubicBezTo>
                      <a:pt x="11575" y="4391"/>
                      <a:pt x="10549" y="4139"/>
                      <a:pt x="9324" y="4139"/>
                    </a:cubicBezTo>
                    <a:cubicBezTo>
                      <a:pt x="7908" y="4139"/>
                      <a:pt x="6775" y="4538"/>
                      <a:pt x="5930" y="5339"/>
                    </a:cubicBezTo>
                    <a:cubicBezTo>
                      <a:pt x="5085" y="6118"/>
                      <a:pt x="4630" y="7413"/>
                      <a:pt x="4567" y="9225"/>
                    </a:cubicBezTo>
                    <a:cubicBezTo>
                      <a:pt x="4503" y="10951"/>
                      <a:pt x="4503" y="12720"/>
                      <a:pt x="4567" y="14532"/>
                    </a:cubicBezTo>
                    <a:cubicBezTo>
                      <a:pt x="4630" y="16344"/>
                      <a:pt x="5085" y="17649"/>
                      <a:pt x="5930" y="18450"/>
                    </a:cubicBezTo>
                    <a:cubicBezTo>
                      <a:pt x="6775" y="19228"/>
                      <a:pt x="7908" y="19618"/>
                      <a:pt x="9324" y="19618"/>
                    </a:cubicBezTo>
                    <a:cubicBezTo>
                      <a:pt x="10549" y="19618"/>
                      <a:pt x="11575" y="19366"/>
                      <a:pt x="12400" y="18860"/>
                    </a:cubicBezTo>
                    <a:cubicBezTo>
                      <a:pt x="13224" y="18334"/>
                      <a:pt x="13806" y="17387"/>
                      <a:pt x="14144" y="16017"/>
                    </a:cubicBezTo>
                    <a:cubicBezTo>
                      <a:pt x="14207" y="15721"/>
                      <a:pt x="14314" y="15523"/>
                      <a:pt x="14461" y="15417"/>
                    </a:cubicBezTo>
                    <a:cubicBezTo>
                      <a:pt x="14608" y="15311"/>
                      <a:pt x="14799" y="15259"/>
                      <a:pt x="15032" y="15259"/>
                    </a:cubicBezTo>
                    <a:lnTo>
                      <a:pt x="18045" y="15259"/>
                    </a:lnTo>
                    <a:cubicBezTo>
                      <a:pt x="18235" y="15259"/>
                      <a:pt x="18393" y="15322"/>
                      <a:pt x="18520" y="15448"/>
                    </a:cubicBezTo>
                    <a:cubicBezTo>
                      <a:pt x="18668" y="15575"/>
                      <a:pt x="18731" y="15733"/>
                      <a:pt x="18711" y="15922"/>
                    </a:cubicBezTo>
                    <a:cubicBezTo>
                      <a:pt x="18690" y="16953"/>
                      <a:pt x="18457" y="17912"/>
                      <a:pt x="18013" y="18797"/>
                    </a:cubicBezTo>
                    <a:cubicBezTo>
                      <a:pt x="17569" y="19682"/>
                      <a:pt x="16946" y="20460"/>
                      <a:pt x="16142" y="21135"/>
                    </a:cubicBezTo>
                    <a:cubicBezTo>
                      <a:pt x="15338" y="21787"/>
                      <a:pt x="14366" y="22304"/>
                      <a:pt x="13224" y="22683"/>
                    </a:cubicBezTo>
                    <a:cubicBezTo>
                      <a:pt x="12083" y="23062"/>
                      <a:pt x="10794" y="23252"/>
                      <a:pt x="9355" y="23252"/>
                    </a:cubicBezTo>
                    <a:close/>
                    <a:moveTo>
                      <a:pt x="28211" y="23252"/>
                    </a:moveTo>
                    <a:cubicBezTo>
                      <a:pt x="26922" y="23252"/>
                      <a:pt x="25801" y="22967"/>
                      <a:pt x="24849" y="22399"/>
                    </a:cubicBezTo>
                    <a:cubicBezTo>
                      <a:pt x="23921" y="21810"/>
                      <a:pt x="23200" y="20988"/>
                      <a:pt x="22693" y="19934"/>
                    </a:cubicBezTo>
                    <a:cubicBezTo>
                      <a:pt x="22185" y="18860"/>
                      <a:pt x="21932" y="17597"/>
                      <a:pt x="21932" y="16143"/>
                    </a:cubicBezTo>
                    <a:lnTo>
                      <a:pt x="21932" y="7266"/>
                    </a:lnTo>
                    <a:cubicBezTo>
                      <a:pt x="21932" y="7056"/>
                      <a:pt x="22006" y="6876"/>
                      <a:pt x="22154" y="6729"/>
                    </a:cubicBezTo>
                    <a:cubicBezTo>
                      <a:pt x="22303" y="6582"/>
                      <a:pt x="22482" y="6508"/>
                      <a:pt x="22693" y="6508"/>
                    </a:cubicBezTo>
                    <a:lnTo>
                      <a:pt x="25484" y="6508"/>
                    </a:lnTo>
                    <a:cubicBezTo>
                      <a:pt x="25717" y="6508"/>
                      <a:pt x="25896" y="6582"/>
                      <a:pt x="26023" y="6729"/>
                    </a:cubicBezTo>
                    <a:cubicBezTo>
                      <a:pt x="26172" y="6876"/>
                      <a:pt x="26245" y="7056"/>
                      <a:pt x="26245" y="7266"/>
                    </a:cubicBezTo>
                    <a:lnTo>
                      <a:pt x="26245" y="15954"/>
                    </a:lnTo>
                    <a:cubicBezTo>
                      <a:pt x="26245" y="18565"/>
                      <a:pt x="27398" y="19871"/>
                      <a:pt x="29701" y="19871"/>
                    </a:cubicBezTo>
                    <a:cubicBezTo>
                      <a:pt x="30802" y="19871"/>
                      <a:pt x="31668" y="19524"/>
                      <a:pt x="32302" y="18829"/>
                    </a:cubicBezTo>
                    <a:cubicBezTo>
                      <a:pt x="32959" y="18134"/>
                      <a:pt x="33285" y="17175"/>
                      <a:pt x="33285" y="15954"/>
                    </a:cubicBezTo>
                    <a:lnTo>
                      <a:pt x="33285" y="7266"/>
                    </a:lnTo>
                    <a:cubicBezTo>
                      <a:pt x="33285" y="7056"/>
                      <a:pt x="33360" y="6876"/>
                      <a:pt x="33507" y="6729"/>
                    </a:cubicBezTo>
                    <a:cubicBezTo>
                      <a:pt x="33656" y="6582"/>
                      <a:pt x="33835" y="6508"/>
                      <a:pt x="34046" y="6508"/>
                    </a:cubicBezTo>
                    <a:lnTo>
                      <a:pt x="36837" y="6508"/>
                    </a:lnTo>
                    <a:cubicBezTo>
                      <a:pt x="37050" y="6508"/>
                      <a:pt x="37229" y="6582"/>
                      <a:pt x="37376" y="6729"/>
                    </a:cubicBezTo>
                    <a:cubicBezTo>
                      <a:pt x="37525" y="6876"/>
                      <a:pt x="37598" y="7056"/>
                      <a:pt x="37598" y="7266"/>
                    </a:cubicBezTo>
                    <a:lnTo>
                      <a:pt x="37598" y="22177"/>
                    </a:lnTo>
                    <a:cubicBezTo>
                      <a:pt x="37598" y="22387"/>
                      <a:pt x="37525" y="22568"/>
                      <a:pt x="37376" y="22714"/>
                    </a:cubicBezTo>
                    <a:cubicBezTo>
                      <a:pt x="37229" y="22861"/>
                      <a:pt x="37050" y="22936"/>
                      <a:pt x="36837" y="22936"/>
                    </a:cubicBezTo>
                    <a:lnTo>
                      <a:pt x="34268" y="22936"/>
                    </a:lnTo>
                    <a:cubicBezTo>
                      <a:pt x="34037" y="22936"/>
                      <a:pt x="33847" y="22861"/>
                      <a:pt x="33697" y="22714"/>
                    </a:cubicBezTo>
                    <a:cubicBezTo>
                      <a:pt x="33570" y="22568"/>
                      <a:pt x="33507" y="22387"/>
                      <a:pt x="33507" y="22177"/>
                    </a:cubicBezTo>
                    <a:lnTo>
                      <a:pt x="33507" y="20882"/>
                    </a:lnTo>
                    <a:cubicBezTo>
                      <a:pt x="32936" y="21620"/>
                      <a:pt x="32229" y="22198"/>
                      <a:pt x="31382" y="22620"/>
                    </a:cubicBezTo>
                    <a:cubicBezTo>
                      <a:pt x="30537" y="23042"/>
                      <a:pt x="29479" y="23252"/>
                      <a:pt x="28211" y="23252"/>
                    </a:cubicBezTo>
                    <a:close/>
                    <a:moveTo>
                      <a:pt x="48036" y="23252"/>
                    </a:moveTo>
                    <a:cubicBezTo>
                      <a:pt x="46767" y="23252"/>
                      <a:pt x="45678" y="23105"/>
                      <a:pt x="44770" y="22809"/>
                    </a:cubicBezTo>
                    <a:cubicBezTo>
                      <a:pt x="43882" y="22514"/>
                      <a:pt x="43152" y="22146"/>
                      <a:pt x="42581" y="21704"/>
                    </a:cubicBezTo>
                    <a:cubicBezTo>
                      <a:pt x="42011" y="21261"/>
                      <a:pt x="41587" y="20819"/>
                      <a:pt x="41313" y="20377"/>
                    </a:cubicBezTo>
                    <a:cubicBezTo>
                      <a:pt x="41036" y="19934"/>
                      <a:pt x="40889" y="19567"/>
                      <a:pt x="40869" y="19271"/>
                    </a:cubicBezTo>
                    <a:cubicBezTo>
                      <a:pt x="40846" y="19039"/>
                      <a:pt x="40910" y="18860"/>
                      <a:pt x="41059" y="18734"/>
                    </a:cubicBezTo>
                    <a:cubicBezTo>
                      <a:pt x="41227" y="18587"/>
                      <a:pt x="41408" y="18513"/>
                      <a:pt x="41598" y="18513"/>
                    </a:cubicBezTo>
                    <a:lnTo>
                      <a:pt x="44104" y="18513"/>
                    </a:lnTo>
                    <a:cubicBezTo>
                      <a:pt x="44187" y="18513"/>
                      <a:pt x="44262" y="18524"/>
                      <a:pt x="44326" y="18544"/>
                    </a:cubicBezTo>
                    <a:cubicBezTo>
                      <a:pt x="44389" y="18565"/>
                      <a:pt x="44473" y="18628"/>
                      <a:pt x="44579" y="18734"/>
                    </a:cubicBezTo>
                    <a:cubicBezTo>
                      <a:pt x="44853" y="18966"/>
                      <a:pt x="45139" y="19208"/>
                      <a:pt x="45436" y="19460"/>
                    </a:cubicBezTo>
                    <a:cubicBezTo>
                      <a:pt x="45753" y="19713"/>
                      <a:pt x="46122" y="19934"/>
                      <a:pt x="46545" y="20124"/>
                    </a:cubicBezTo>
                    <a:cubicBezTo>
                      <a:pt x="46967" y="20293"/>
                      <a:pt x="47497" y="20377"/>
                      <a:pt x="48131" y="20377"/>
                    </a:cubicBezTo>
                    <a:cubicBezTo>
                      <a:pt x="48956" y="20377"/>
                      <a:pt x="49642" y="20219"/>
                      <a:pt x="50192" y="19903"/>
                    </a:cubicBezTo>
                    <a:cubicBezTo>
                      <a:pt x="50763" y="19567"/>
                      <a:pt x="51049" y="19093"/>
                      <a:pt x="51049" y="18481"/>
                    </a:cubicBezTo>
                    <a:cubicBezTo>
                      <a:pt x="51049" y="18039"/>
                      <a:pt x="50922" y="17680"/>
                      <a:pt x="50668" y="17407"/>
                    </a:cubicBezTo>
                    <a:cubicBezTo>
                      <a:pt x="50435" y="17134"/>
                      <a:pt x="49991" y="16890"/>
                      <a:pt x="49336" y="16680"/>
                    </a:cubicBezTo>
                    <a:cubicBezTo>
                      <a:pt x="48679" y="16448"/>
                      <a:pt x="47751" y="16207"/>
                      <a:pt x="46545" y="15954"/>
                    </a:cubicBezTo>
                    <a:cubicBezTo>
                      <a:pt x="45361" y="15681"/>
                      <a:pt x="44378" y="15333"/>
                      <a:pt x="43596" y="14911"/>
                    </a:cubicBezTo>
                    <a:cubicBezTo>
                      <a:pt x="42812" y="14489"/>
                      <a:pt x="42233" y="13964"/>
                      <a:pt x="41852" y="13332"/>
                    </a:cubicBezTo>
                    <a:cubicBezTo>
                      <a:pt x="41471" y="12700"/>
                      <a:pt x="41281" y="11962"/>
                      <a:pt x="41281" y="11120"/>
                    </a:cubicBezTo>
                    <a:cubicBezTo>
                      <a:pt x="41281" y="10299"/>
                      <a:pt x="41523" y="9520"/>
                      <a:pt x="42011" y="8782"/>
                    </a:cubicBezTo>
                    <a:cubicBezTo>
                      <a:pt x="42518" y="8024"/>
                      <a:pt x="43256" y="7404"/>
                      <a:pt x="44230" y="6919"/>
                    </a:cubicBezTo>
                    <a:cubicBezTo>
                      <a:pt x="45223" y="6433"/>
                      <a:pt x="46450" y="6192"/>
                      <a:pt x="47909" y="6192"/>
                    </a:cubicBezTo>
                    <a:cubicBezTo>
                      <a:pt x="49051" y="6192"/>
                      <a:pt x="50043" y="6339"/>
                      <a:pt x="50890" y="6634"/>
                    </a:cubicBezTo>
                    <a:cubicBezTo>
                      <a:pt x="51735" y="6907"/>
                      <a:pt x="52433" y="7255"/>
                      <a:pt x="52983" y="7677"/>
                    </a:cubicBezTo>
                    <a:cubicBezTo>
                      <a:pt x="53554" y="8099"/>
                      <a:pt x="53987" y="8530"/>
                      <a:pt x="54283" y="8972"/>
                    </a:cubicBezTo>
                    <a:cubicBezTo>
                      <a:pt x="54578" y="9394"/>
                      <a:pt x="54736" y="9762"/>
                      <a:pt x="54759" y="10078"/>
                    </a:cubicBezTo>
                    <a:cubicBezTo>
                      <a:pt x="54779" y="10310"/>
                      <a:pt x="54716" y="10500"/>
                      <a:pt x="54569" y="10646"/>
                    </a:cubicBezTo>
                    <a:cubicBezTo>
                      <a:pt x="54419" y="10773"/>
                      <a:pt x="54252" y="10836"/>
                      <a:pt x="54061" y="10836"/>
                    </a:cubicBezTo>
                    <a:lnTo>
                      <a:pt x="51715" y="10836"/>
                    </a:lnTo>
                    <a:cubicBezTo>
                      <a:pt x="51608" y="10836"/>
                      <a:pt x="51513" y="10816"/>
                      <a:pt x="51429" y="10773"/>
                    </a:cubicBezTo>
                    <a:cubicBezTo>
                      <a:pt x="51343" y="10730"/>
                      <a:pt x="51259" y="10678"/>
                      <a:pt x="51176" y="10615"/>
                    </a:cubicBezTo>
                    <a:cubicBezTo>
                      <a:pt x="50942" y="10405"/>
                      <a:pt x="50689" y="10184"/>
                      <a:pt x="50414" y="9951"/>
                    </a:cubicBezTo>
                    <a:cubicBezTo>
                      <a:pt x="50138" y="9719"/>
                      <a:pt x="49801" y="9520"/>
                      <a:pt x="49400" y="9351"/>
                    </a:cubicBezTo>
                    <a:cubicBezTo>
                      <a:pt x="49019" y="9162"/>
                      <a:pt x="48512" y="9067"/>
                      <a:pt x="47877" y="9067"/>
                    </a:cubicBezTo>
                    <a:cubicBezTo>
                      <a:pt x="47073" y="9067"/>
                      <a:pt x="46459" y="9245"/>
                      <a:pt x="46038" y="9604"/>
                    </a:cubicBezTo>
                    <a:cubicBezTo>
                      <a:pt x="45614" y="9940"/>
                      <a:pt x="45404" y="10373"/>
                      <a:pt x="45404" y="10899"/>
                    </a:cubicBezTo>
                    <a:cubicBezTo>
                      <a:pt x="45404" y="11258"/>
                      <a:pt x="45499" y="11574"/>
                      <a:pt x="45689" y="11847"/>
                    </a:cubicBezTo>
                    <a:cubicBezTo>
                      <a:pt x="45900" y="12100"/>
                      <a:pt x="46312" y="12341"/>
                      <a:pt x="46926" y="12573"/>
                    </a:cubicBezTo>
                    <a:cubicBezTo>
                      <a:pt x="47538" y="12806"/>
                      <a:pt x="48469" y="13047"/>
                      <a:pt x="49717" y="13300"/>
                    </a:cubicBezTo>
                    <a:cubicBezTo>
                      <a:pt x="51133" y="13553"/>
                      <a:pt x="52254" y="13932"/>
                      <a:pt x="53078" y="14437"/>
                    </a:cubicBezTo>
                    <a:cubicBezTo>
                      <a:pt x="53923" y="14923"/>
                      <a:pt x="54514" y="15491"/>
                      <a:pt x="54854" y="16143"/>
                    </a:cubicBezTo>
                    <a:cubicBezTo>
                      <a:pt x="55212" y="16775"/>
                      <a:pt x="55393" y="17482"/>
                      <a:pt x="55393" y="18260"/>
                    </a:cubicBezTo>
                    <a:cubicBezTo>
                      <a:pt x="55393" y="19208"/>
                      <a:pt x="55108" y="20061"/>
                      <a:pt x="54537" y="20819"/>
                    </a:cubicBezTo>
                    <a:cubicBezTo>
                      <a:pt x="53987" y="21577"/>
                      <a:pt x="53162" y="22177"/>
                      <a:pt x="52064" y="22620"/>
                    </a:cubicBezTo>
                    <a:cubicBezTo>
                      <a:pt x="50985" y="23042"/>
                      <a:pt x="49642" y="23252"/>
                      <a:pt x="48036" y="23252"/>
                    </a:cubicBezTo>
                    <a:close/>
                    <a:moveTo>
                      <a:pt x="66056" y="22936"/>
                    </a:moveTo>
                    <a:cubicBezTo>
                      <a:pt x="64787" y="22936"/>
                      <a:pt x="63720" y="22714"/>
                      <a:pt x="62853" y="22272"/>
                    </a:cubicBezTo>
                    <a:cubicBezTo>
                      <a:pt x="61987" y="21830"/>
                      <a:pt x="61342" y="21178"/>
                      <a:pt x="60918" y="20314"/>
                    </a:cubicBezTo>
                    <a:cubicBezTo>
                      <a:pt x="60497" y="19429"/>
                      <a:pt x="60284" y="18334"/>
                      <a:pt x="60284" y="17028"/>
                    </a:cubicBezTo>
                    <a:lnTo>
                      <a:pt x="60284" y="9857"/>
                    </a:lnTo>
                    <a:lnTo>
                      <a:pt x="57779" y="9857"/>
                    </a:lnTo>
                    <a:cubicBezTo>
                      <a:pt x="57568" y="9857"/>
                      <a:pt x="57389" y="9782"/>
                      <a:pt x="57240" y="9635"/>
                    </a:cubicBezTo>
                    <a:cubicBezTo>
                      <a:pt x="57092" y="9489"/>
                      <a:pt x="57018" y="9308"/>
                      <a:pt x="57018" y="9098"/>
                    </a:cubicBezTo>
                    <a:lnTo>
                      <a:pt x="57018" y="7266"/>
                    </a:lnTo>
                    <a:cubicBezTo>
                      <a:pt x="57018" y="7056"/>
                      <a:pt x="57092" y="6876"/>
                      <a:pt x="57240" y="6729"/>
                    </a:cubicBezTo>
                    <a:cubicBezTo>
                      <a:pt x="57389" y="6582"/>
                      <a:pt x="57568" y="6508"/>
                      <a:pt x="57779" y="6508"/>
                    </a:cubicBezTo>
                    <a:lnTo>
                      <a:pt x="60284" y="6508"/>
                    </a:lnTo>
                    <a:lnTo>
                      <a:pt x="60284" y="1264"/>
                    </a:lnTo>
                    <a:cubicBezTo>
                      <a:pt x="60284" y="1054"/>
                      <a:pt x="60347" y="873"/>
                      <a:pt x="60474" y="727"/>
                    </a:cubicBezTo>
                    <a:cubicBezTo>
                      <a:pt x="60624" y="580"/>
                      <a:pt x="60814" y="505"/>
                      <a:pt x="61045" y="505"/>
                    </a:cubicBezTo>
                    <a:lnTo>
                      <a:pt x="63614" y="505"/>
                    </a:lnTo>
                    <a:cubicBezTo>
                      <a:pt x="63827" y="505"/>
                      <a:pt x="64006" y="580"/>
                      <a:pt x="64153" y="727"/>
                    </a:cubicBezTo>
                    <a:cubicBezTo>
                      <a:pt x="64302" y="873"/>
                      <a:pt x="64375" y="1054"/>
                      <a:pt x="64375" y="1264"/>
                    </a:cubicBezTo>
                    <a:lnTo>
                      <a:pt x="64375" y="6508"/>
                    </a:lnTo>
                    <a:lnTo>
                      <a:pt x="68339" y="6508"/>
                    </a:lnTo>
                    <a:cubicBezTo>
                      <a:pt x="68552" y="6508"/>
                      <a:pt x="68731" y="6582"/>
                      <a:pt x="68878" y="6729"/>
                    </a:cubicBezTo>
                    <a:cubicBezTo>
                      <a:pt x="69028" y="6876"/>
                      <a:pt x="69100" y="7056"/>
                      <a:pt x="69100" y="7266"/>
                    </a:cubicBezTo>
                    <a:lnTo>
                      <a:pt x="69100" y="9098"/>
                    </a:lnTo>
                    <a:cubicBezTo>
                      <a:pt x="69100" y="9308"/>
                      <a:pt x="69028" y="9489"/>
                      <a:pt x="68878" y="9635"/>
                    </a:cubicBezTo>
                    <a:cubicBezTo>
                      <a:pt x="68731" y="9782"/>
                      <a:pt x="68552" y="9857"/>
                      <a:pt x="68339" y="9857"/>
                    </a:cubicBezTo>
                    <a:lnTo>
                      <a:pt x="64375" y="9857"/>
                    </a:lnTo>
                    <a:lnTo>
                      <a:pt x="64375" y="16712"/>
                    </a:lnTo>
                    <a:cubicBezTo>
                      <a:pt x="64375" y="17576"/>
                      <a:pt x="64524" y="18249"/>
                      <a:pt x="64819" y="18734"/>
                    </a:cubicBezTo>
                    <a:cubicBezTo>
                      <a:pt x="65136" y="19219"/>
                      <a:pt x="65675" y="19460"/>
                      <a:pt x="66436" y="19460"/>
                    </a:cubicBezTo>
                    <a:lnTo>
                      <a:pt x="68624" y="19460"/>
                    </a:lnTo>
                    <a:cubicBezTo>
                      <a:pt x="68837" y="19460"/>
                      <a:pt x="69016" y="19535"/>
                      <a:pt x="69164" y="19682"/>
                    </a:cubicBezTo>
                    <a:cubicBezTo>
                      <a:pt x="69313" y="19828"/>
                      <a:pt x="69386" y="20009"/>
                      <a:pt x="69386" y="20219"/>
                    </a:cubicBezTo>
                    <a:lnTo>
                      <a:pt x="69386" y="22177"/>
                    </a:lnTo>
                    <a:cubicBezTo>
                      <a:pt x="69386" y="22387"/>
                      <a:pt x="69313" y="22568"/>
                      <a:pt x="69164" y="22714"/>
                    </a:cubicBezTo>
                    <a:cubicBezTo>
                      <a:pt x="69016" y="22861"/>
                      <a:pt x="68837" y="22936"/>
                      <a:pt x="68624" y="22936"/>
                    </a:cubicBezTo>
                    <a:lnTo>
                      <a:pt x="66056" y="22936"/>
                    </a:lnTo>
                    <a:close/>
                    <a:moveTo>
                      <a:pt x="79493" y="23252"/>
                    </a:moveTo>
                    <a:cubicBezTo>
                      <a:pt x="77803" y="23252"/>
                      <a:pt x="76376" y="22956"/>
                      <a:pt x="75212" y="22367"/>
                    </a:cubicBezTo>
                    <a:cubicBezTo>
                      <a:pt x="74070" y="21778"/>
                      <a:pt x="73193" y="20945"/>
                      <a:pt x="72579" y="19871"/>
                    </a:cubicBezTo>
                    <a:cubicBezTo>
                      <a:pt x="71988" y="18797"/>
                      <a:pt x="71651" y="17545"/>
                      <a:pt x="71565" y="16112"/>
                    </a:cubicBezTo>
                    <a:cubicBezTo>
                      <a:pt x="71544" y="15733"/>
                      <a:pt x="71533" y="15270"/>
                      <a:pt x="71533" y="14722"/>
                    </a:cubicBezTo>
                    <a:cubicBezTo>
                      <a:pt x="71533" y="14173"/>
                      <a:pt x="71544" y="13711"/>
                      <a:pt x="71565" y="13332"/>
                    </a:cubicBezTo>
                    <a:cubicBezTo>
                      <a:pt x="71651" y="11879"/>
                      <a:pt x="72000" y="10626"/>
                      <a:pt x="72611" y="9572"/>
                    </a:cubicBezTo>
                    <a:cubicBezTo>
                      <a:pt x="73245" y="8498"/>
                      <a:pt x="74133" y="7666"/>
                      <a:pt x="75275" y="7077"/>
                    </a:cubicBezTo>
                    <a:cubicBezTo>
                      <a:pt x="76439" y="6488"/>
                      <a:pt x="77844" y="6192"/>
                      <a:pt x="79493" y="6192"/>
                    </a:cubicBezTo>
                    <a:cubicBezTo>
                      <a:pt x="81142" y="6192"/>
                      <a:pt x="82537" y="6488"/>
                      <a:pt x="83679" y="7077"/>
                    </a:cubicBezTo>
                    <a:cubicBezTo>
                      <a:pt x="84843" y="7666"/>
                      <a:pt x="85731" y="8498"/>
                      <a:pt x="86343" y="9572"/>
                    </a:cubicBezTo>
                    <a:cubicBezTo>
                      <a:pt x="86977" y="10626"/>
                      <a:pt x="87337" y="11879"/>
                      <a:pt x="87421" y="13332"/>
                    </a:cubicBezTo>
                    <a:cubicBezTo>
                      <a:pt x="87444" y="13711"/>
                      <a:pt x="87453" y="14173"/>
                      <a:pt x="87453" y="14722"/>
                    </a:cubicBezTo>
                    <a:cubicBezTo>
                      <a:pt x="87453" y="15270"/>
                      <a:pt x="87444" y="15733"/>
                      <a:pt x="87421" y="16112"/>
                    </a:cubicBezTo>
                    <a:cubicBezTo>
                      <a:pt x="87337" y="17545"/>
                      <a:pt x="86988" y="18797"/>
                      <a:pt x="86375" y="19871"/>
                    </a:cubicBezTo>
                    <a:cubicBezTo>
                      <a:pt x="85783" y="20945"/>
                      <a:pt x="84907" y="21778"/>
                      <a:pt x="83742" y="22367"/>
                    </a:cubicBezTo>
                    <a:cubicBezTo>
                      <a:pt x="82601" y="22956"/>
                      <a:pt x="81185" y="23252"/>
                      <a:pt x="79493" y="23252"/>
                    </a:cubicBezTo>
                    <a:close/>
                    <a:moveTo>
                      <a:pt x="79493" y="20124"/>
                    </a:moveTo>
                    <a:cubicBezTo>
                      <a:pt x="80614" y="20124"/>
                      <a:pt x="81482" y="19776"/>
                      <a:pt x="82093" y="19081"/>
                    </a:cubicBezTo>
                    <a:cubicBezTo>
                      <a:pt x="82707" y="18366"/>
                      <a:pt x="83045" y="17324"/>
                      <a:pt x="83108" y="15954"/>
                    </a:cubicBezTo>
                    <a:cubicBezTo>
                      <a:pt x="83131" y="15638"/>
                      <a:pt x="83140" y="15227"/>
                      <a:pt x="83140" y="14722"/>
                    </a:cubicBezTo>
                    <a:cubicBezTo>
                      <a:pt x="83140" y="14216"/>
                      <a:pt x="83131" y="13806"/>
                      <a:pt x="83108" y="13490"/>
                    </a:cubicBezTo>
                    <a:cubicBezTo>
                      <a:pt x="83045" y="12143"/>
                      <a:pt x="82707" y="11109"/>
                      <a:pt x="82093" y="10394"/>
                    </a:cubicBezTo>
                    <a:cubicBezTo>
                      <a:pt x="81482" y="9678"/>
                      <a:pt x="80614" y="9320"/>
                      <a:pt x="79493" y="9320"/>
                    </a:cubicBezTo>
                    <a:cubicBezTo>
                      <a:pt x="78374" y="9320"/>
                      <a:pt x="77506" y="9678"/>
                      <a:pt x="76892" y="10394"/>
                    </a:cubicBezTo>
                    <a:cubicBezTo>
                      <a:pt x="76281" y="11109"/>
                      <a:pt x="75941" y="12143"/>
                      <a:pt x="75878" y="13490"/>
                    </a:cubicBezTo>
                    <a:cubicBezTo>
                      <a:pt x="75857" y="13806"/>
                      <a:pt x="75846" y="14216"/>
                      <a:pt x="75846" y="14722"/>
                    </a:cubicBezTo>
                    <a:cubicBezTo>
                      <a:pt x="75846" y="15227"/>
                      <a:pt x="75857" y="15638"/>
                      <a:pt x="75878" y="15954"/>
                    </a:cubicBezTo>
                    <a:cubicBezTo>
                      <a:pt x="75941" y="17324"/>
                      <a:pt x="76281" y="18366"/>
                      <a:pt x="76892" y="19081"/>
                    </a:cubicBezTo>
                    <a:cubicBezTo>
                      <a:pt x="77506" y="19776"/>
                      <a:pt x="78374" y="20124"/>
                      <a:pt x="79493" y="20124"/>
                    </a:cubicBezTo>
                    <a:close/>
                    <a:moveTo>
                      <a:pt x="91730" y="22936"/>
                    </a:moveTo>
                    <a:cubicBezTo>
                      <a:pt x="91517" y="22936"/>
                      <a:pt x="91338" y="22861"/>
                      <a:pt x="91190" y="22714"/>
                    </a:cubicBezTo>
                    <a:cubicBezTo>
                      <a:pt x="91041" y="22568"/>
                      <a:pt x="90968" y="22387"/>
                      <a:pt x="90968" y="22177"/>
                    </a:cubicBezTo>
                    <a:lnTo>
                      <a:pt x="90968" y="7266"/>
                    </a:lnTo>
                    <a:cubicBezTo>
                      <a:pt x="90968" y="7056"/>
                      <a:pt x="91041" y="6876"/>
                      <a:pt x="91190" y="6729"/>
                    </a:cubicBezTo>
                    <a:cubicBezTo>
                      <a:pt x="91338" y="6582"/>
                      <a:pt x="91517" y="6508"/>
                      <a:pt x="91730" y="6508"/>
                    </a:cubicBezTo>
                    <a:lnTo>
                      <a:pt x="94203" y="6508"/>
                    </a:lnTo>
                    <a:cubicBezTo>
                      <a:pt x="94414" y="6508"/>
                      <a:pt x="94593" y="6582"/>
                      <a:pt x="94742" y="6729"/>
                    </a:cubicBezTo>
                    <a:cubicBezTo>
                      <a:pt x="94890" y="6876"/>
                      <a:pt x="94964" y="7056"/>
                      <a:pt x="94964" y="7266"/>
                    </a:cubicBezTo>
                    <a:lnTo>
                      <a:pt x="94964" y="8340"/>
                    </a:lnTo>
                    <a:cubicBezTo>
                      <a:pt x="95408" y="7751"/>
                      <a:pt x="95999" y="7255"/>
                      <a:pt x="96740" y="6855"/>
                    </a:cubicBezTo>
                    <a:cubicBezTo>
                      <a:pt x="97501" y="6433"/>
                      <a:pt x="98398" y="6212"/>
                      <a:pt x="99436" y="6192"/>
                    </a:cubicBezTo>
                    <a:cubicBezTo>
                      <a:pt x="101846" y="6149"/>
                      <a:pt x="103527" y="7088"/>
                      <a:pt x="104478" y="9004"/>
                    </a:cubicBezTo>
                    <a:cubicBezTo>
                      <a:pt x="104963" y="8162"/>
                      <a:pt x="105661" y="7487"/>
                      <a:pt x="106571" y="6982"/>
                    </a:cubicBezTo>
                    <a:cubicBezTo>
                      <a:pt x="107500" y="6456"/>
                      <a:pt x="108526" y="6192"/>
                      <a:pt x="109647" y="6192"/>
                    </a:cubicBezTo>
                    <a:cubicBezTo>
                      <a:pt x="110746" y="6192"/>
                      <a:pt x="111740" y="6445"/>
                      <a:pt x="112628" y="6950"/>
                    </a:cubicBezTo>
                    <a:cubicBezTo>
                      <a:pt x="113537" y="7456"/>
                      <a:pt x="114246" y="8225"/>
                      <a:pt x="114753" y="9256"/>
                    </a:cubicBezTo>
                    <a:cubicBezTo>
                      <a:pt x="115281" y="10267"/>
                      <a:pt x="115546" y="11551"/>
                      <a:pt x="115546" y="13111"/>
                    </a:cubicBezTo>
                    <a:lnTo>
                      <a:pt x="115546" y="22177"/>
                    </a:lnTo>
                    <a:cubicBezTo>
                      <a:pt x="115546" y="22387"/>
                      <a:pt x="115471" y="22568"/>
                      <a:pt x="115324" y="22714"/>
                    </a:cubicBezTo>
                    <a:cubicBezTo>
                      <a:pt x="115174" y="22861"/>
                      <a:pt x="114995" y="22936"/>
                      <a:pt x="114785" y="22936"/>
                    </a:cubicBezTo>
                    <a:lnTo>
                      <a:pt x="112184" y="22936"/>
                    </a:lnTo>
                    <a:cubicBezTo>
                      <a:pt x="111971" y="22936"/>
                      <a:pt x="111792" y="22861"/>
                      <a:pt x="111645" y="22714"/>
                    </a:cubicBezTo>
                    <a:cubicBezTo>
                      <a:pt x="111496" y="22568"/>
                      <a:pt x="111423" y="22387"/>
                      <a:pt x="111423" y="22177"/>
                    </a:cubicBezTo>
                    <a:lnTo>
                      <a:pt x="111423" y="13363"/>
                    </a:lnTo>
                    <a:cubicBezTo>
                      <a:pt x="111423" y="12416"/>
                      <a:pt x="111285" y="11669"/>
                      <a:pt x="111011" y="11120"/>
                    </a:cubicBezTo>
                    <a:cubicBezTo>
                      <a:pt x="110735" y="10552"/>
                      <a:pt x="110365" y="10152"/>
                      <a:pt x="109901" y="9920"/>
                    </a:cubicBezTo>
                    <a:cubicBezTo>
                      <a:pt x="109434" y="9687"/>
                      <a:pt x="108918" y="9572"/>
                      <a:pt x="108347" y="9572"/>
                    </a:cubicBezTo>
                    <a:cubicBezTo>
                      <a:pt x="107880" y="9572"/>
                      <a:pt x="107416" y="9687"/>
                      <a:pt x="106952" y="9920"/>
                    </a:cubicBezTo>
                    <a:cubicBezTo>
                      <a:pt x="106485" y="10152"/>
                      <a:pt x="106105" y="10552"/>
                      <a:pt x="105810" y="11120"/>
                    </a:cubicBezTo>
                    <a:cubicBezTo>
                      <a:pt x="105513" y="11669"/>
                      <a:pt x="105366" y="12416"/>
                      <a:pt x="105366" y="13363"/>
                    </a:cubicBezTo>
                    <a:lnTo>
                      <a:pt x="105366" y="22177"/>
                    </a:lnTo>
                    <a:cubicBezTo>
                      <a:pt x="105366" y="22387"/>
                      <a:pt x="105291" y="22568"/>
                      <a:pt x="105144" y="22714"/>
                    </a:cubicBezTo>
                    <a:cubicBezTo>
                      <a:pt x="104995" y="22861"/>
                      <a:pt x="104816" y="22936"/>
                      <a:pt x="104605" y="22936"/>
                    </a:cubicBezTo>
                    <a:lnTo>
                      <a:pt x="102005" y="22936"/>
                    </a:lnTo>
                    <a:cubicBezTo>
                      <a:pt x="101771" y="22936"/>
                      <a:pt x="101581" y="22861"/>
                      <a:pt x="101434" y="22714"/>
                    </a:cubicBezTo>
                    <a:cubicBezTo>
                      <a:pt x="101307" y="22568"/>
                      <a:pt x="101243" y="22387"/>
                      <a:pt x="101243" y="22177"/>
                    </a:cubicBezTo>
                    <a:lnTo>
                      <a:pt x="101243" y="13363"/>
                    </a:lnTo>
                    <a:cubicBezTo>
                      <a:pt x="101243" y="12416"/>
                      <a:pt x="101094" y="11669"/>
                      <a:pt x="100799" y="11120"/>
                    </a:cubicBezTo>
                    <a:cubicBezTo>
                      <a:pt x="100503" y="10552"/>
                      <a:pt x="100122" y="10152"/>
                      <a:pt x="99658" y="9920"/>
                    </a:cubicBezTo>
                    <a:cubicBezTo>
                      <a:pt x="99191" y="9687"/>
                      <a:pt x="98695" y="9572"/>
                      <a:pt x="98167" y="9572"/>
                    </a:cubicBezTo>
                    <a:cubicBezTo>
                      <a:pt x="97680" y="9572"/>
                      <a:pt x="97205" y="9699"/>
                      <a:pt x="96740" y="9951"/>
                    </a:cubicBezTo>
                    <a:cubicBezTo>
                      <a:pt x="96274" y="10184"/>
                      <a:pt x="95893" y="10572"/>
                      <a:pt x="95599" y="11120"/>
                    </a:cubicBezTo>
                    <a:cubicBezTo>
                      <a:pt x="95302" y="11669"/>
                      <a:pt x="95155" y="12416"/>
                      <a:pt x="95155" y="13363"/>
                    </a:cubicBezTo>
                    <a:lnTo>
                      <a:pt x="95155" y="22177"/>
                    </a:lnTo>
                    <a:cubicBezTo>
                      <a:pt x="95155" y="22387"/>
                      <a:pt x="95080" y="22568"/>
                      <a:pt x="94933" y="22714"/>
                    </a:cubicBezTo>
                    <a:cubicBezTo>
                      <a:pt x="94783" y="22861"/>
                      <a:pt x="94604" y="22936"/>
                      <a:pt x="94393" y="22936"/>
                    </a:cubicBezTo>
                    <a:lnTo>
                      <a:pt x="91730" y="22936"/>
                    </a:lnTo>
                    <a:close/>
                    <a:moveTo>
                      <a:pt x="126686" y="23252"/>
                    </a:moveTo>
                    <a:cubicBezTo>
                      <a:pt x="124339" y="23252"/>
                      <a:pt x="122480" y="22577"/>
                      <a:pt x="121105" y="21230"/>
                    </a:cubicBezTo>
                    <a:cubicBezTo>
                      <a:pt x="119732" y="19882"/>
                      <a:pt x="118991" y="17964"/>
                      <a:pt x="118885" y="15480"/>
                    </a:cubicBezTo>
                    <a:cubicBezTo>
                      <a:pt x="118864" y="15270"/>
                      <a:pt x="118853" y="15006"/>
                      <a:pt x="118853" y="14690"/>
                    </a:cubicBezTo>
                    <a:cubicBezTo>
                      <a:pt x="118853" y="14354"/>
                      <a:pt x="118864" y="14090"/>
                      <a:pt x="118885" y="13900"/>
                    </a:cubicBezTo>
                    <a:cubicBezTo>
                      <a:pt x="118971" y="12321"/>
                      <a:pt x="119329" y="10951"/>
                      <a:pt x="119963" y="9793"/>
                    </a:cubicBezTo>
                    <a:cubicBezTo>
                      <a:pt x="120620" y="8636"/>
                      <a:pt x="121517" y="7751"/>
                      <a:pt x="122659" y="7140"/>
                    </a:cubicBezTo>
                    <a:cubicBezTo>
                      <a:pt x="123800" y="6508"/>
                      <a:pt x="125144" y="6192"/>
                      <a:pt x="126686" y="6192"/>
                    </a:cubicBezTo>
                    <a:cubicBezTo>
                      <a:pt x="128399" y="6192"/>
                      <a:pt x="129837" y="6551"/>
                      <a:pt x="130999" y="7266"/>
                    </a:cubicBezTo>
                    <a:cubicBezTo>
                      <a:pt x="132164" y="7961"/>
                      <a:pt x="133040" y="8940"/>
                      <a:pt x="133631" y="10204"/>
                    </a:cubicBezTo>
                    <a:cubicBezTo>
                      <a:pt x="134225" y="11447"/>
                      <a:pt x="134519" y="12889"/>
                      <a:pt x="134519" y="14532"/>
                    </a:cubicBezTo>
                    <a:lnTo>
                      <a:pt x="134519" y="15196"/>
                    </a:lnTo>
                    <a:cubicBezTo>
                      <a:pt x="134519" y="15405"/>
                      <a:pt x="134447" y="15586"/>
                      <a:pt x="134297" y="15733"/>
                    </a:cubicBezTo>
                    <a:cubicBezTo>
                      <a:pt x="134150" y="15879"/>
                      <a:pt x="133960" y="15954"/>
                      <a:pt x="133726" y="15954"/>
                    </a:cubicBezTo>
                    <a:lnTo>
                      <a:pt x="123198" y="15954"/>
                    </a:lnTo>
                    <a:cubicBezTo>
                      <a:pt x="123198" y="15954"/>
                      <a:pt x="123198" y="15985"/>
                      <a:pt x="123198" y="16049"/>
                    </a:cubicBezTo>
                    <a:cubicBezTo>
                      <a:pt x="123198" y="16112"/>
                      <a:pt x="123198" y="16164"/>
                      <a:pt x="123198" y="16207"/>
                    </a:cubicBezTo>
                    <a:cubicBezTo>
                      <a:pt x="123220" y="16944"/>
                      <a:pt x="123356" y="17628"/>
                      <a:pt x="123610" y="18260"/>
                    </a:cubicBezTo>
                    <a:cubicBezTo>
                      <a:pt x="123886" y="18872"/>
                      <a:pt x="124276" y="19366"/>
                      <a:pt x="124783" y="19745"/>
                    </a:cubicBezTo>
                    <a:cubicBezTo>
                      <a:pt x="125314" y="20124"/>
                      <a:pt x="125936" y="20314"/>
                      <a:pt x="126655" y="20314"/>
                    </a:cubicBezTo>
                    <a:cubicBezTo>
                      <a:pt x="127248" y="20314"/>
                      <a:pt x="127744" y="20230"/>
                      <a:pt x="128145" y="20061"/>
                    </a:cubicBezTo>
                    <a:cubicBezTo>
                      <a:pt x="128548" y="19871"/>
                      <a:pt x="128874" y="19661"/>
                      <a:pt x="129128" y="19429"/>
                    </a:cubicBezTo>
                    <a:cubicBezTo>
                      <a:pt x="129382" y="19196"/>
                      <a:pt x="129563" y="19007"/>
                      <a:pt x="129667" y="18860"/>
                    </a:cubicBezTo>
                    <a:cubicBezTo>
                      <a:pt x="129858" y="18608"/>
                      <a:pt x="130007" y="18461"/>
                      <a:pt x="130111" y="18418"/>
                    </a:cubicBezTo>
                    <a:cubicBezTo>
                      <a:pt x="130238" y="18355"/>
                      <a:pt x="130419" y="18323"/>
                      <a:pt x="130650" y="18323"/>
                    </a:cubicBezTo>
                    <a:lnTo>
                      <a:pt x="133378" y="18323"/>
                    </a:lnTo>
                    <a:cubicBezTo>
                      <a:pt x="133591" y="18323"/>
                      <a:pt x="133758" y="18386"/>
                      <a:pt x="133885" y="18513"/>
                    </a:cubicBezTo>
                    <a:cubicBezTo>
                      <a:pt x="134035" y="18639"/>
                      <a:pt x="134098" y="18797"/>
                      <a:pt x="134075" y="18987"/>
                    </a:cubicBezTo>
                    <a:cubicBezTo>
                      <a:pt x="134055" y="19323"/>
                      <a:pt x="133876" y="19734"/>
                      <a:pt x="133536" y="20219"/>
                    </a:cubicBezTo>
                    <a:cubicBezTo>
                      <a:pt x="133219" y="20704"/>
                      <a:pt x="132755" y="21178"/>
                      <a:pt x="132141" y="21640"/>
                    </a:cubicBezTo>
                    <a:cubicBezTo>
                      <a:pt x="131529" y="22103"/>
                      <a:pt x="130757" y="22493"/>
                      <a:pt x="129826" y="22809"/>
                    </a:cubicBezTo>
                    <a:cubicBezTo>
                      <a:pt x="128917" y="23105"/>
                      <a:pt x="127871" y="23252"/>
                      <a:pt x="126686" y="23252"/>
                    </a:cubicBezTo>
                    <a:close/>
                    <a:moveTo>
                      <a:pt x="123198" y="13300"/>
                    </a:moveTo>
                    <a:lnTo>
                      <a:pt x="130206" y="13300"/>
                    </a:lnTo>
                    <a:lnTo>
                      <a:pt x="130206" y="13205"/>
                    </a:lnTo>
                    <a:cubicBezTo>
                      <a:pt x="130206" y="12384"/>
                      <a:pt x="130070" y="11669"/>
                      <a:pt x="129794" y="11057"/>
                    </a:cubicBezTo>
                    <a:cubicBezTo>
                      <a:pt x="129520" y="10446"/>
                      <a:pt x="129119" y="9963"/>
                      <a:pt x="128589" y="9604"/>
                    </a:cubicBezTo>
                    <a:cubicBezTo>
                      <a:pt x="128061" y="9245"/>
                      <a:pt x="127427" y="9067"/>
                      <a:pt x="126686" y="9067"/>
                    </a:cubicBezTo>
                    <a:cubicBezTo>
                      <a:pt x="125948" y="9067"/>
                      <a:pt x="125314" y="9245"/>
                      <a:pt x="124783" y="9604"/>
                    </a:cubicBezTo>
                    <a:cubicBezTo>
                      <a:pt x="124256" y="9963"/>
                      <a:pt x="123855" y="10446"/>
                      <a:pt x="123578" y="11057"/>
                    </a:cubicBezTo>
                    <a:cubicBezTo>
                      <a:pt x="123325" y="11669"/>
                      <a:pt x="123198" y="12384"/>
                      <a:pt x="123198" y="13205"/>
                    </a:cubicBezTo>
                    <a:lnTo>
                      <a:pt x="123198" y="13300"/>
                    </a:lnTo>
                    <a:close/>
                    <a:moveTo>
                      <a:pt x="138647" y="22936"/>
                    </a:moveTo>
                    <a:cubicBezTo>
                      <a:pt x="138436" y="22936"/>
                      <a:pt x="138257" y="22861"/>
                      <a:pt x="138107" y="22714"/>
                    </a:cubicBezTo>
                    <a:cubicBezTo>
                      <a:pt x="137960" y="22568"/>
                      <a:pt x="137885" y="22387"/>
                      <a:pt x="137885" y="22177"/>
                    </a:cubicBezTo>
                    <a:lnTo>
                      <a:pt x="137885" y="7298"/>
                    </a:lnTo>
                    <a:cubicBezTo>
                      <a:pt x="137885" y="7065"/>
                      <a:pt x="137960" y="6876"/>
                      <a:pt x="138107" y="6729"/>
                    </a:cubicBezTo>
                    <a:cubicBezTo>
                      <a:pt x="138257" y="6582"/>
                      <a:pt x="138436" y="6508"/>
                      <a:pt x="138647" y="6508"/>
                    </a:cubicBezTo>
                    <a:lnTo>
                      <a:pt x="141215" y="6508"/>
                    </a:lnTo>
                    <a:cubicBezTo>
                      <a:pt x="141428" y="6508"/>
                      <a:pt x="141607" y="6582"/>
                      <a:pt x="141754" y="6729"/>
                    </a:cubicBezTo>
                    <a:cubicBezTo>
                      <a:pt x="141924" y="6876"/>
                      <a:pt x="142008" y="7065"/>
                      <a:pt x="142008" y="7298"/>
                    </a:cubicBezTo>
                    <a:lnTo>
                      <a:pt x="142008" y="8593"/>
                    </a:lnTo>
                    <a:cubicBezTo>
                      <a:pt x="142495" y="7918"/>
                      <a:pt x="143118" y="7404"/>
                      <a:pt x="143879" y="7045"/>
                    </a:cubicBezTo>
                    <a:cubicBezTo>
                      <a:pt x="144663" y="6686"/>
                      <a:pt x="145560" y="6508"/>
                      <a:pt x="146575" y="6508"/>
                    </a:cubicBezTo>
                    <a:lnTo>
                      <a:pt x="147875" y="6508"/>
                    </a:lnTo>
                    <a:cubicBezTo>
                      <a:pt x="148108" y="6508"/>
                      <a:pt x="148287" y="6582"/>
                      <a:pt x="148414" y="6729"/>
                    </a:cubicBezTo>
                    <a:cubicBezTo>
                      <a:pt x="148564" y="6876"/>
                      <a:pt x="148636" y="7056"/>
                      <a:pt x="148636" y="7266"/>
                    </a:cubicBezTo>
                    <a:lnTo>
                      <a:pt x="148636" y="9541"/>
                    </a:lnTo>
                    <a:cubicBezTo>
                      <a:pt x="148636" y="9751"/>
                      <a:pt x="148564" y="9931"/>
                      <a:pt x="148414" y="10078"/>
                    </a:cubicBezTo>
                    <a:cubicBezTo>
                      <a:pt x="148287" y="10224"/>
                      <a:pt x="148108" y="10299"/>
                      <a:pt x="147875" y="10299"/>
                    </a:cubicBezTo>
                    <a:lnTo>
                      <a:pt x="145401" y="10299"/>
                    </a:lnTo>
                    <a:cubicBezTo>
                      <a:pt x="144387" y="10299"/>
                      <a:pt x="143594" y="10583"/>
                      <a:pt x="143023" y="11152"/>
                    </a:cubicBezTo>
                    <a:cubicBezTo>
                      <a:pt x="142475" y="11721"/>
                      <a:pt x="142198" y="12499"/>
                      <a:pt x="142198" y="13490"/>
                    </a:cubicBezTo>
                    <a:lnTo>
                      <a:pt x="142198" y="22177"/>
                    </a:lnTo>
                    <a:cubicBezTo>
                      <a:pt x="142198" y="22387"/>
                      <a:pt x="142126" y="22568"/>
                      <a:pt x="141976" y="22714"/>
                    </a:cubicBezTo>
                    <a:cubicBezTo>
                      <a:pt x="141829" y="22861"/>
                      <a:pt x="141639" y="22936"/>
                      <a:pt x="141406" y="22936"/>
                    </a:cubicBezTo>
                    <a:lnTo>
                      <a:pt x="138647" y="22936"/>
                    </a:lnTo>
                    <a:close/>
                    <a:moveTo>
                      <a:pt x="152251" y="22936"/>
                    </a:moveTo>
                    <a:cubicBezTo>
                      <a:pt x="152041" y="22936"/>
                      <a:pt x="151862" y="22861"/>
                      <a:pt x="151712" y="22714"/>
                    </a:cubicBezTo>
                    <a:cubicBezTo>
                      <a:pt x="151565" y="22568"/>
                      <a:pt x="151490" y="22387"/>
                      <a:pt x="151490" y="22177"/>
                    </a:cubicBezTo>
                    <a:lnTo>
                      <a:pt x="151490" y="1611"/>
                    </a:lnTo>
                    <a:cubicBezTo>
                      <a:pt x="151490" y="1379"/>
                      <a:pt x="151565" y="1189"/>
                      <a:pt x="151712" y="1043"/>
                    </a:cubicBezTo>
                    <a:cubicBezTo>
                      <a:pt x="151862" y="896"/>
                      <a:pt x="152041" y="821"/>
                      <a:pt x="152251" y="821"/>
                    </a:cubicBezTo>
                    <a:lnTo>
                      <a:pt x="166205" y="821"/>
                    </a:lnTo>
                    <a:cubicBezTo>
                      <a:pt x="166438" y="821"/>
                      <a:pt x="166629" y="896"/>
                      <a:pt x="166776" y="1043"/>
                    </a:cubicBezTo>
                    <a:cubicBezTo>
                      <a:pt x="166925" y="1189"/>
                      <a:pt x="166998" y="1379"/>
                      <a:pt x="166998" y="1611"/>
                    </a:cubicBezTo>
                    <a:lnTo>
                      <a:pt x="166998" y="3696"/>
                    </a:lnTo>
                    <a:cubicBezTo>
                      <a:pt x="166998" y="3906"/>
                      <a:pt x="166925" y="4087"/>
                      <a:pt x="166776" y="4233"/>
                    </a:cubicBezTo>
                    <a:cubicBezTo>
                      <a:pt x="166629" y="4380"/>
                      <a:pt x="166438" y="4454"/>
                      <a:pt x="166205" y="4454"/>
                    </a:cubicBezTo>
                    <a:lnTo>
                      <a:pt x="155771" y="4454"/>
                    </a:lnTo>
                    <a:lnTo>
                      <a:pt x="155771" y="10046"/>
                    </a:lnTo>
                    <a:lnTo>
                      <a:pt x="165507" y="10046"/>
                    </a:lnTo>
                    <a:cubicBezTo>
                      <a:pt x="165741" y="10046"/>
                      <a:pt x="165931" y="10121"/>
                      <a:pt x="166078" y="10267"/>
                    </a:cubicBezTo>
                    <a:cubicBezTo>
                      <a:pt x="166228" y="10394"/>
                      <a:pt x="166300" y="10572"/>
                      <a:pt x="166300" y="10804"/>
                    </a:cubicBezTo>
                    <a:lnTo>
                      <a:pt x="166300" y="12763"/>
                    </a:lnTo>
                    <a:cubicBezTo>
                      <a:pt x="166300" y="12995"/>
                      <a:pt x="166228" y="13185"/>
                      <a:pt x="166078" y="13332"/>
                    </a:cubicBezTo>
                    <a:cubicBezTo>
                      <a:pt x="165931" y="13458"/>
                      <a:pt x="165741" y="13521"/>
                      <a:pt x="165507" y="13521"/>
                    </a:cubicBezTo>
                    <a:lnTo>
                      <a:pt x="155771" y="13521"/>
                    </a:lnTo>
                    <a:lnTo>
                      <a:pt x="155771" y="19303"/>
                    </a:lnTo>
                    <a:lnTo>
                      <a:pt x="166459" y="19303"/>
                    </a:lnTo>
                    <a:cubicBezTo>
                      <a:pt x="166692" y="19303"/>
                      <a:pt x="166882" y="19377"/>
                      <a:pt x="167030" y="19524"/>
                    </a:cubicBezTo>
                    <a:cubicBezTo>
                      <a:pt x="167179" y="19670"/>
                      <a:pt x="167252" y="19860"/>
                      <a:pt x="167252" y="20092"/>
                    </a:cubicBezTo>
                    <a:lnTo>
                      <a:pt x="167252" y="22177"/>
                    </a:lnTo>
                    <a:cubicBezTo>
                      <a:pt x="167252" y="22387"/>
                      <a:pt x="167179" y="22568"/>
                      <a:pt x="167030" y="22714"/>
                    </a:cubicBezTo>
                    <a:cubicBezTo>
                      <a:pt x="166882" y="22861"/>
                      <a:pt x="166692" y="22936"/>
                      <a:pt x="166459" y="22936"/>
                    </a:cubicBezTo>
                    <a:lnTo>
                      <a:pt x="152251" y="22936"/>
                    </a:lnTo>
                    <a:close/>
                    <a:moveTo>
                      <a:pt x="171598" y="22936"/>
                    </a:moveTo>
                    <a:cubicBezTo>
                      <a:pt x="171388" y="22936"/>
                      <a:pt x="171209" y="22861"/>
                      <a:pt x="171059" y="22714"/>
                    </a:cubicBezTo>
                    <a:cubicBezTo>
                      <a:pt x="170912" y="22568"/>
                      <a:pt x="170837" y="22387"/>
                      <a:pt x="170837" y="22177"/>
                    </a:cubicBezTo>
                    <a:lnTo>
                      <a:pt x="170837" y="7266"/>
                    </a:lnTo>
                    <a:cubicBezTo>
                      <a:pt x="170837" y="7056"/>
                      <a:pt x="170912" y="6876"/>
                      <a:pt x="171059" y="6729"/>
                    </a:cubicBezTo>
                    <a:cubicBezTo>
                      <a:pt x="171209" y="6582"/>
                      <a:pt x="171388" y="6508"/>
                      <a:pt x="171598" y="6508"/>
                    </a:cubicBezTo>
                    <a:lnTo>
                      <a:pt x="174199" y="6508"/>
                    </a:lnTo>
                    <a:cubicBezTo>
                      <a:pt x="174412" y="6508"/>
                      <a:pt x="174591" y="6582"/>
                      <a:pt x="174738" y="6729"/>
                    </a:cubicBezTo>
                    <a:cubicBezTo>
                      <a:pt x="174888" y="6876"/>
                      <a:pt x="174960" y="7056"/>
                      <a:pt x="174960" y="7266"/>
                    </a:cubicBezTo>
                    <a:lnTo>
                      <a:pt x="174960" y="8561"/>
                    </a:lnTo>
                    <a:cubicBezTo>
                      <a:pt x="175511" y="7887"/>
                      <a:pt x="176208" y="7329"/>
                      <a:pt x="177053" y="6887"/>
                    </a:cubicBezTo>
                    <a:cubicBezTo>
                      <a:pt x="177921" y="6424"/>
                      <a:pt x="178988" y="6192"/>
                      <a:pt x="180256" y="6192"/>
                    </a:cubicBezTo>
                    <a:cubicBezTo>
                      <a:pt x="181547" y="6192"/>
                      <a:pt x="182666" y="6488"/>
                      <a:pt x="183618" y="7077"/>
                    </a:cubicBezTo>
                    <a:cubicBezTo>
                      <a:pt x="184569" y="7645"/>
                      <a:pt x="185298" y="8455"/>
                      <a:pt x="185806" y="9509"/>
                    </a:cubicBezTo>
                    <a:cubicBezTo>
                      <a:pt x="186336" y="10563"/>
                      <a:pt x="186599" y="11827"/>
                      <a:pt x="186599" y="13300"/>
                    </a:cubicBezTo>
                    <a:lnTo>
                      <a:pt x="186599" y="22177"/>
                    </a:lnTo>
                    <a:cubicBezTo>
                      <a:pt x="186599" y="22387"/>
                      <a:pt x="186526" y="22568"/>
                      <a:pt x="186377" y="22714"/>
                    </a:cubicBezTo>
                    <a:cubicBezTo>
                      <a:pt x="186229" y="22861"/>
                      <a:pt x="186051" y="22936"/>
                      <a:pt x="185838" y="22936"/>
                    </a:cubicBezTo>
                    <a:lnTo>
                      <a:pt x="183047" y="22936"/>
                    </a:lnTo>
                    <a:cubicBezTo>
                      <a:pt x="182836" y="22936"/>
                      <a:pt x="182657" y="22861"/>
                      <a:pt x="182508" y="22714"/>
                    </a:cubicBezTo>
                    <a:cubicBezTo>
                      <a:pt x="182360" y="22568"/>
                      <a:pt x="182286" y="22387"/>
                      <a:pt x="182286" y="22177"/>
                    </a:cubicBezTo>
                    <a:lnTo>
                      <a:pt x="182286" y="13490"/>
                    </a:lnTo>
                    <a:cubicBezTo>
                      <a:pt x="182286" y="12269"/>
                      <a:pt x="181980" y="11310"/>
                      <a:pt x="181366" y="10615"/>
                    </a:cubicBezTo>
                    <a:cubicBezTo>
                      <a:pt x="180775" y="9920"/>
                      <a:pt x="179907" y="9572"/>
                      <a:pt x="178766" y="9572"/>
                    </a:cubicBezTo>
                    <a:cubicBezTo>
                      <a:pt x="177667" y="9572"/>
                      <a:pt x="176790" y="9920"/>
                      <a:pt x="176133" y="10615"/>
                    </a:cubicBezTo>
                    <a:cubicBezTo>
                      <a:pt x="175479" y="11310"/>
                      <a:pt x="175150" y="12269"/>
                      <a:pt x="175150" y="13490"/>
                    </a:cubicBezTo>
                    <a:lnTo>
                      <a:pt x="175150" y="22177"/>
                    </a:lnTo>
                    <a:cubicBezTo>
                      <a:pt x="175150" y="22387"/>
                      <a:pt x="175078" y="22568"/>
                      <a:pt x="174928" y="22714"/>
                    </a:cubicBezTo>
                    <a:cubicBezTo>
                      <a:pt x="174781" y="22861"/>
                      <a:pt x="174602" y="22936"/>
                      <a:pt x="174389" y="22936"/>
                    </a:cubicBezTo>
                    <a:lnTo>
                      <a:pt x="171598" y="22936"/>
                    </a:lnTo>
                    <a:close/>
                    <a:moveTo>
                      <a:pt x="191390" y="22936"/>
                    </a:moveTo>
                    <a:cubicBezTo>
                      <a:pt x="191177" y="22936"/>
                      <a:pt x="190998" y="22861"/>
                      <a:pt x="190850" y="22714"/>
                    </a:cubicBezTo>
                    <a:cubicBezTo>
                      <a:pt x="190701" y="22568"/>
                      <a:pt x="190628" y="22387"/>
                      <a:pt x="190628" y="22177"/>
                    </a:cubicBezTo>
                    <a:lnTo>
                      <a:pt x="190628" y="7298"/>
                    </a:lnTo>
                    <a:cubicBezTo>
                      <a:pt x="190628" y="7065"/>
                      <a:pt x="190701" y="6876"/>
                      <a:pt x="190850" y="6729"/>
                    </a:cubicBezTo>
                    <a:cubicBezTo>
                      <a:pt x="190998" y="6582"/>
                      <a:pt x="191177" y="6508"/>
                      <a:pt x="191390" y="6508"/>
                    </a:cubicBezTo>
                    <a:lnTo>
                      <a:pt x="193958" y="6508"/>
                    </a:lnTo>
                    <a:cubicBezTo>
                      <a:pt x="194169" y="6508"/>
                      <a:pt x="194348" y="6582"/>
                      <a:pt x="194497" y="6729"/>
                    </a:cubicBezTo>
                    <a:cubicBezTo>
                      <a:pt x="194665" y="6876"/>
                      <a:pt x="194751" y="7065"/>
                      <a:pt x="194751" y="7298"/>
                    </a:cubicBezTo>
                    <a:lnTo>
                      <a:pt x="194751" y="8593"/>
                    </a:lnTo>
                    <a:cubicBezTo>
                      <a:pt x="195236" y="7918"/>
                      <a:pt x="195861" y="7404"/>
                      <a:pt x="196622" y="7045"/>
                    </a:cubicBezTo>
                    <a:cubicBezTo>
                      <a:pt x="197404" y="6686"/>
                      <a:pt x="198303" y="6508"/>
                      <a:pt x="199318" y="6508"/>
                    </a:cubicBezTo>
                    <a:lnTo>
                      <a:pt x="200618" y="6508"/>
                    </a:lnTo>
                    <a:cubicBezTo>
                      <a:pt x="200849" y="6508"/>
                      <a:pt x="201030" y="6582"/>
                      <a:pt x="201157" y="6729"/>
                    </a:cubicBezTo>
                    <a:cubicBezTo>
                      <a:pt x="201304" y="6876"/>
                      <a:pt x="201379" y="7056"/>
                      <a:pt x="201379" y="7266"/>
                    </a:cubicBezTo>
                    <a:lnTo>
                      <a:pt x="201379" y="9541"/>
                    </a:lnTo>
                    <a:cubicBezTo>
                      <a:pt x="201379" y="9751"/>
                      <a:pt x="201304" y="9931"/>
                      <a:pt x="201157" y="10078"/>
                    </a:cubicBezTo>
                    <a:cubicBezTo>
                      <a:pt x="201030" y="10224"/>
                      <a:pt x="200849" y="10299"/>
                      <a:pt x="200618" y="10299"/>
                    </a:cubicBezTo>
                    <a:lnTo>
                      <a:pt x="198144" y="10299"/>
                    </a:lnTo>
                    <a:cubicBezTo>
                      <a:pt x="197130" y="10299"/>
                      <a:pt x="196337" y="10583"/>
                      <a:pt x="195766" y="11152"/>
                    </a:cubicBezTo>
                    <a:cubicBezTo>
                      <a:pt x="195216" y="11721"/>
                      <a:pt x="194941" y="12499"/>
                      <a:pt x="194941" y="13490"/>
                    </a:cubicBezTo>
                    <a:lnTo>
                      <a:pt x="194941" y="22177"/>
                    </a:lnTo>
                    <a:cubicBezTo>
                      <a:pt x="194941" y="22387"/>
                      <a:pt x="194867" y="22568"/>
                      <a:pt x="194719" y="22714"/>
                    </a:cubicBezTo>
                    <a:cubicBezTo>
                      <a:pt x="194570" y="22861"/>
                      <a:pt x="194380" y="22936"/>
                      <a:pt x="194149" y="22936"/>
                    </a:cubicBezTo>
                    <a:lnTo>
                      <a:pt x="191390" y="22936"/>
                    </a:lnTo>
                    <a:close/>
                    <a:moveTo>
                      <a:pt x="204614" y="22936"/>
                    </a:moveTo>
                    <a:cubicBezTo>
                      <a:pt x="204401" y="22936"/>
                      <a:pt x="204222" y="22861"/>
                      <a:pt x="204075" y="22714"/>
                    </a:cubicBezTo>
                    <a:cubicBezTo>
                      <a:pt x="203925" y="22568"/>
                      <a:pt x="203853" y="22387"/>
                      <a:pt x="203853" y="22177"/>
                    </a:cubicBezTo>
                    <a:lnTo>
                      <a:pt x="203853" y="7266"/>
                    </a:lnTo>
                    <a:cubicBezTo>
                      <a:pt x="203853" y="7056"/>
                      <a:pt x="203925" y="6876"/>
                      <a:pt x="204075" y="6729"/>
                    </a:cubicBezTo>
                    <a:cubicBezTo>
                      <a:pt x="204222" y="6582"/>
                      <a:pt x="204401" y="6508"/>
                      <a:pt x="204614" y="6508"/>
                    </a:cubicBezTo>
                    <a:lnTo>
                      <a:pt x="207246" y="6508"/>
                    </a:lnTo>
                    <a:cubicBezTo>
                      <a:pt x="207477" y="6508"/>
                      <a:pt x="207658" y="6582"/>
                      <a:pt x="207785" y="6729"/>
                    </a:cubicBezTo>
                    <a:cubicBezTo>
                      <a:pt x="207932" y="6876"/>
                      <a:pt x="208007" y="7056"/>
                      <a:pt x="208007" y="7266"/>
                    </a:cubicBezTo>
                    <a:lnTo>
                      <a:pt x="208007" y="22177"/>
                    </a:lnTo>
                    <a:cubicBezTo>
                      <a:pt x="208007" y="22387"/>
                      <a:pt x="207932" y="22568"/>
                      <a:pt x="207785" y="22714"/>
                    </a:cubicBezTo>
                    <a:cubicBezTo>
                      <a:pt x="207658" y="22861"/>
                      <a:pt x="207477" y="22936"/>
                      <a:pt x="207246" y="22936"/>
                    </a:cubicBezTo>
                    <a:lnTo>
                      <a:pt x="204614" y="22936"/>
                    </a:lnTo>
                    <a:close/>
                    <a:moveTo>
                      <a:pt x="204487" y="3791"/>
                    </a:moveTo>
                    <a:cubicBezTo>
                      <a:pt x="204254" y="3791"/>
                      <a:pt x="204063" y="3728"/>
                      <a:pt x="203916" y="3601"/>
                    </a:cubicBezTo>
                    <a:cubicBezTo>
                      <a:pt x="203789" y="3455"/>
                      <a:pt x="203726" y="3265"/>
                      <a:pt x="203726" y="3033"/>
                    </a:cubicBezTo>
                    <a:lnTo>
                      <a:pt x="203726" y="758"/>
                    </a:lnTo>
                    <a:cubicBezTo>
                      <a:pt x="203726" y="548"/>
                      <a:pt x="203789" y="368"/>
                      <a:pt x="203916" y="221"/>
                    </a:cubicBezTo>
                    <a:cubicBezTo>
                      <a:pt x="204063" y="74"/>
                      <a:pt x="204254" y="0"/>
                      <a:pt x="204487" y="0"/>
                    </a:cubicBezTo>
                    <a:lnTo>
                      <a:pt x="207373" y="0"/>
                    </a:lnTo>
                    <a:cubicBezTo>
                      <a:pt x="207604" y="0"/>
                      <a:pt x="207794" y="74"/>
                      <a:pt x="207944" y="221"/>
                    </a:cubicBezTo>
                    <a:cubicBezTo>
                      <a:pt x="208091" y="368"/>
                      <a:pt x="208166" y="548"/>
                      <a:pt x="208166" y="758"/>
                    </a:cubicBezTo>
                    <a:lnTo>
                      <a:pt x="208166" y="3033"/>
                    </a:lnTo>
                    <a:cubicBezTo>
                      <a:pt x="208166" y="3265"/>
                      <a:pt x="208091" y="3455"/>
                      <a:pt x="207944" y="3601"/>
                    </a:cubicBezTo>
                    <a:cubicBezTo>
                      <a:pt x="207794" y="3728"/>
                      <a:pt x="207604" y="3791"/>
                      <a:pt x="207373" y="3791"/>
                    </a:cubicBezTo>
                    <a:lnTo>
                      <a:pt x="204487" y="3791"/>
                    </a:lnTo>
                    <a:close/>
                    <a:moveTo>
                      <a:pt x="219349" y="23252"/>
                    </a:moveTo>
                    <a:cubicBezTo>
                      <a:pt x="217827" y="23252"/>
                      <a:pt x="216484" y="22967"/>
                      <a:pt x="215322" y="22399"/>
                    </a:cubicBezTo>
                    <a:cubicBezTo>
                      <a:pt x="214180" y="21830"/>
                      <a:pt x="213281" y="21008"/>
                      <a:pt x="212626" y="19934"/>
                    </a:cubicBezTo>
                    <a:cubicBezTo>
                      <a:pt x="211992" y="18840"/>
                      <a:pt x="211643" y="17522"/>
                      <a:pt x="211579" y="15985"/>
                    </a:cubicBezTo>
                    <a:cubicBezTo>
                      <a:pt x="211559" y="15669"/>
                      <a:pt x="211548" y="15259"/>
                      <a:pt x="211548" y="14753"/>
                    </a:cubicBezTo>
                    <a:cubicBezTo>
                      <a:pt x="211548" y="14228"/>
                      <a:pt x="211559" y="13794"/>
                      <a:pt x="211579" y="13458"/>
                    </a:cubicBezTo>
                    <a:cubicBezTo>
                      <a:pt x="211643" y="11921"/>
                      <a:pt x="211992" y="10615"/>
                      <a:pt x="212626" y="9541"/>
                    </a:cubicBezTo>
                    <a:cubicBezTo>
                      <a:pt x="213281" y="8446"/>
                      <a:pt x="214180" y="7614"/>
                      <a:pt x="215322" y="7045"/>
                    </a:cubicBezTo>
                    <a:cubicBezTo>
                      <a:pt x="216484" y="6476"/>
                      <a:pt x="217827" y="6192"/>
                      <a:pt x="219349" y="6192"/>
                    </a:cubicBezTo>
                    <a:cubicBezTo>
                      <a:pt x="220701" y="6192"/>
                      <a:pt x="221854" y="6382"/>
                      <a:pt x="222806" y="6761"/>
                    </a:cubicBezTo>
                    <a:cubicBezTo>
                      <a:pt x="223757" y="7140"/>
                      <a:pt x="224539" y="7614"/>
                      <a:pt x="225153" y="8182"/>
                    </a:cubicBezTo>
                    <a:cubicBezTo>
                      <a:pt x="225766" y="8751"/>
                      <a:pt x="226219" y="9351"/>
                      <a:pt x="226516" y="9983"/>
                    </a:cubicBezTo>
                    <a:cubicBezTo>
                      <a:pt x="226833" y="10595"/>
                      <a:pt x="227003" y="11152"/>
                      <a:pt x="227024" y="11657"/>
                    </a:cubicBezTo>
                    <a:cubicBezTo>
                      <a:pt x="227044" y="11890"/>
                      <a:pt x="226971" y="12079"/>
                      <a:pt x="226802" y="12226"/>
                    </a:cubicBezTo>
                    <a:cubicBezTo>
                      <a:pt x="226654" y="12352"/>
                      <a:pt x="226473" y="12416"/>
                      <a:pt x="226262" y="12416"/>
                    </a:cubicBezTo>
                    <a:lnTo>
                      <a:pt x="223472" y="12416"/>
                    </a:lnTo>
                    <a:cubicBezTo>
                      <a:pt x="223261" y="12416"/>
                      <a:pt x="223091" y="12364"/>
                      <a:pt x="222964" y="12258"/>
                    </a:cubicBezTo>
                    <a:cubicBezTo>
                      <a:pt x="222858" y="12152"/>
                      <a:pt x="222754" y="11994"/>
                      <a:pt x="222647" y="11784"/>
                    </a:cubicBezTo>
                    <a:cubicBezTo>
                      <a:pt x="222330" y="10942"/>
                      <a:pt x="221906" y="10351"/>
                      <a:pt x="221379" y="10015"/>
                    </a:cubicBezTo>
                    <a:cubicBezTo>
                      <a:pt x="220871" y="9656"/>
                      <a:pt x="220217" y="9478"/>
                      <a:pt x="219412" y="9478"/>
                    </a:cubicBezTo>
                    <a:cubicBezTo>
                      <a:pt x="218355" y="9478"/>
                      <a:pt x="217510" y="9814"/>
                      <a:pt x="216875" y="10488"/>
                    </a:cubicBezTo>
                    <a:cubicBezTo>
                      <a:pt x="216262" y="11141"/>
                      <a:pt x="215935" y="12183"/>
                      <a:pt x="215892" y="13616"/>
                    </a:cubicBezTo>
                    <a:cubicBezTo>
                      <a:pt x="215849" y="14417"/>
                      <a:pt x="215849" y="15153"/>
                      <a:pt x="215892" y="15827"/>
                    </a:cubicBezTo>
                    <a:cubicBezTo>
                      <a:pt x="215935" y="17281"/>
                      <a:pt x="216262" y="18334"/>
                      <a:pt x="216875" y="18987"/>
                    </a:cubicBezTo>
                    <a:cubicBezTo>
                      <a:pt x="217510" y="19639"/>
                      <a:pt x="218355" y="19966"/>
                      <a:pt x="219412" y="19966"/>
                    </a:cubicBezTo>
                    <a:cubicBezTo>
                      <a:pt x="220237" y="19966"/>
                      <a:pt x="220903" y="19797"/>
                      <a:pt x="221410" y="19460"/>
                    </a:cubicBezTo>
                    <a:cubicBezTo>
                      <a:pt x="221918" y="19102"/>
                      <a:pt x="222330" y="18501"/>
                      <a:pt x="222647" y="17660"/>
                    </a:cubicBezTo>
                    <a:cubicBezTo>
                      <a:pt x="222754" y="17450"/>
                      <a:pt x="222858" y="17292"/>
                      <a:pt x="222964" y="17186"/>
                    </a:cubicBezTo>
                    <a:cubicBezTo>
                      <a:pt x="223091" y="17080"/>
                      <a:pt x="223261" y="17028"/>
                      <a:pt x="223472" y="17028"/>
                    </a:cubicBezTo>
                    <a:lnTo>
                      <a:pt x="226262" y="17028"/>
                    </a:lnTo>
                    <a:cubicBezTo>
                      <a:pt x="226473" y="17028"/>
                      <a:pt x="226654" y="17102"/>
                      <a:pt x="226802" y="17249"/>
                    </a:cubicBezTo>
                    <a:cubicBezTo>
                      <a:pt x="226971" y="17375"/>
                      <a:pt x="227044" y="17554"/>
                      <a:pt x="227024" y="17786"/>
                    </a:cubicBezTo>
                    <a:cubicBezTo>
                      <a:pt x="227003" y="18165"/>
                      <a:pt x="226897" y="18596"/>
                      <a:pt x="226706" y="19081"/>
                    </a:cubicBezTo>
                    <a:cubicBezTo>
                      <a:pt x="226537" y="19544"/>
                      <a:pt x="226251" y="20029"/>
                      <a:pt x="225850" y="20535"/>
                    </a:cubicBezTo>
                    <a:cubicBezTo>
                      <a:pt x="225470" y="21020"/>
                      <a:pt x="224983" y="21471"/>
                      <a:pt x="224391" y="21893"/>
                    </a:cubicBezTo>
                    <a:cubicBezTo>
                      <a:pt x="223800" y="22292"/>
                      <a:pt x="223080" y="22620"/>
                      <a:pt x="222235" y="22872"/>
                    </a:cubicBezTo>
                    <a:cubicBezTo>
                      <a:pt x="221410" y="23125"/>
                      <a:pt x="220448" y="23252"/>
                      <a:pt x="219349" y="23252"/>
                    </a:cubicBezTo>
                    <a:close/>
                    <a:moveTo>
                      <a:pt x="231124" y="22936"/>
                    </a:moveTo>
                    <a:cubicBezTo>
                      <a:pt x="230913" y="22936"/>
                      <a:pt x="230732" y="22861"/>
                      <a:pt x="230584" y="22714"/>
                    </a:cubicBezTo>
                    <a:cubicBezTo>
                      <a:pt x="230437" y="22568"/>
                      <a:pt x="230362" y="22387"/>
                      <a:pt x="230362" y="22177"/>
                    </a:cubicBezTo>
                    <a:lnTo>
                      <a:pt x="230362" y="1264"/>
                    </a:lnTo>
                    <a:cubicBezTo>
                      <a:pt x="230362" y="1054"/>
                      <a:pt x="230437" y="873"/>
                      <a:pt x="230584" y="727"/>
                    </a:cubicBezTo>
                    <a:cubicBezTo>
                      <a:pt x="230732" y="580"/>
                      <a:pt x="230913" y="505"/>
                      <a:pt x="231124" y="505"/>
                    </a:cubicBezTo>
                    <a:lnTo>
                      <a:pt x="233946" y="505"/>
                    </a:lnTo>
                    <a:cubicBezTo>
                      <a:pt x="234179" y="505"/>
                      <a:pt x="234358" y="580"/>
                      <a:pt x="234485" y="727"/>
                    </a:cubicBezTo>
                    <a:cubicBezTo>
                      <a:pt x="234632" y="873"/>
                      <a:pt x="234707" y="1054"/>
                      <a:pt x="234707" y="1264"/>
                    </a:cubicBezTo>
                    <a:lnTo>
                      <a:pt x="234707" y="8467"/>
                    </a:lnTo>
                    <a:cubicBezTo>
                      <a:pt x="235278" y="7792"/>
                      <a:pt x="235976" y="7246"/>
                      <a:pt x="236800" y="6824"/>
                    </a:cubicBezTo>
                    <a:cubicBezTo>
                      <a:pt x="237625" y="6402"/>
                      <a:pt x="238640" y="6192"/>
                      <a:pt x="239845" y="6192"/>
                    </a:cubicBezTo>
                    <a:cubicBezTo>
                      <a:pt x="241134" y="6192"/>
                      <a:pt x="242255" y="6488"/>
                      <a:pt x="243206" y="7077"/>
                    </a:cubicBezTo>
                    <a:cubicBezTo>
                      <a:pt x="244178" y="7645"/>
                      <a:pt x="244930" y="8455"/>
                      <a:pt x="245458" y="9509"/>
                    </a:cubicBezTo>
                    <a:cubicBezTo>
                      <a:pt x="245986" y="10563"/>
                      <a:pt x="246251" y="11827"/>
                      <a:pt x="246251" y="13300"/>
                    </a:cubicBezTo>
                    <a:lnTo>
                      <a:pt x="246251" y="22177"/>
                    </a:lnTo>
                    <a:cubicBezTo>
                      <a:pt x="246251" y="22387"/>
                      <a:pt x="246176" y="22568"/>
                      <a:pt x="246029" y="22714"/>
                    </a:cubicBezTo>
                    <a:cubicBezTo>
                      <a:pt x="245881" y="22861"/>
                      <a:pt x="245700" y="22936"/>
                      <a:pt x="245490" y="22936"/>
                    </a:cubicBezTo>
                    <a:lnTo>
                      <a:pt x="242635" y="22936"/>
                    </a:lnTo>
                    <a:cubicBezTo>
                      <a:pt x="242425" y="22936"/>
                      <a:pt x="242243" y="22861"/>
                      <a:pt x="242096" y="22714"/>
                    </a:cubicBezTo>
                    <a:cubicBezTo>
                      <a:pt x="241949" y="22568"/>
                      <a:pt x="241874" y="22387"/>
                      <a:pt x="241874" y="22177"/>
                    </a:cubicBezTo>
                    <a:lnTo>
                      <a:pt x="241874" y="13490"/>
                    </a:lnTo>
                    <a:cubicBezTo>
                      <a:pt x="241874" y="12269"/>
                      <a:pt x="241568" y="11310"/>
                      <a:pt x="240955" y="10615"/>
                    </a:cubicBezTo>
                    <a:cubicBezTo>
                      <a:pt x="240363" y="9920"/>
                      <a:pt x="239496" y="9572"/>
                      <a:pt x="238354" y="9572"/>
                    </a:cubicBezTo>
                    <a:cubicBezTo>
                      <a:pt x="237256" y="9572"/>
                      <a:pt x="236368" y="9920"/>
                      <a:pt x="235690" y="10615"/>
                    </a:cubicBezTo>
                    <a:cubicBezTo>
                      <a:pt x="235036" y="11310"/>
                      <a:pt x="234707" y="12269"/>
                      <a:pt x="234707" y="13490"/>
                    </a:cubicBezTo>
                    <a:lnTo>
                      <a:pt x="234707" y="22177"/>
                    </a:lnTo>
                    <a:cubicBezTo>
                      <a:pt x="234707" y="22387"/>
                      <a:pt x="234632" y="22568"/>
                      <a:pt x="234485" y="22714"/>
                    </a:cubicBezTo>
                    <a:cubicBezTo>
                      <a:pt x="234358" y="22861"/>
                      <a:pt x="234179" y="22936"/>
                      <a:pt x="233946" y="22936"/>
                    </a:cubicBezTo>
                    <a:lnTo>
                      <a:pt x="231124" y="22936"/>
                    </a:lnTo>
                    <a:close/>
                    <a:moveTo>
                      <a:pt x="257380" y="23252"/>
                    </a:moveTo>
                    <a:cubicBezTo>
                      <a:pt x="255033" y="23252"/>
                      <a:pt x="253171" y="22577"/>
                      <a:pt x="251798" y="21230"/>
                    </a:cubicBezTo>
                    <a:cubicBezTo>
                      <a:pt x="250423" y="19882"/>
                      <a:pt x="249682" y="17964"/>
                      <a:pt x="249578" y="15480"/>
                    </a:cubicBezTo>
                    <a:cubicBezTo>
                      <a:pt x="249556" y="15270"/>
                      <a:pt x="249547" y="15006"/>
                      <a:pt x="249547" y="14690"/>
                    </a:cubicBezTo>
                    <a:cubicBezTo>
                      <a:pt x="249547" y="14354"/>
                      <a:pt x="249556" y="14090"/>
                      <a:pt x="249578" y="13900"/>
                    </a:cubicBezTo>
                    <a:cubicBezTo>
                      <a:pt x="249662" y="12321"/>
                      <a:pt x="250022" y="10951"/>
                      <a:pt x="250656" y="9793"/>
                    </a:cubicBezTo>
                    <a:cubicBezTo>
                      <a:pt x="251311" y="8636"/>
                      <a:pt x="252210" y="7751"/>
                      <a:pt x="253352" y="7140"/>
                    </a:cubicBezTo>
                    <a:cubicBezTo>
                      <a:pt x="254494" y="6508"/>
                      <a:pt x="255835" y="6192"/>
                      <a:pt x="257380" y="6192"/>
                    </a:cubicBezTo>
                    <a:cubicBezTo>
                      <a:pt x="259092" y="6192"/>
                      <a:pt x="260528" y="6551"/>
                      <a:pt x="261693" y="7266"/>
                    </a:cubicBezTo>
                    <a:cubicBezTo>
                      <a:pt x="262855" y="7961"/>
                      <a:pt x="263731" y="8940"/>
                      <a:pt x="264325" y="10204"/>
                    </a:cubicBezTo>
                    <a:cubicBezTo>
                      <a:pt x="264916" y="11447"/>
                      <a:pt x="265213" y="12889"/>
                      <a:pt x="265213" y="14532"/>
                    </a:cubicBezTo>
                    <a:lnTo>
                      <a:pt x="265213" y="15196"/>
                    </a:lnTo>
                    <a:cubicBezTo>
                      <a:pt x="265213" y="15405"/>
                      <a:pt x="265138" y="15586"/>
                      <a:pt x="264991" y="15733"/>
                    </a:cubicBezTo>
                    <a:cubicBezTo>
                      <a:pt x="264841" y="15879"/>
                      <a:pt x="264651" y="15954"/>
                      <a:pt x="264420" y="15954"/>
                    </a:cubicBezTo>
                    <a:lnTo>
                      <a:pt x="253891" y="15954"/>
                    </a:lnTo>
                    <a:cubicBezTo>
                      <a:pt x="253891" y="15954"/>
                      <a:pt x="253891" y="15985"/>
                      <a:pt x="253891" y="16049"/>
                    </a:cubicBezTo>
                    <a:cubicBezTo>
                      <a:pt x="253891" y="16112"/>
                      <a:pt x="253891" y="16164"/>
                      <a:pt x="253891" y="16207"/>
                    </a:cubicBezTo>
                    <a:cubicBezTo>
                      <a:pt x="253912" y="16944"/>
                      <a:pt x="254050" y="17628"/>
                      <a:pt x="254303" y="18260"/>
                    </a:cubicBezTo>
                    <a:cubicBezTo>
                      <a:pt x="254578" y="18872"/>
                      <a:pt x="254969" y="19366"/>
                      <a:pt x="255477" y="19745"/>
                    </a:cubicBezTo>
                    <a:cubicBezTo>
                      <a:pt x="256005" y="20124"/>
                      <a:pt x="256628" y="20314"/>
                      <a:pt x="257348" y="20314"/>
                    </a:cubicBezTo>
                    <a:cubicBezTo>
                      <a:pt x="257939" y="20314"/>
                      <a:pt x="258435" y="20230"/>
                      <a:pt x="258838" y="20061"/>
                    </a:cubicBezTo>
                    <a:cubicBezTo>
                      <a:pt x="259239" y="19871"/>
                      <a:pt x="259568" y="19661"/>
                      <a:pt x="259821" y="19429"/>
                    </a:cubicBezTo>
                    <a:cubicBezTo>
                      <a:pt x="260075" y="19196"/>
                      <a:pt x="260254" y="19007"/>
                      <a:pt x="260361" y="18860"/>
                    </a:cubicBezTo>
                    <a:cubicBezTo>
                      <a:pt x="260551" y="18608"/>
                      <a:pt x="260698" y="18461"/>
                      <a:pt x="260805" y="18418"/>
                    </a:cubicBezTo>
                    <a:cubicBezTo>
                      <a:pt x="260931" y="18355"/>
                      <a:pt x="261110" y="18323"/>
                      <a:pt x="261344" y="18323"/>
                    </a:cubicBezTo>
                    <a:lnTo>
                      <a:pt x="264071" y="18323"/>
                    </a:lnTo>
                    <a:cubicBezTo>
                      <a:pt x="264282" y="18323"/>
                      <a:pt x="264452" y="18386"/>
                      <a:pt x="264578" y="18513"/>
                    </a:cubicBezTo>
                    <a:cubicBezTo>
                      <a:pt x="264726" y="18639"/>
                      <a:pt x="264789" y="18797"/>
                      <a:pt x="264769" y="18987"/>
                    </a:cubicBezTo>
                    <a:cubicBezTo>
                      <a:pt x="264746" y="19323"/>
                      <a:pt x="264567" y="19734"/>
                      <a:pt x="264230" y="20219"/>
                    </a:cubicBezTo>
                    <a:cubicBezTo>
                      <a:pt x="263912" y="20704"/>
                      <a:pt x="263446" y="21178"/>
                      <a:pt x="262834" y="21640"/>
                    </a:cubicBezTo>
                    <a:cubicBezTo>
                      <a:pt x="262220" y="22103"/>
                      <a:pt x="261448" y="22493"/>
                      <a:pt x="260519" y="22809"/>
                    </a:cubicBezTo>
                    <a:cubicBezTo>
                      <a:pt x="259609" y="23105"/>
                      <a:pt x="258562" y="23252"/>
                      <a:pt x="257380" y="23252"/>
                    </a:cubicBezTo>
                    <a:close/>
                    <a:moveTo>
                      <a:pt x="253891" y="13300"/>
                    </a:moveTo>
                    <a:lnTo>
                      <a:pt x="260900" y="13300"/>
                    </a:lnTo>
                    <a:lnTo>
                      <a:pt x="260900" y="13205"/>
                    </a:lnTo>
                    <a:cubicBezTo>
                      <a:pt x="260900" y="12384"/>
                      <a:pt x="260762" y="11669"/>
                      <a:pt x="260487" y="11057"/>
                    </a:cubicBezTo>
                    <a:cubicBezTo>
                      <a:pt x="260211" y="10446"/>
                      <a:pt x="259810" y="9963"/>
                      <a:pt x="259282" y="9604"/>
                    </a:cubicBezTo>
                    <a:cubicBezTo>
                      <a:pt x="258752" y="9245"/>
                      <a:pt x="258118" y="9067"/>
                      <a:pt x="257380" y="9067"/>
                    </a:cubicBezTo>
                    <a:cubicBezTo>
                      <a:pt x="256639" y="9067"/>
                      <a:pt x="256005" y="9245"/>
                      <a:pt x="255477" y="9604"/>
                    </a:cubicBezTo>
                    <a:cubicBezTo>
                      <a:pt x="254947" y="9963"/>
                      <a:pt x="254546" y="10446"/>
                      <a:pt x="254272" y="11057"/>
                    </a:cubicBezTo>
                    <a:cubicBezTo>
                      <a:pt x="254018" y="11669"/>
                      <a:pt x="253891" y="12384"/>
                      <a:pt x="253891" y="13205"/>
                    </a:cubicBezTo>
                    <a:lnTo>
                      <a:pt x="253891" y="13300"/>
                    </a:lnTo>
                    <a:close/>
                    <a:moveTo>
                      <a:pt x="269340" y="22936"/>
                    </a:moveTo>
                    <a:cubicBezTo>
                      <a:pt x="269127" y="22936"/>
                      <a:pt x="268948" y="22861"/>
                      <a:pt x="268801" y="22714"/>
                    </a:cubicBezTo>
                    <a:cubicBezTo>
                      <a:pt x="268651" y="22568"/>
                      <a:pt x="268579" y="22387"/>
                      <a:pt x="268579" y="22177"/>
                    </a:cubicBezTo>
                    <a:lnTo>
                      <a:pt x="268579" y="7298"/>
                    </a:lnTo>
                    <a:cubicBezTo>
                      <a:pt x="268579" y="7065"/>
                      <a:pt x="268651" y="6876"/>
                      <a:pt x="268801" y="6729"/>
                    </a:cubicBezTo>
                    <a:cubicBezTo>
                      <a:pt x="268948" y="6582"/>
                      <a:pt x="269127" y="6508"/>
                      <a:pt x="269340" y="6508"/>
                    </a:cubicBezTo>
                    <a:lnTo>
                      <a:pt x="271909" y="6508"/>
                    </a:lnTo>
                    <a:cubicBezTo>
                      <a:pt x="272119" y="6508"/>
                      <a:pt x="272298" y="6582"/>
                      <a:pt x="272448" y="6729"/>
                    </a:cubicBezTo>
                    <a:cubicBezTo>
                      <a:pt x="272615" y="6876"/>
                      <a:pt x="272701" y="7065"/>
                      <a:pt x="272701" y="7298"/>
                    </a:cubicBezTo>
                    <a:lnTo>
                      <a:pt x="272701" y="8593"/>
                    </a:lnTo>
                    <a:cubicBezTo>
                      <a:pt x="273186" y="7918"/>
                      <a:pt x="273811" y="7404"/>
                      <a:pt x="274572" y="7045"/>
                    </a:cubicBezTo>
                    <a:cubicBezTo>
                      <a:pt x="275354" y="6686"/>
                      <a:pt x="276253" y="6508"/>
                      <a:pt x="277268" y="6508"/>
                    </a:cubicBezTo>
                    <a:lnTo>
                      <a:pt x="278568" y="6508"/>
                    </a:lnTo>
                    <a:cubicBezTo>
                      <a:pt x="278799" y="6508"/>
                      <a:pt x="278981" y="6582"/>
                      <a:pt x="279107" y="6729"/>
                    </a:cubicBezTo>
                    <a:cubicBezTo>
                      <a:pt x="279255" y="6876"/>
                      <a:pt x="279329" y="7056"/>
                      <a:pt x="279329" y="7266"/>
                    </a:cubicBezTo>
                    <a:lnTo>
                      <a:pt x="279329" y="9541"/>
                    </a:lnTo>
                    <a:cubicBezTo>
                      <a:pt x="279329" y="9751"/>
                      <a:pt x="279255" y="9931"/>
                      <a:pt x="279107" y="10078"/>
                    </a:cubicBezTo>
                    <a:cubicBezTo>
                      <a:pt x="278981" y="10224"/>
                      <a:pt x="278799" y="10299"/>
                      <a:pt x="278568" y="10299"/>
                    </a:cubicBezTo>
                    <a:lnTo>
                      <a:pt x="276095" y="10299"/>
                    </a:lnTo>
                    <a:cubicBezTo>
                      <a:pt x="275080" y="10299"/>
                      <a:pt x="274287" y="10583"/>
                      <a:pt x="273716" y="11152"/>
                    </a:cubicBezTo>
                    <a:cubicBezTo>
                      <a:pt x="273166" y="11721"/>
                      <a:pt x="272892" y="12499"/>
                      <a:pt x="272892" y="13490"/>
                    </a:cubicBezTo>
                    <a:lnTo>
                      <a:pt x="272892" y="22177"/>
                    </a:lnTo>
                    <a:cubicBezTo>
                      <a:pt x="272892" y="22387"/>
                      <a:pt x="272817" y="22568"/>
                      <a:pt x="272670" y="22714"/>
                    </a:cubicBezTo>
                    <a:cubicBezTo>
                      <a:pt x="272520" y="22861"/>
                      <a:pt x="272330" y="22936"/>
                      <a:pt x="272099" y="22936"/>
                    </a:cubicBezTo>
                    <a:lnTo>
                      <a:pt x="269340"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7" name="Freeform 146">
                <a:extLst>
                  <a:ext uri="{FF2B5EF4-FFF2-40B4-BE49-F238E27FC236}">
                    <a16:creationId xmlns:a16="http://schemas.microsoft.com/office/drawing/2014/main" id="{7B5D63E0-AEC3-7F07-5338-690F8433A3EE}"/>
                  </a:ext>
                </a:extLst>
              </p:cNvPr>
              <p:cNvSpPr/>
              <p:nvPr/>
            </p:nvSpPr>
            <p:spPr>
              <a:xfrm>
                <a:off x="2692665" y="5744875"/>
                <a:ext cx="271475" cy="28432"/>
              </a:xfrm>
              <a:custGeom>
                <a:avLst/>
                <a:gdLst>
                  <a:gd name="csX0" fmla="*/ 761 w 271475"/>
                  <a:gd name="csY0" fmla="*/ 22430 h 28432"/>
                  <a:gd name="csX1" fmla="*/ 222 w 271475"/>
                  <a:gd name="csY1" fmla="*/ 22209 h 28432"/>
                  <a:gd name="csX2" fmla="*/ 0 w 271475"/>
                  <a:gd name="csY2" fmla="*/ 21672 h 28432"/>
                  <a:gd name="csX3" fmla="*/ 0 w 271475"/>
                  <a:gd name="csY3" fmla="*/ 1074 h 28432"/>
                  <a:gd name="csX4" fmla="*/ 222 w 271475"/>
                  <a:gd name="csY4" fmla="*/ 537 h 28432"/>
                  <a:gd name="csX5" fmla="*/ 761 w 271475"/>
                  <a:gd name="csY5" fmla="*/ 316 h 28432"/>
                  <a:gd name="csX6" fmla="*/ 3742 w 271475"/>
                  <a:gd name="csY6" fmla="*/ 316 h 28432"/>
                  <a:gd name="csX7" fmla="*/ 4281 w 271475"/>
                  <a:gd name="csY7" fmla="*/ 537 h 28432"/>
                  <a:gd name="csX8" fmla="*/ 4503 w 271475"/>
                  <a:gd name="csY8" fmla="*/ 1074 h 28432"/>
                  <a:gd name="csX9" fmla="*/ 4503 w 271475"/>
                  <a:gd name="csY9" fmla="*/ 21672 h 28432"/>
                  <a:gd name="csX10" fmla="*/ 4281 w 271475"/>
                  <a:gd name="csY10" fmla="*/ 22209 h 28432"/>
                  <a:gd name="csX11" fmla="*/ 3742 w 271475"/>
                  <a:gd name="csY11" fmla="*/ 22430 h 28432"/>
                  <a:gd name="csX12" fmla="*/ 761 w 271475"/>
                  <a:gd name="csY12" fmla="*/ 22430 h 28432"/>
                  <a:gd name="csX13" fmla="*/ 9858 w 271475"/>
                  <a:gd name="csY13" fmla="*/ 22430 h 28432"/>
                  <a:gd name="csX14" fmla="*/ 9319 w 271475"/>
                  <a:gd name="csY14" fmla="*/ 22209 h 28432"/>
                  <a:gd name="csX15" fmla="*/ 9097 w 271475"/>
                  <a:gd name="csY15" fmla="*/ 21672 h 28432"/>
                  <a:gd name="csX16" fmla="*/ 9097 w 271475"/>
                  <a:gd name="csY16" fmla="*/ 6761 h 28432"/>
                  <a:gd name="csX17" fmla="*/ 9319 w 271475"/>
                  <a:gd name="csY17" fmla="*/ 6224 h 28432"/>
                  <a:gd name="csX18" fmla="*/ 9858 w 271475"/>
                  <a:gd name="csY18" fmla="*/ 6002 h 28432"/>
                  <a:gd name="csX19" fmla="*/ 12459 w 271475"/>
                  <a:gd name="csY19" fmla="*/ 6002 h 28432"/>
                  <a:gd name="csX20" fmla="*/ 12998 w 271475"/>
                  <a:gd name="csY20" fmla="*/ 6224 h 28432"/>
                  <a:gd name="csX21" fmla="*/ 13220 w 271475"/>
                  <a:gd name="csY21" fmla="*/ 6761 h 28432"/>
                  <a:gd name="csX22" fmla="*/ 13220 w 271475"/>
                  <a:gd name="csY22" fmla="*/ 8056 h 28432"/>
                  <a:gd name="csX23" fmla="*/ 15313 w 271475"/>
                  <a:gd name="csY23" fmla="*/ 6382 h 28432"/>
                  <a:gd name="csX24" fmla="*/ 18516 w 271475"/>
                  <a:gd name="csY24" fmla="*/ 5686 h 28432"/>
                  <a:gd name="csX25" fmla="*/ 21877 w 271475"/>
                  <a:gd name="csY25" fmla="*/ 6571 h 28432"/>
                  <a:gd name="csX26" fmla="*/ 24066 w 271475"/>
                  <a:gd name="csY26" fmla="*/ 9004 h 28432"/>
                  <a:gd name="csX27" fmla="*/ 24858 w 271475"/>
                  <a:gd name="csY27" fmla="*/ 12795 h 28432"/>
                  <a:gd name="csX28" fmla="*/ 24858 w 271475"/>
                  <a:gd name="csY28" fmla="*/ 21672 h 28432"/>
                  <a:gd name="csX29" fmla="*/ 24636 w 271475"/>
                  <a:gd name="csY29" fmla="*/ 22209 h 28432"/>
                  <a:gd name="csX30" fmla="*/ 24097 w 271475"/>
                  <a:gd name="csY30" fmla="*/ 22430 h 28432"/>
                  <a:gd name="csX31" fmla="*/ 21306 w 271475"/>
                  <a:gd name="csY31" fmla="*/ 22430 h 28432"/>
                  <a:gd name="csX32" fmla="*/ 20767 w 271475"/>
                  <a:gd name="csY32" fmla="*/ 22209 h 28432"/>
                  <a:gd name="csX33" fmla="*/ 20545 w 271475"/>
                  <a:gd name="csY33" fmla="*/ 21672 h 28432"/>
                  <a:gd name="csX34" fmla="*/ 20545 w 271475"/>
                  <a:gd name="csY34" fmla="*/ 12984 h 28432"/>
                  <a:gd name="csX35" fmla="*/ 19626 w 271475"/>
                  <a:gd name="csY35" fmla="*/ 10109 h 28432"/>
                  <a:gd name="csX36" fmla="*/ 17025 w 271475"/>
                  <a:gd name="csY36" fmla="*/ 9067 h 28432"/>
                  <a:gd name="csX37" fmla="*/ 14393 w 271475"/>
                  <a:gd name="csY37" fmla="*/ 10109 h 28432"/>
                  <a:gd name="csX38" fmla="*/ 13410 w 271475"/>
                  <a:gd name="csY38" fmla="*/ 12984 h 28432"/>
                  <a:gd name="csX39" fmla="*/ 13410 w 271475"/>
                  <a:gd name="csY39" fmla="*/ 21672 h 28432"/>
                  <a:gd name="csX40" fmla="*/ 13188 w 271475"/>
                  <a:gd name="csY40" fmla="*/ 22209 h 28432"/>
                  <a:gd name="csX41" fmla="*/ 12649 w 271475"/>
                  <a:gd name="csY41" fmla="*/ 22430 h 28432"/>
                  <a:gd name="csX42" fmla="*/ 9858 w 271475"/>
                  <a:gd name="csY42" fmla="*/ 22430 h 28432"/>
                  <a:gd name="csX43" fmla="*/ 34225 w 271475"/>
                  <a:gd name="csY43" fmla="*/ 22430 h 28432"/>
                  <a:gd name="csX44" fmla="*/ 33464 w 271475"/>
                  <a:gd name="csY44" fmla="*/ 22209 h 28432"/>
                  <a:gd name="csX45" fmla="*/ 33083 w 271475"/>
                  <a:gd name="csY45" fmla="*/ 21640 h 28432"/>
                  <a:gd name="csX46" fmla="*/ 27153 w 271475"/>
                  <a:gd name="csY46" fmla="*/ 6982 h 28432"/>
                  <a:gd name="csX47" fmla="*/ 27090 w 271475"/>
                  <a:gd name="csY47" fmla="*/ 6697 h 28432"/>
                  <a:gd name="csX48" fmla="*/ 27280 w 271475"/>
                  <a:gd name="csY48" fmla="*/ 6224 h 28432"/>
                  <a:gd name="csX49" fmla="*/ 27787 w 271475"/>
                  <a:gd name="csY49" fmla="*/ 6002 h 28432"/>
                  <a:gd name="csX50" fmla="*/ 30356 w 271475"/>
                  <a:gd name="csY50" fmla="*/ 6002 h 28432"/>
                  <a:gd name="csX51" fmla="*/ 30927 w 271475"/>
                  <a:gd name="csY51" fmla="*/ 6224 h 28432"/>
                  <a:gd name="csX52" fmla="*/ 31181 w 271475"/>
                  <a:gd name="csY52" fmla="*/ 6603 h 28432"/>
                  <a:gd name="csX53" fmla="*/ 35398 w 271475"/>
                  <a:gd name="csY53" fmla="*/ 17691 h 28432"/>
                  <a:gd name="csX54" fmla="*/ 39616 w 271475"/>
                  <a:gd name="csY54" fmla="*/ 6603 h 28432"/>
                  <a:gd name="csX55" fmla="*/ 39870 w 271475"/>
                  <a:gd name="csY55" fmla="*/ 6224 h 28432"/>
                  <a:gd name="csX56" fmla="*/ 40441 w 271475"/>
                  <a:gd name="csY56" fmla="*/ 6002 h 28432"/>
                  <a:gd name="csX57" fmla="*/ 43041 w 271475"/>
                  <a:gd name="csY57" fmla="*/ 6002 h 28432"/>
                  <a:gd name="csX58" fmla="*/ 43485 w 271475"/>
                  <a:gd name="csY58" fmla="*/ 6224 h 28432"/>
                  <a:gd name="csX59" fmla="*/ 43707 w 271475"/>
                  <a:gd name="csY59" fmla="*/ 6697 h 28432"/>
                  <a:gd name="csX60" fmla="*/ 43675 w 271475"/>
                  <a:gd name="csY60" fmla="*/ 6982 h 28432"/>
                  <a:gd name="csX61" fmla="*/ 37713 w 271475"/>
                  <a:gd name="csY61" fmla="*/ 21640 h 28432"/>
                  <a:gd name="csX62" fmla="*/ 37333 w 271475"/>
                  <a:gd name="csY62" fmla="*/ 22209 h 28432"/>
                  <a:gd name="csX63" fmla="*/ 36572 w 271475"/>
                  <a:gd name="csY63" fmla="*/ 22430 h 28432"/>
                  <a:gd name="csX64" fmla="*/ 34225 w 271475"/>
                  <a:gd name="csY64" fmla="*/ 22430 h 28432"/>
                  <a:gd name="csX65" fmla="*/ 53115 w 271475"/>
                  <a:gd name="csY65" fmla="*/ 22746 h 28432"/>
                  <a:gd name="csX66" fmla="*/ 47533 w 271475"/>
                  <a:gd name="csY66" fmla="*/ 20724 h 28432"/>
                  <a:gd name="csX67" fmla="*/ 45313 w 271475"/>
                  <a:gd name="csY67" fmla="*/ 14975 h 28432"/>
                  <a:gd name="csX68" fmla="*/ 45281 w 271475"/>
                  <a:gd name="csY68" fmla="*/ 14185 h 28432"/>
                  <a:gd name="csX69" fmla="*/ 45313 w 271475"/>
                  <a:gd name="csY69" fmla="*/ 13395 h 28432"/>
                  <a:gd name="csX70" fmla="*/ 46391 w 271475"/>
                  <a:gd name="csY70" fmla="*/ 9288 h 28432"/>
                  <a:gd name="csX71" fmla="*/ 49087 w 271475"/>
                  <a:gd name="csY71" fmla="*/ 6634 h 28432"/>
                  <a:gd name="csX72" fmla="*/ 53115 w 271475"/>
                  <a:gd name="csY72" fmla="*/ 5686 h 28432"/>
                  <a:gd name="csX73" fmla="*/ 57428 w 271475"/>
                  <a:gd name="csY73" fmla="*/ 6761 h 28432"/>
                  <a:gd name="csX74" fmla="*/ 60060 w 271475"/>
                  <a:gd name="csY74" fmla="*/ 9699 h 28432"/>
                  <a:gd name="csX75" fmla="*/ 60948 w 271475"/>
                  <a:gd name="csY75" fmla="*/ 14027 h 28432"/>
                  <a:gd name="csX76" fmla="*/ 60948 w 271475"/>
                  <a:gd name="csY76" fmla="*/ 14690 h 28432"/>
                  <a:gd name="csX77" fmla="*/ 60726 w 271475"/>
                  <a:gd name="csY77" fmla="*/ 15227 h 28432"/>
                  <a:gd name="csX78" fmla="*/ 60155 w 271475"/>
                  <a:gd name="csY78" fmla="*/ 15448 h 28432"/>
                  <a:gd name="csX79" fmla="*/ 49626 w 271475"/>
                  <a:gd name="csY79" fmla="*/ 15448 h 28432"/>
                  <a:gd name="csX80" fmla="*/ 49626 w 271475"/>
                  <a:gd name="csY80" fmla="*/ 15543 h 28432"/>
                  <a:gd name="csX81" fmla="*/ 49626 w 271475"/>
                  <a:gd name="csY81" fmla="*/ 15701 h 28432"/>
                  <a:gd name="csX82" fmla="*/ 50038 w 271475"/>
                  <a:gd name="csY82" fmla="*/ 17755 h 28432"/>
                  <a:gd name="csX83" fmla="*/ 51212 w 271475"/>
                  <a:gd name="csY83" fmla="*/ 19239 h 28432"/>
                  <a:gd name="csX84" fmla="*/ 53083 w 271475"/>
                  <a:gd name="csY84" fmla="*/ 19808 h 28432"/>
                  <a:gd name="csX85" fmla="*/ 54573 w 271475"/>
                  <a:gd name="csY85" fmla="*/ 19555 h 28432"/>
                  <a:gd name="csX86" fmla="*/ 55556 w 271475"/>
                  <a:gd name="csY86" fmla="*/ 18923 h 28432"/>
                  <a:gd name="csX87" fmla="*/ 56096 w 271475"/>
                  <a:gd name="csY87" fmla="*/ 18355 h 28432"/>
                  <a:gd name="csX88" fmla="*/ 56540 w 271475"/>
                  <a:gd name="csY88" fmla="*/ 17912 h 28432"/>
                  <a:gd name="csX89" fmla="*/ 57079 w 271475"/>
                  <a:gd name="csY89" fmla="*/ 17818 h 28432"/>
                  <a:gd name="csX90" fmla="*/ 59806 w 271475"/>
                  <a:gd name="csY90" fmla="*/ 17818 h 28432"/>
                  <a:gd name="csX91" fmla="*/ 60313 w 271475"/>
                  <a:gd name="csY91" fmla="*/ 18007 h 28432"/>
                  <a:gd name="csX92" fmla="*/ 60504 w 271475"/>
                  <a:gd name="csY92" fmla="*/ 18481 h 28432"/>
                  <a:gd name="csX93" fmla="*/ 59965 w 271475"/>
                  <a:gd name="csY93" fmla="*/ 19713 h 28432"/>
                  <a:gd name="csX94" fmla="*/ 58569 w 271475"/>
                  <a:gd name="csY94" fmla="*/ 21135 h 28432"/>
                  <a:gd name="csX95" fmla="*/ 56254 w 271475"/>
                  <a:gd name="csY95" fmla="*/ 22304 h 28432"/>
                  <a:gd name="csX96" fmla="*/ 53115 w 271475"/>
                  <a:gd name="csY96" fmla="*/ 22746 h 28432"/>
                  <a:gd name="csX97" fmla="*/ 49626 w 271475"/>
                  <a:gd name="csY97" fmla="*/ 12795 h 28432"/>
                  <a:gd name="csX98" fmla="*/ 56635 w 271475"/>
                  <a:gd name="csY98" fmla="*/ 12795 h 28432"/>
                  <a:gd name="csX99" fmla="*/ 56635 w 271475"/>
                  <a:gd name="csY99" fmla="*/ 12700 h 28432"/>
                  <a:gd name="csX100" fmla="*/ 56222 w 271475"/>
                  <a:gd name="csY100" fmla="*/ 10552 h 28432"/>
                  <a:gd name="csX101" fmla="*/ 55017 w 271475"/>
                  <a:gd name="csY101" fmla="*/ 9098 h 28432"/>
                  <a:gd name="csX102" fmla="*/ 53115 w 271475"/>
                  <a:gd name="csY102" fmla="*/ 8561 h 28432"/>
                  <a:gd name="csX103" fmla="*/ 51212 w 271475"/>
                  <a:gd name="csY103" fmla="*/ 9098 h 28432"/>
                  <a:gd name="csX104" fmla="*/ 50007 w 271475"/>
                  <a:gd name="csY104" fmla="*/ 10552 h 28432"/>
                  <a:gd name="csX105" fmla="*/ 49626 w 271475"/>
                  <a:gd name="csY105" fmla="*/ 12700 h 28432"/>
                  <a:gd name="csX106" fmla="*/ 49626 w 271475"/>
                  <a:gd name="csY106" fmla="*/ 12795 h 28432"/>
                  <a:gd name="csX107" fmla="*/ 65077 w 271475"/>
                  <a:gd name="csY107" fmla="*/ 22430 h 28432"/>
                  <a:gd name="csX108" fmla="*/ 64538 w 271475"/>
                  <a:gd name="csY108" fmla="*/ 22209 h 28432"/>
                  <a:gd name="csX109" fmla="*/ 64316 w 271475"/>
                  <a:gd name="csY109" fmla="*/ 21672 h 28432"/>
                  <a:gd name="csX110" fmla="*/ 64316 w 271475"/>
                  <a:gd name="csY110" fmla="*/ 6761 h 28432"/>
                  <a:gd name="csX111" fmla="*/ 64538 w 271475"/>
                  <a:gd name="csY111" fmla="*/ 6224 h 28432"/>
                  <a:gd name="csX112" fmla="*/ 65077 w 271475"/>
                  <a:gd name="csY112" fmla="*/ 6002 h 28432"/>
                  <a:gd name="csX113" fmla="*/ 67678 w 271475"/>
                  <a:gd name="csY113" fmla="*/ 6002 h 28432"/>
                  <a:gd name="csX114" fmla="*/ 68217 w 271475"/>
                  <a:gd name="csY114" fmla="*/ 6224 h 28432"/>
                  <a:gd name="csX115" fmla="*/ 68439 w 271475"/>
                  <a:gd name="csY115" fmla="*/ 6761 h 28432"/>
                  <a:gd name="csX116" fmla="*/ 68439 w 271475"/>
                  <a:gd name="csY116" fmla="*/ 8056 h 28432"/>
                  <a:gd name="csX117" fmla="*/ 70532 w 271475"/>
                  <a:gd name="csY117" fmla="*/ 6382 h 28432"/>
                  <a:gd name="csX118" fmla="*/ 73735 w 271475"/>
                  <a:gd name="csY118" fmla="*/ 5686 h 28432"/>
                  <a:gd name="csX119" fmla="*/ 77096 w 271475"/>
                  <a:gd name="csY119" fmla="*/ 6571 h 28432"/>
                  <a:gd name="csX120" fmla="*/ 79284 w 271475"/>
                  <a:gd name="csY120" fmla="*/ 9004 h 28432"/>
                  <a:gd name="csX121" fmla="*/ 80077 w 271475"/>
                  <a:gd name="csY121" fmla="*/ 12795 h 28432"/>
                  <a:gd name="csX122" fmla="*/ 80077 w 271475"/>
                  <a:gd name="csY122" fmla="*/ 21672 h 28432"/>
                  <a:gd name="csX123" fmla="*/ 79855 w 271475"/>
                  <a:gd name="csY123" fmla="*/ 22209 h 28432"/>
                  <a:gd name="csX124" fmla="*/ 79316 w 271475"/>
                  <a:gd name="csY124" fmla="*/ 22430 h 28432"/>
                  <a:gd name="csX125" fmla="*/ 76525 w 271475"/>
                  <a:gd name="csY125" fmla="*/ 22430 h 28432"/>
                  <a:gd name="csX126" fmla="*/ 75986 w 271475"/>
                  <a:gd name="csY126" fmla="*/ 22209 h 28432"/>
                  <a:gd name="csX127" fmla="*/ 75764 w 271475"/>
                  <a:gd name="csY127" fmla="*/ 21672 h 28432"/>
                  <a:gd name="csX128" fmla="*/ 75764 w 271475"/>
                  <a:gd name="csY128" fmla="*/ 12984 h 28432"/>
                  <a:gd name="csX129" fmla="*/ 74845 w 271475"/>
                  <a:gd name="csY129" fmla="*/ 10109 h 28432"/>
                  <a:gd name="csX130" fmla="*/ 72244 w 271475"/>
                  <a:gd name="csY130" fmla="*/ 9067 h 28432"/>
                  <a:gd name="csX131" fmla="*/ 69612 w 271475"/>
                  <a:gd name="csY131" fmla="*/ 10109 h 28432"/>
                  <a:gd name="csX132" fmla="*/ 68629 w 271475"/>
                  <a:gd name="csY132" fmla="*/ 12984 h 28432"/>
                  <a:gd name="csX133" fmla="*/ 68629 w 271475"/>
                  <a:gd name="csY133" fmla="*/ 21672 h 28432"/>
                  <a:gd name="csX134" fmla="*/ 68407 w 271475"/>
                  <a:gd name="csY134" fmla="*/ 22209 h 28432"/>
                  <a:gd name="csX135" fmla="*/ 67868 w 271475"/>
                  <a:gd name="csY135" fmla="*/ 22430 h 28432"/>
                  <a:gd name="csX136" fmla="*/ 65077 w 271475"/>
                  <a:gd name="csY136" fmla="*/ 22430 h 28432"/>
                  <a:gd name="csX137" fmla="*/ 91372 w 271475"/>
                  <a:gd name="csY137" fmla="*/ 22430 h 28432"/>
                  <a:gd name="csX138" fmla="*/ 88169 w 271475"/>
                  <a:gd name="csY138" fmla="*/ 21767 h 28432"/>
                  <a:gd name="csX139" fmla="*/ 86234 w 271475"/>
                  <a:gd name="csY139" fmla="*/ 19808 h 28432"/>
                  <a:gd name="csX140" fmla="*/ 85600 w 271475"/>
                  <a:gd name="csY140" fmla="*/ 16522 h 28432"/>
                  <a:gd name="csX141" fmla="*/ 85600 w 271475"/>
                  <a:gd name="csY141" fmla="*/ 9351 h 28432"/>
                  <a:gd name="csX142" fmla="*/ 83095 w 271475"/>
                  <a:gd name="csY142" fmla="*/ 9351 h 28432"/>
                  <a:gd name="csX143" fmla="*/ 82555 w 271475"/>
                  <a:gd name="csY143" fmla="*/ 9130 h 28432"/>
                  <a:gd name="csX144" fmla="*/ 82333 w 271475"/>
                  <a:gd name="csY144" fmla="*/ 8593 h 28432"/>
                  <a:gd name="csX145" fmla="*/ 82333 w 271475"/>
                  <a:gd name="csY145" fmla="*/ 6761 h 28432"/>
                  <a:gd name="csX146" fmla="*/ 82555 w 271475"/>
                  <a:gd name="csY146" fmla="*/ 6224 h 28432"/>
                  <a:gd name="csX147" fmla="*/ 83095 w 271475"/>
                  <a:gd name="csY147" fmla="*/ 6002 h 28432"/>
                  <a:gd name="csX148" fmla="*/ 85600 w 271475"/>
                  <a:gd name="csY148" fmla="*/ 6002 h 28432"/>
                  <a:gd name="csX149" fmla="*/ 85600 w 271475"/>
                  <a:gd name="csY149" fmla="*/ 758 h 28432"/>
                  <a:gd name="csX150" fmla="*/ 85790 w 271475"/>
                  <a:gd name="csY150" fmla="*/ 221 h 28432"/>
                  <a:gd name="csX151" fmla="*/ 86361 w 271475"/>
                  <a:gd name="csY151" fmla="*/ 0 h 28432"/>
                  <a:gd name="csX152" fmla="*/ 88930 w 271475"/>
                  <a:gd name="csY152" fmla="*/ 0 h 28432"/>
                  <a:gd name="csX153" fmla="*/ 89469 w 271475"/>
                  <a:gd name="csY153" fmla="*/ 221 h 28432"/>
                  <a:gd name="csX154" fmla="*/ 89691 w 271475"/>
                  <a:gd name="csY154" fmla="*/ 758 h 28432"/>
                  <a:gd name="csX155" fmla="*/ 89691 w 271475"/>
                  <a:gd name="csY155" fmla="*/ 6002 h 28432"/>
                  <a:gd name="csX156" fmla="*/ 93655 w 271475"/>
                  <a:gd name="csY156" fmla="*/ 6002 h 28432"/>
                  <a:gd name="csX157" fmla="*/ 94194 w 271475"/>
                  <a:gd name="csY157" fmla="*/ 6224 h 28432"/>
                  <a:gd name="csX158" fmla="*/ 94416 w 271475"/>
                  <a:gd name="csY158" fmla="*/ 6761 h 28432"/>
                  <a:gd name="csX159" fmla="*/ 94416 w 271475"/>
                  <a:gd name="csY159" fmla="*/ 8593 h 28432"/>
                  <a:gd name="csX160" fmla="*/ 94194 w 271475"/>
                  <a:gd name="csY160" fmla="*/ 9130 h 28432"/>
                  <a:gd name="csX161" fmla="*/ 93655 w 271475"/>
                  <a:gd name="csY161" fmla="*/ 9351 h 28432"/>
                  <a:gd name="csX162" fmla="*/ 89691 w 271475"/>
                  <a:gd name="csY162" fmla="*/ 9351 h 28432"/>
                  <a:gd name="csX163" fmla="*/ 89691 w 271475"/>
                  <a:gd name="csY163" fmla="*/ 16207 h 28432"/>
                  <a:gd name="csX164" fmla="*/ 90135 w 271475"/>
                  <a:gd name="csY164" fmla="*/ 18228 h 28432"/>
                  <a:gd name="csX165" fmla="*/ 91752 w 271475"/>
                  <a:gd name="csY165" fmla="*/ 18955 h 28432"/>
                  <a:gd name="csX166" fmla="*/ 93940 w 271475"/>
                  <a:gd name="csY166" fmla="*/ 18955 h 28432"/>
                  <a:gd name="csX167" fmla="*/ 94479 w 271475"/>
                  <a:gd name="csY167" fmla="*/ 19176 h 28432"/>
                  <a:gd name="csX168" fmla="*/ 94701 w 271475"/>
                  <a:gd name="csY168" fmla="*/ 19713 h 28432"/>
                  <a:gd name="csX169" fmla="*/ 94701 w 271475"/>
                  <a:gd name="csY169" fmla="*/ 21672 h 28432"/>
                  <a:gd name="csX170" fmla="*/ 94479 w 271475"/>
                  <a:gd name="csY170" fmla="*/ 22209 h 28432"/>
                  <a:gd name="csX171" fmla="*/ 93940 w 271475"/>
                  <a:gd name="csY171" fmla="*/ 22430 h 28432"/>
                  <a:gd name="csX172" fmla="*/ 91372 w 271475"/>
                  <a:gd name="csY172" fmla="*/ 22430 h 28432"/>
                  <a:gd name="csX173" fmla="*/ 104809 w 271475"/>
                  <a:gd name="csY173" fmla="*/ 22746 h 28432"/>
                  <a:gd name="csX174" fmla="*/ 100528 w 271475"/>
                  <a:gd name="csY174" fmla="*/ 21861 h 28432"/>
                  <a:gd name="csX175" fmla="*/ 97895 w 271475"/>
                  <a:gd name="csY175" fmla="*/ 19366 h 28432"/>
                  <a:gd name="csX176" fmla="*/ 96881 w 271475"/>
                  <a:gd name="csY176" fmla="*/ 15606 h 28432"/>
                  <a:gd name="csX177" fmla="*/ 96849 w 271475"/>
                  <a:gd name="csY177" fmla="*/ 14216 h 28432"/>
                  <a:gd name="csX178" fmla="*/ 96881 w 271475"/>
                  <a:gd name="csY178" fmla="*/ 12826 h 28432"/>
                  <a:gd name="csX179" fmla="*/ 97927 w 271475"/>
                  <a:gd name="csY179" fmla="*/ 9067 h 28432"/>
                  <a:gd name="csX180" fmla="*/ 100591 w 271475"/>
                  <a:gd name="csY180" fmla="*/ 6571 h 28432"/>
                  <a:gd name="csX181" fmla="*/ 104809 w 271475"/>
                  <a:gd name="csY181" fmla="*/ 5686 h 28432"/>
                  <a:gd name="csX182" fmla="*/ 108995 w 271475"/>
                  <a:gd name="csY182" fmla="*/ 6571 h 28432"/>
                  <a:gd name="csX183" fmla="*/ 111659 w 271475"/>
                  <a:gd name="csY183" fmla="*/ 9067 h 28432"/>
                  <a:gd name="csX184" fmla="*/ 112737 w 271475"/>
                  <a:gd name="csY184" fmla="*/ 12826 h 28432"/>
                  <a:gd name="csX185" fmla="*/ 112769 w 271475"/>
                  <a:gd name="csY185" fmla="*/ 14216 h 28432"/>
                  <a:gd name="csX186" fmla="*/ 112737 w 271475"/>
                  <a:gd name="csY186" fmla="*/ 15606 h 28432"/>
                  <a:gd name="csX187" fmla="*/ 111691 w 271475"/>
                  <a:gd name="csY187" fmla="*/ 19366 h 28432"/>
                  <a:gd name="csX188" fmla="*/ 109058 w 271475"/>
                  <a:gd name="csY188" fmla="*/ 21861 h 28432"/>
                  <a:gd name="csX189" fmla="*/ 104809 w 271475"/>
                  <a:gd name="csY189" fmla="*/ 22746 h 28432"/>
                  <a:gd name="csX190" fmla="*/ 104809 w 271475"/>
                  <a:gd name="csY190" fmla="*/ 19618 h 28432"/>
                  <a:gd name="csX191" fmla="*/ 107409 w 271475"/>
                  <a:gd name="csY191" fmla="*/ 18576 h 28432"/>
                  <a:gd name="csX192" fmla="*/ 108424 w 271475"/>
                  <a:gd name="csY192" fmla="*/ 15448 h 28432"/>
                  <a:gd name="csX193" fmla="*/ 108456 w 271475"/>
                  <a:gd name="csY193" fmla="*/ 14216 h 28432"/>
                  <a:gd name="csX194" fmla="*/ 108424 w 271475"/>
                  <a:gd name="csY194" fmla="*/ 12984 h 28432"/>
                  <a:gd name="csX195" fmla="*/ 107409 w 271475"/>
                  <a:gd name="csY195" fmla="*/ 9888 h 28432"/>
                  <a:gd name="csX196" fmla="*/ 104809 w 271475"/>
                  <a:gd name="csY196" fmla="*/ 8814 h 28432"/>
                  <a:gd name="csX197" fmla="*/ 102208 w 271475"/>
                  <a:gd name="csY197" fmla="*/ 9888 h 28432"/>
                  <a:gd name="csX198" fmla="*/ 101194 w 271475"/>
                  <a:gd name="csY198" fmla="*/ 12984 h 28432"/>
                  <a:gd name="csX199" fmla="*/ 101162 w 271475"/>
                  <a:gd name="csY199" fmla="*/ 14216 h 28432"/>
                  <a:gd name="csX200" fmla="*/ 101194 w 271475"/>
                  <a:gd name="csY200" fmla="*/ 15448 h 28432"/>
                  <a:gd name="csX201" fmla="*/ 102208 w 271475"/>
                  <a:gd name="csY201" fmla="*/ 18576 h 28432"/>
                  <a:gd name="csX202" fmla="*/ 104809 w 271475"/>
                  <a:gd name="csY202" fmla="*/ 19618 h 28432"/>
                  <a:gd name="csX203" fmla="*/ 117043 w 271475"/>
                  <a:gd name="csY203" fmla="*/ 22430 h 28432"/>
                  <a:gd name="csX204" fmla="*/ 116504 w 271475"/>
                  <a:gd name="csY204" fmla="*/ 22209 h 28432"/>
                  <a:gd name="csX205" fmla="*/ 116282 w 271475"/>
                  <a:gd name="csY205" fmla="*/ 21672 h 28432"/>
                  <a:gd name="csX206" fmla="*/ 116282 w 271475"/>
                  <a:gd name="csY206" fmla="*/ 6792 h 28432"/>
                  <a:gd name="csX207" fmla="*/ 116504 w 271475"/>
                  <a:gd name="csY207" fmla="*/ 6224 h 28432"/>
                  <a:gd name="csX208" fmla="*/ 117043 w 271475"/>
                  <a:gd name="csY208" fmla="*/ 6002 h 28432"/>
                  <a:gd name="csX209" fmla="*/ 119612 w 271475"/>
                  <a:gd name="csY209" fmla="*/ 6002 h 28432"/>
                  <a:gd name="csX210" fmla="*/ 120151 w 271475"/>
                  <a:gd name="csY210" fmla="*/ 6224 h 28432"/>
                  <a:gd name="csX211" fmla="*/ 120405 w 271475"/>
                  <a:gd name="csY211" fmla="*/ 6792 h 28432"/>
                  <a:gd name="csX212" fmla="*/ 120405 w 271475"/>
                  <a:gd name="csY212" fmla="*/ 8088 h 28432"/>
                  <a:gd name="csX213" fmla="*/ 122276 w 271475"/>
                  <a:gd name="csY213" fmla="*/ 6540 h 28432"/>
                  <a:gd name="csX214" fmla="*/ 124971 w 271475"/>
                  <a:gd name="csY214" fmla="*/ 6002 h 28432"/>
                  <a:gd name="csX215" fmla="*/ 126272 w 271475"/>
                  <a:gd name="csY215" fmla="*/ 6002 h 28432"/>
                  <a:gd name="csX216" fmla="*/ 126811 w 271475"/>
                  <a:gd name="csY216" fmla="*/ 6224 h 28432"/>
                  <a:gd name="csX217" fmla="*/ 127033 w 271475"/>
                  <a:gd name="csY217" fmla="*/ 6761 h 28432"/>
                  <a:gd name="csX218" fmla="*/ 127033 w 271475"/>
                  <a:gd name="csY218" fmla="*/ 9035 h 28432"/>
                  <a:gd name="csX219" fmla="*/ 126811 w 271475"/>
                  <a:gd name="csY219" fmla="*/ 9572 h 28432"/>
                  <a:gd name="csX220" fmla="*/ 126272 w 271475"/>
                  <a:gd name="csY220" fmla="*/ 9793 h 28432"/>
                  <a:gd name="csX221" fmla="*/ 123798 w 271475"/>
                  <a:gd name="csY221" fmla="*/ 9793 h 28432"/>
                  <a:gd name="csX222" fmla="*/ 121420 w 271475"/>
                  <a:gd name="csY222" fmla="*/ 10646 h 28432"/>
                  <a:gd name="csX223" fmla="*/ 120595 w 271475"/>
                  <a:gd name="csY223" fmla="*/ 12984 h 28432"/>
                  <a:gd name="csX224" fmla="*/ 120595 w 271475"/>
                  <a:gd name="csY224" fmla="*/ 21672 h 28432"/>
                  <a:gd name="csX225" fmla="*/ 120373 w 271475"/>
                  <a:gd name="csY225" fmla="*/ 22209 h 28432"/>
                  <a:gd name="csX226" fmla="*/ 119802 w 271475"/>
                  <a:gd name="csY226" fmla="*/ 22430 h 28432"/>
                  <a:gd name="csX227" fmla="*/ 117043 w 271475"/>
                  <a:gd name="csY227" fmla="*/ 22430 h 28432"/>
                  <a:gd name="csX228" fmla="*/ 132487 w 271475"/>
                  <a:gd name="csY228" fmla="*/ 28433 h 28432"/>
                  <a:gd name="csX229" fmla="*/ 132043 w 271475"/>
                  <a:gd name="csY229" fmla="*/ 28243 h 28432"/>
                  <a:gd name="csX230" fmla="*/ 131853 w 271475"/>
                  <a:gd name="csY230" fmla="*/ 27801 h 28432"/>
                  <a:gd name="csX231" fmla="*/ 131853 w 271475"/>
                  <a:gd name="csY231" fmla="*/ 27548 h 28432"/>
                  <a:gd name="csX232" fmla="*/ 131980 w 271475"/>
                  <a:gd name="csY232" fmla="*/ 27295 h 28432"/>
                  <a:gd name="csX233" fmla="*/ 134454 w 271475"/>
                  <a:gd name="csY233" fmla="*/ 21451 h 28432"/>
                  <a:gd name="csX234" fmla="*/ 128365 w 271475"/>
                  <a:gd name="csY234" fmla="*/ 7140 h 28432"/>
                  <a:gd name="csX235" fmla="*/ 128238 w 271475"/>
                  <a:gd name="csY235" fmla="*/ 6697 h 28432"/>
                  <a:gd name="csX236" fmla="*/ 128460 w 271475"/>
                  <a:gd name="csY236" fmla="*/ 6224 h 28432"/>
                  <a:gd name="csX237" fmla="*/ 128936 w 271475"/>
                  <a:gd name="csY237" fmla="*/ 6002 h 28432"/>
                  <a:gd name="csX238" fmla="*/ 131504 w 271475"/>
                  <a:gd name="csY238" fmla="*/ 6002 h 28432"/>
                  <a:gd name="csX239" fmla="*/ 132075 w 271475"/>
                  <a:gd name="csY239" fmla="*/ 6192 h 28432"/>
                  <a:gd name="csX240" fmla="*/ 132361 w 271475"/>
                  <a:gd name="csY240" fmla="*/ 6603 h 28432"/>
                  <a:gd name="csX241" fmla="*/ 136578 w 271475"/>
                  <a:gd name="csY241" fmla="*/ 16933 h 28432"/>
                  <a:gd name="csX242" fmla="*/ 140923 w 271475"/>
                  <a:gd name="csY242" fmla="*/ 6603 h 28432"/>
                  <a:gd name="csX243" fmla="*/ 141208 w 271475"/>
                  <a:gd name="csY243" fmla="*/ 6192 h 28432"/>
                  <a:gd name="csX244" fmla="*/ 141779 w 271475"/>
                  <a:gd name="csY244" fmla="*/ 6002 h 28432"/>
                  <a:gd name="csX245" fmla="*/ 144316 w 271475"/>
                  <a:gd name="csY245" fmla="*/ 6002 h 28432"/>
                  <a:gd name="csX246" fmla="*/ 144760 w 271475"/>
                  <a:gd name="csY246" fmla="*/ 6192 h 28432"/>
                  <a:gd name="csX247" fmla="*/ 144982 w 271475"/>
                  <a:gd name="csY247" fmla="*/ 6634 h 28432"/>
                  <a:gd name="csX248" fmla="*/ 144855 w 271475"/>
                  <a:gd name="csY248" fmla="*/ 7140 h 28432"/>
                  <a:gd name="csX249" fmla="*/ 135881 w 271475"/>
                  <a:gd name="csY249" fmla="*/ 27832 h 28432"/>
                  <a:gd name="csX250" fmla="*/ 135564 w 271475"/>
                  <a:gd name="csY250" fmla="*/ 28243 h 28432"/>
                  <a:gd name="csX251" fmla="*/ 134993 w 271475"/>
                  <a:gd name="csY251" fmla="*/ 28433 h 28432"/>
                  <a:gd name="csX252" fmla="*/ 132487 w 271475"/>
                  <a:gd name="csY252" fmla="*/ 28433 h 28432"/>
                  <a:gd name="csX253" fmla="*/ 156659 w 271475"/>
                  <a:gd name="csY253" fmla="*/ 22746 h 28432"/>
                  <a:gd name="csX254" fmla="*/ 151649 w 271475"/>
                  <a:gd name="csY254" fmla="*/ 21735 h 28432"/>
                  <a:gd name="csX255" fmla="*/ 148541 w 271475"/>
                  <a:gd name="csY255" fmla="*/ 18797 h 28432"/>
                  <a:gd name="csX256" fmla="*/ 147336 w 271475"/>
                  <a:gd name="csY256" fmla="*/ 14185 h 28432"/>
                  <a:gd name="csX257" fmla="*/ 147304 w 271475"/>
                  <a:gd name="csY257" fmla="*/ 11405 h 28432"/>
                  <a:gd name="csX258" fmla="*/ 147336 w 271475"/>
                  <a:gd name="csY258" fmla="*/ 8561 h 28432"/>
                  <a:gd name="csX259" fmla="*/ 148541 w 271475"/>
                  <a:gd name="csY259" fmla="*/ 3981 h 28432"/>
                  <a:gd name="csX260" fmla="*/ 151680 w 271475"/>
                  <a:gd name="csY260" fmla="*/ 1043 h 28432"/>
                  <a:gd name="csX261" fmla="*/ 156659 w 271475"/>
                  <a:gd name="csY261" fmla="*/ 0 h 28432"/>
                  <a:gd name="csX262" fmla="*/ 160528 w 271475"/>
                  <a:gd name="csY262" fmla="*/ 569 h 28432"/>
                  <a:gd name="csX263" fmla="*/ 163446 w 271475"/>
                  <a:gd name="csY263" fmla="*/ 2148 h 28432"/>
                  <a:gd name="csX264" fmla="*/ 165317 w 271475"/>
                  <a:gd name="csY264" fmla="*/ 4454 h 28432"/>
                  <a:gd name="csX265" fmla="*/ 166015 w 271475"/>
                  <a:gd name="csY265" fmla="*/ 7329 h 28432"/>
                  <a:gd name="csX266" fmla="*/ 165824 w 271475"/>
                  <a:gd name="csY266" fmla="*/ 7803 h 28432"/>
                  <a:gd name="csX267" fmla="*/ 165349 w 271475"/>
                  <a:gd name="csY267" fmla="*/ 7993 h 28432"/>
                  <a:gd name="csX268" fmla="*/ 162336 w 271475"/>
                  <a:gd name="csY268" fmla="*/ 7993 h 28432"/>
                  <a:gd name="csX269" fmla="*/ 161765 w 271475"/>
                  <a:gd name="csY269" fmla="*/ 7835 h 28432"/>
                  <a:gd name="csX270" fmla="*/ 161448 w 271475"/>
                  <a:gd name="csY270" fmla="*/ 7234 h 28432"/>
                  <a:gd name="csX271" fmla="*/ 159704 w 271475"/>
                  <a:gd name="csY271" fmla="*/ 4391 h 28432"/>
                  <a:gd name="csX272" fmla="*/ 156628 w 271475"/>
                  <a:gd name="csY272" fmla="*/ 3633 h 28432"/>
                  <a:gd name="csX273" fmla="*/ 153234 w 271475"/>
                  <a:gd name="csY273" fmla="*/ 4834 h 28432"/>
                  <a:gd name="csX274" fmla="*/ 151871 w 271475"/>
                  <a:gd name="csY274" fmla="*/ 8719 h 28432"/>
                  <a:gd name="csX275" fmla="*/ 151871 w 271475"/>
                  <a:gd name="csY275" fmla="*/ 14027 h 28432"/>
                  <a:gd name="csX276" fmla="*/ 153234 w 271475"/>
                  <a:gd name="csY276" fmla="*/ 17944 h 28432"/>
                  <a:gd name="csX277" fmla="*/ 156628 w 271475"/>
                  <a:gd name="csY277" fmla="*/ 19113 h 28432"/>
                  <a:gd name="csX278" fmla="*/ 159704 w 271475"/>
                  <a:gd name="csY278" fmla="*/ 18355 h 28432"/>
                  <a:gd name="csX279" fmla="*/ 161448 w 271475"/>
                  <a:gd name="csY279" fmla="*/ 15512 h 28432"/>
                  <a:gd name="csX280" fmla="*/ 161765 w 271475"/>
                  <a:gd name="csY280" fmla="*/ 14911 h 28432"/>
                  <a:gd name="csX281" fmla="*/ 162336 w 271475"/>
                  <a:gd name="csY281" fmla="*/ 14753 h 28432"/>
                  <a:gd name="csX282" fmla="*/ 165349 w 271475"/>
                  <a:gd name="csY282" fmla="*/ 14753 h 28432"/>
                  <a:gd name="csX283" fmla="*/ 165824 w 271475"/>
                  <a:gd name="csY283" fmla="*/ 14943 h 28432"/>
                  <a:gd name="csX284" fmla="*/ 166015 w 271475"/>
                  <a:gd name="csY284" fmla="*/ 15417 h 28432"/>
                  <a:gd name="csX285" fmla="*/ 165317 w 271475"/>
                  <a:gd name="csY285" fmla="*/ 18292 h 28432"/>
                  <a:gd name="csX286" fmla="*/ 163446 w 271475"/>
                  <a:gd name="csY286" fmla="*/ 20629 h 28432"/>
                  <a:gd name="csX287" fmla="*/ 160528 w 271475"/>
                  <a:gd name="csY287" fmla="*/ 22177 h 28432"/>
                  <a:gd name="csX288" fmla="*/ 156659 w 271475"/>
                  <a:gd name="csY288" fmla="*/ 22746 h 28432"/>
                  <a:gd name="csX289" fmla="*/ 170187 w 271475"/>
                  <a:gd name="csY289" fmla="*/ 22430 h 28432"/>
                  <a:gd name="csX290" fmla="*/ 169648 w 271475"/>
                  <a:gd name="csY290" fmla="*/ 22209 h 28432"/>
                  <a:gd name="csX291" fmla="*/ 169426 w 271475"/>
                  <a:gd name="csY291" fmla="*/ 21672 h 28432"/>
                  <a:gd name="csX292" fmla="*/ 169426 w 271475"/>
                  <a:gd name="csY292" fmla="*/ 758 h 28432"/>
                  <a:gd name="csX293" fmla="*/ 169648 w 271475"/>
                  <a:gd name="csY293" fmla="*/ 221 h 28432"/>
                  <a:gd name="csX294" fmla="*/ 170187 w 271475"/>
                  <a:gd name="csY294" fmla="*/ 0 h 28432"/>
                  <a:gd name="csX295" fmla="*/ 173010 w 271475"/>
                  <a:gd name="csY295" fmla="*/ 0 h 28432"/>
                  <a:gd name="csX296" fmla="*/ 173549 w 271475"/>
                  <a:gd name="csY296" fmla="*/ 221 h 28432"/>
                  <a:gd name="csX297" fmla="*/ 173771 w 271475"/>
                  <a:gd name="csY297" fmla="*/ 758 h 28432"/>
                  <a:gd name="csX298" fmla="*/ 173771 w 271475"/>
                  <a:gd name="csY298" fmla="*/ 7961 h 28432"/>
                  <a:gd name="csX299" fmla="*/ 175864 w 271475"/>
                  <a:gd name="csY299" fmla="*/ 6318 h 28432"/>
                  <a:gd name="csX300" fmla="*/ 178908 w 271475"/>
                  <a:gd name="csY300" fmla="*/ 5686 h 28432"/>
                  <a:gd name="csX301" fmla="*/ 182270 w 271475"/>
                  <a:gd name="csY301" fmla="*/ 6571 h 28432"/>
                  <a:gd name="csX302" fmla="*/ 184522 w 271475"/>
                  <a:gd name="csY302" fmla="*/ 9004 h 28432"/>
                  <a:gd name="csX303" fmla="*/ 185314 w 271475"/>
                  <a:gd name="csY303" fmla="*/ 12795 h 28432"/>
                  <a:gd name="csX304" fmla="*/ 185314 w 271475"/>
                  <a:gd name="csY304" fmla="*/ 21672 h 28432"/>
                  <a:gd name="csX305" fmla="*/ 185092 w 271475"/>
                  <a:gd name="csY305" fmla="*/ 22209 h 28432"/>
                  <a:gd name="csX306" fmla="*/ 184553 w 271475"/>
                  <a:gd name="csY306" fmla="*/ 22430 h 28432"/>
                  <a:gd name="csX307" fmla="*/ 181699 w 271475"/>
                  <a:gd name="csY307" fmla="*/ 22430 h 28432"/>
                  <a:gd name="csX308" fmla="*/ 181160 w 271475"/>
                  <a:gd name="csY308" fmla="*/ 22209 h 28432"/>
                  <a:gd name="csX309" fmla="*/ 180938 w 271475"/>
                  <a:gd name="csY309" fmla="*/ 21672 h 28432"/>
                  <a:gd name="csX310" fmla="*/ 180938 w 271475"/>
                  <a:gd name="csY310" fmla="*/ 12984 h 28432"/>
                  <a:gd name="csX311" fmla="*/ 180018 w 271475"/>
                  <a:gd name="csY311" fmla="*/ 10109 h 28432"/>
                  <a:gd name="csX312" fmla="*/ 177418 w 271475"/>
                  <a:gd name="csY312" fmla="*/ 9067 h 28432"/>
                  <a:gd name="csX313" fmla="*/ 174754 w 271475"/>
                  <a:gd name="csY313" fmla="*/ 10109 h 28432"/>
                  <a:gd name="csX314" fmla="*/ 173771 w 271475"/>
                  <a:gd name="csY314" fmla="*/ 12984 h 28432"/>
                  <a:gd name="csX315" fmla="*/ 173771 w 271475"/>
                  <a:gd name="csY315" fmla="*/ 21672 h 28432"/>
                  <a:gd name="csX316" fmla="*/ 173549 w 271475"/>
                  <a:gd name="csY316" fmla="*/ 22209 h 28432"/>
                  <a:gd name="csX317" fmla="*/ 173010 w 271475"/>
                  <a:gd name="csY317" fmla="*/ 22430 h 28432"/>
                  <a:gd name="csX318" fmla="*/ 170187 w 271475"/>
                  <a:gd name="csY318" fmla="*/ 22430 h 28432"/>
                  <a:gd name="csX319" fmla="*/ 196443 w 271475"/>
                  <a:gd name="csY319" fmla="*/ 22746 h 28432"/>
                  <a:gd name="csX320" fmla="*/ 190862 w 271475"/>
                  <a:gd name="csY320" fmla="*/ 20724 h 28432"/>
                  <a:gd name="csX321" fmla="*/ 188642 w 271475"/>
                  <a:gd name="csY321" fmla="*/ 14975 h 28432"/>
                  <a:gd name="csX322" fmla="*/ 188610 w 271475"/>
                  <a:gd name="csY322" fmla="*/ 14185 h 28432"/>
                  <a:gd name="csX323" fmla="*/ 188642 w 271475"/>
                  <a:gd name="csY323" fmla="*/ 13395 h 28432"/>
                  <a:gd name="csX324" fmla="*/ 189720 w 271475"/>
                  <a:gd name="csY324" fmla="*/ 9288 h 28432"/>
                  <a:gd name="csX325" fmla="*/ 192416 w 271475"/>
                  <a:gd name="csY325" fmla="*/ 6634 h 28432"/>
                  <a:gd name="csX326" fmla="*/ 196443 w 271475"/>
                  <a:gd name="csY326" fmla="*/ 5686 h 28432"/>
                  <a:gd name="csX327" fmla="*/ 200756 w 271475"/>
                  <a:gd name="csY327" fmla="*/ 6761 h 28432"/>
                  <a:gd name="csX328" fmla="*/ 203388 w 271475"/>
                  <a:gd name="csY328" fmla="*/ 9699 h 28432"/>
                  <a:gd name="csX329" fmla="*/ 204276 w 271475"/>
                  <a:gd name="csY329" fmla="*/ 14027 h 28432"/>
                  <a:gd name="csX330" fmla="*/ 204276 w 271475"/>
                  <a:gd name="csY330" fmla="*/ 14690 h 28432"/>
                  <a:gd name="csX331" fmla="*/ 204054 w 271475"/>
                  <a:gd name="csY331" fmla="*/ 15227 h 28432"/>
                  <a:gd name="csX332" fmla="*/ 203484 w 271475"/>
                  <a:gd name="csY332" fmla="*/ 15448 h 28432"/>
                  <a:gd name="csX333" fmla="*/ 192955 w 271475"/>
                  <a:gd name="csY333" fmla="*/ 15448 h 28432"/>
                  <a:gd name="csX334" fmla="*/ 192955 w 271475"/>
                  <a:gd name="csY334" fmla="*/ 15543 h 28432"/>
                  <a:gd name="csX335" fmla="*/ 192955 w 271475"/>
                  <a:gd name="csY335" fmla="*/ 15701 h 28432"/>
                  <a:gd name="csX336" fmla="*/ 193367 w 271475"/>
                  <a:gd name="csY336" fmla="*/ 17755 h 28432"/>
                  <a:gd name="csX337" fmla="*/ 194540 w 271475"/>
                  <a:gd name="csY337" fmla="*/ 19239 h 28432"/>
                  <a:gd name="csX338" fmla="*/ 196412 w 271475"/>
                  <a:gd name="csY338" fmla="*/ 19808 h 28432"/>
                  <a:gd name="csX339" fmla="*/ 197902 w 271475"/>
                  <a:gd name="csY339" fmla="*/ 19555 h 28432"/>
                  <a:gd name="csX340" fmla="*/ 198885 w 271475"/>
                  <a:gd name="csY340" fmla="*/ 18923 h 28432"/>
                  <a:gd name="csX341" fmla="*/ 199424 w 271475"/>
                  <a:gd name="csY341" fmla="*/ 18355 h 28432"/>
                  <a:gd name="csX342" fmla="*/ 199868 w 271475"/>
                  <a:gd name="csY342" fmla="*/ 17912 h 28432"/>
                  <a:gd name="csX343" fmla="*/ 200407 w 271475"/>
                  <a:gd name="csY343" fmla="*/ 17818 h 28432"/>
                  <a:gd name="csX344" fmla="*/ 203135 w 271475"/>
                  <a:gd name="csY344" fmla="*/ 17818 h 28432"/>
                  <a:gd name="csX345" fmla="*/ 203642 w 271475"/>
                  <a:gd name="csY345" fmla="*/ 18007 h 28432"/>
                  <a:gd name="csX346" fmla="*/ 203832 w 271475"/>
                  <a:gd name="csY346" fmla="*/ 18481 h 28432"/>
                  <a:gd name="csX347" fmla="*/ 203293 w 271475"/>
                  <a:gd name="csY347" fmla="*/ 19713 h 28432"/>
                  <a:gd name="csX348" fmla="*/ 201898 w 271475"/>
                  <a:gd name="csY348" fmla="*/ 21135 h 28432"/>
                  <a:gd name="csX349" fmla="*/ 199583 w 271475"/>
                  <a:gd name="csY349" fmla="*/ 22304 h 28432"/>
                  <a:gd name="csX350" fmla="*/ 196443 w 271475"/>
                  <a:gd name="csY350" fmla="*/ 22746 h 28432"/>
                  <a:gd name="csX351" fmla="*/ 192955 w 271475"/>
                  <a:gd name="csY351" fmla="*/ 12795 h 28432"/>
                  <a:gd name="csX352" fmla="*/ 199963 w 271475"/>
                  <a:gd name="csY352" fmla="*/ 12795 h 28432"/>
                  <a:gd name="csX353" fmla="*/ 199963 w 271475"/>
                  <a:gd name="csY353" fmla="*/ 12700 h 28432"/>
                  <a:gd name="csX354" fmla="*/ 199551 w 271475"/>
                  <a:gd name="csY354" fmla="*/ 10552 h 28432"/>
                  <a:gd name="csX355" fmla="*/ 198346 w 271475"/>
                  <a:gd name="csY355" fmla="*/ 9098 h 28432"/>
                  <a:gd name="csX356" fmla="*/ 196443 w 271475"/>
                  <a:gd name="csY356" fmla="*/ 8561 h 28432"/>
                  <a:gd name="csX357" fmla="*/ 194540 w 271475"/>
                  <a:gd name="csY357" fmla="*/ 9098 h 28432"/>
                  <a:gd name="csX358" fmla="*/ 193335 w 271475"/>
                  <a:gd name="csY358" fmla="*/ 10552 h 28432"/>
                  <a:gd name="csX359" fmla="*/ 192955 w 271475"/>
                  <a:gd name="csY359" fmla="*/ 12700 h 28432"/>
                  <a:gd name="csX360" fmla="*/ 192955 w 271475"/>
                  <a:gd name="csY360" fmla="*/ 12795 h 28432"/>
                  <a:gd name="csX361" fmla="*/ 214778 w 271475"/>
                  <a:gd name="csY361" fmla="*/ 22746 h 28432"/>
                  <a:gd name="csX362" fmla="*/ 210750 w 271475"/>
                  <a:gd name="csY362" fmla="*/ 21893 h 28432"/>
                  <a:gd name="csX363" fmla="*/ 208055 w 271475"/>
                  <a:gd name="csY363" fmla="*/ 19429 h 28432"/>
                  <a:gd name="csX364" fmla="*/ 207008 w 271475"/>
                  <a:gd name="csY364" fmla="*/ 15480 h 28432"/>
                  <a:gd name="csX365" fmla="*/ 206976 w 271475"/>
                  <a:gd name="csY365" fmla="*/ 14248 h 28432"/>
                  <a:gd name="csX366" fmla="*/ 207008 w 271475"/>
                  <a:gd name="csY366" fmla="*/ 12953 h 28432"/>
                  <a:gd name="csX367" fmla="*/ 208055 w 271475"/>
                  <a:gd name="csY367" fmla="*/ 9035 h 28432"/>
                  <a:gd name="csX368" fmla="*/ 210750 w 271475"/>
                  <a:gd name="csY368" fmla="*/ 6540 h 28432"/>
                  <a:gd name="csX369" fmla="*/ 214778 w 271475"/>
                  <a:gd name="csY369" fmla="*/ 5686 h 28432"/>
                  <a:gd name="csX370" fmla="*/ 218235 w 271475"/>
                  <a:gd name="csY370" fmla="*/ 6255 h 28432"/>
                  <a:gd name="csX371" fmla="*/ 220581 w 271475"/>
                  <a:gd name="csY371" fmla="*/ 7677 h 28432"/>
                  <a:gd name="csX372" fmla="*/ 221945 w 271475"/>
                  <a:gd name="csY372" fmla="*/ 9478 h 28432"/>
                  <a:gd name="csX373" fmla="*/ 222452 w 271475"/>
                  <a:gd name="csY373" fmla="*/ 11152 h 28432"/>
                  <a:gd name="csX374" fmla="*/ 222230 w 271475"/>
                  <a:gd name="csY374" fmla="*/ 11721 h 28432"/>
                  <a:gd name="csX375" fmla="*/ 221691 w 271475"/>
                  <a:gd name="csY375" fmla="*/ 11910 h 28432"/>
                  <a:gd name="csX376" fmla="*/ 218901 w 271475"/>
                  <a:gd name="csY376" fmla="*/ 11910 h 28432"/>
                  <a:gd name="csX377" fmla="*/ 218393 w 271475"/>
                  <a:gd name="csY377" fmla="*/ 11752 h 28432"/>
                  <a:gd name="csX378" fmla="*/ 218076 w 271475"/>
                  <a:gd name="csY378" fmla="*/ 11278 h 28432"/>
                  <a:gd name="csX379" fmla="*/ 216808 w 271475"/>
                  <a:gd name="csY379" fmla="*/ 9509 h 28432"/>
                  <a:gd name="csX380" fmla="*/ 214841 w 271475"/>
                  <a:gd name="csY380" fmla="*/ 8972 h 28432"/>
                  <a:gd name="csX381" fmla="*/ 212304 w 271475"/>
                  <a:gd name="csY381" fmla="*/ 9983 h 28432"/>
                  <a:gd name="csX382" fmla="*/ 211321 w 271475"/>
                  <a:gd name="csY382" fmla="*/ 13111 h 28432"/>
                  <a:gd name="csX383" fmla="*/ 211321 w 271475"/>
                  <a:gd name="csY383" fmla="*/ 15322 h 28432"/>
                  <a:gd name="csX384" fmla="*/ 212304 w 271475"/>
                  <a:gd name="csY384" fmla="*/ 18481 h 28432"/>
                  <a:gd name="csX385" fmla="*/ 214841 w 271475"/>
                  <a:gd name="csY385" fmla="*/ 19460 h 28432"/>
                  <a:gd name="csX386" fmla="*/ 216839 w 271475"/>
                  <a:gd name="csY386" fmla="*/ 18955 h 28432"/>
                  <a:gd name="csX387" fmla="*/ 218076 w 271475"/>
                  <a:gd name="csY387" fmla="*/ 17154 h 28432"/>
                  <a:gd name="csX388" fmla="*/ 218393 w 271475"/>
                  <a:gd name="csY388" fmla="*/ 16680 h 28432"/>
                  <a:gd name="csX389" fmla="*/ 218901 w 271475"/>
                  <a:gd name="csY389" fmla="*/ 16522 h 28432"/>
                  <a:gd name="csX390" fmla="*/ 221691 w 271475"/>
                  <a:gd name="csY390" fmla="*/ 16522 h 28432"/>
                  <a:gd name="csX391" fmla="*/ 222230 w 271475"/>
                  <a:gd name="csY391" fmla="*/ 16744 h 28432"/>
                  <a:gd name="csX392" fmla="*/ 222452 w 271475"/>
                  <a:gd name="csY392" fmla="*/ 17281 h 28432"/>
                  <a:gd name="csX393" fmla="*/ 222135 w 271475"/>
                  <a:gd name="csY393" fmla="*/ 18576 h 28432"/>
                  <a:gd name="csX394" fmla="*/ 221279 w 271475"/>
                  <a:gd name="csY394" fmla="*/ 20029 h 28432"/>
                  <a:gd name="csX395" fmla="*/ 219820 w 271475"/>
                  <a:gd name="csY395" fmla="*/ 21388 h 28432"/>
                  <a:gd name="csX396" fmla="*/ 217664 w 271475"/>
                  <a:gd name="csY396" fmla="*/ 22367 h 28432"/>
                  <a:gd name="csX397" fmla="*/ 214778 w 271475"/>
                  <a:gd name="csY397" fmla="*/ 22746 h 28432"/>
                  <a:gd name="csX398" fmla="*/ 226552 w 271475"/>
                  <a:gd name="csY398" fmla="*/ 22430 h 28432"/>
                  <a:gd name="csX399" fmla="*/ 226013 w 271475"/>
                  <a:gd name="csY399" fmla="*/ 22209 h 28432"/>
                  <a:gd name="csX400" fmla="*/ 225791 w 271475"/>
                  <a:gd name="csY400" fmla="*/ 21672 h 28432"/>
                  <a:gd name="csX401" fmla="*/ 225791 w 271475"/>
                  <a:gd name="csY401" fmla="*/ 758 h 28432"/>
                  <a:gd name="csX402" fmla="*/ 226013 w 271475"/>
                  <a:gd name="csY402" fmla="*/ 221 h 28432"/>
                  <a:gd name="csX403" fmla="*/ 226552 w 271475"/>
                  <a:gd name="csY403" fmla="*/ 0 h 28432"/>
                  <a:gd name="csX404" fmla="*/ 229121 w 271475"/>
                  <a:gd name="csY404" fmla="*/ 0 h 28432"/>
                  <a:gd name="csX405" fmla="*/ 229660 w 271475"/>
                  <a:gd name="csY405" fmla="*/ 221 h 28432"/>
                  <a:gd name="csX406" fmla="*/ 229882 w 271475"/>
                  <a:gd name="csY406" fmla="*/ 758 h 28432"/>
                  <a:gd name="csX407" fmla="*/ 229882 w 271475"/>
                  <a:gd name="csY407" fmla="*/ 11563 h 28432"/>
                  <a:gd name="csX408" fmla="*/ 235210 w 271475"/>
                  <a:gd name="csY408" fmla="*/ 6540 h 28432"/>
                  <a:gd name="csX409" fmla="*/ 235717 w 271475"/>
                  <a:gd name="csY409" fmla="*/ 6160 h 28432"/>
                  <a:gd name="csX410" fmla="*/ 236383 w 271475"/>
                  <a:gd name="csY410" fmla="*/ 6002 h 28432"/>
                  <a:gd name="csX411" fmla="*/ 239333 w 271475"/>
                  <a:gd name="csY411" fmla="*/ 6002 h 28432"/>
                  <a:gd name="csX412" fmla="*/ 239840 w 271475"/>
                  <a:gd name="csY412" fmla="*/ 6192 h 28432"/>
                  <a:gd name="csX413" fmla="*/ 240030 w 271475"/>
                  <a:gd name="csY413" fmla="*/ 6697 h 28432"/>
                  <a:gd name="csX414" fmla="*/ 239967 w 271475"/>
                  <a:gd name="csY414" fmla="*/ 6982 h 28432"/>
                  <a:gd name="csX415" fmla="*/ 239713 w 271475"/>
                  <a:gd name="csY415" fmla="*/ 7266 h 28432"/>
                  <a:gd name="csX416" fmla="*/ 233180 w 271475"/>
                  <a:gd name="csY416" fmla="*/ 13363 h 28432"/>
                  <a:gd name="csX417" fmla="*/ 240506 w 271475"/>
                  <a:gd name="csY417" fmla="*/ 21198 h 28432"/>
                  <a:gd name="csX418" fmla="*/ 240823 w 271475"/>
                  <a:gd name="csY418" fmla="*/ 21735 h 28432"/>
                  <a:gd name="csX419" fmla="*/ 240601 w 271475"/>
                  <a:gd name="csY419" fmla="*/ 22241 h 28432"/>
                  <a:gd name="csX420" fmla="*/ 240126 w 271475"/>
                  <a:gd name="csY420" fmla="*/ 22430 h 28432"/>
                  <a:gd name="csX421" fmla="*/ 237113 w 271475"/>
                  <a:gd name="csY421" fmla="*/ 22430 h 28432"/>
                  <a:gd name="csX422" fmla="*/ 236415 w 271475"/>
                  <a:gd name="csY422" fmla="*/ 22304 h 28432"/>
                  <a:gd name="csX423" fmla="*/ 235939 w 271475"/>
                  <a:gd name="csY423" fmla="*/ 21893 h 28432"/>
                  <a:gd name="csX424" fmla="*/ 229882 w 271475"/>
                  <a:gd name="csY424" fmla="*/ 15543 h 28432"/>
                  <a:gd name="csX425" fmla="*/ 229882 w 271475"/>
                  <a:gd name="csY425" fmla="*/ 21672 h 28432"/>
                  <a:gd name="csX426" fmla="*/ 229660 w 271475"/>
                  <a:gd name="csY426" fmla="*/ 22209 h 28432"/>
                  <a:gd name="csX427" fmla="*/ 229121 w 271475"/>
                  <a:gd name="csY427" fmla="*/ 22430 h 28432"/>
                  <a:gd name="csX428" fmla="*/ 226552 w 271475"/>
                  <a:gd name="csY428" fmla="*/ 22430 h 28432"/>
                  <a:gd name="csX429" fmla="*/ 249526 w 271475"/>
                  <a:gd name="csY429" fmla="*/ 22746 h 28432"/>
                  <a:gd name="csX430" fmla="*/ 243945 w 271475"/>
                  <a:gd name="csY430" fmla="*/ 20724 h 28432"/>
                  <a:gd name="csX431" fmla="*/ 241725 w 271475"/>
                  <a:gd name="csY431" fmla="*/ 14975 h 28432"/>
                  <a:gd name="csX432" fmla="*/ 241693 w 271475"/>
                  <a:gd name="csY432" fmla="*/ 14185 h 28432"/>
                  <a:gd name="csX433" fmla="*/ 241725 w 271475"/>
                  <a:gd name="csY433" fmla="*/ 13395 h 28432"/>
                  <a:gd name="csX434" fmla="*/ 242803 w 271475"/>
                  <a:gd name="csY434" fmla="*/ 9288 h 28432"/>
                  <a:gd name="csX435" fmla="*/ 245499 w 271475"/>
                  <a:gd name="csY435" fmla="*/ 6634 h 28432"/>
                  <a:gd name="csX436" fmla="*/ 249526 w 271475"/>
                  <a:gd name="csY436" fmla="*/ 5686 h 28432"/>
                  <a:gd name="csX437" fmla="*/ 253839 w 271475"/>
                  <a:gd name="csY437" fmla="*/ 6761 h 28432"/>
                  <a:gd name="csX438" fmla="*/ 256471 w 271475"/>
                  <a:gd name="csY438" fmla="*/ 9699 h 28432"/>
                  <a:gd name="csX439" fmla="*/ 257359 w 271475"/>
                  <a:gd name="csY439" fmla="*/ 14027 h 28432"/>
                  <a:gd name="csX440" fmla="*/ 257359 w 271475"/>
                  <a:gd name="csY440" fmla="*/ 14690 h 28432"/>
                  <a:gd name="csX441" fmla="*/ 257137 w 271475"/>
                  <a:gd name="csY441" fmla="*/ 15227 h 28432"/>
                  <a:gd name="csX442" fmla="*/ 256566 w 271475"/>
                  <a:gd name="csY442" fmla="*/ 15448 h 28432"/>
                  <a:gd name="csX443" fmla="*/ 246038 w 271475"/>
                  <a:gd name="csY443" fmla="*/ 15448 h 28432"/>
                  <a:gd name="csX444" fmla="*/ 246038 w 271475"/>
                  <a:gd name="csY444" fmla="*/ 15543 h 28432"/>
                  <a:gd name="csX445" fmla="*/ 246038 w 271475"/>
                  <a:gd name="csY445" fmla="*/ 15701 h 28432"/>
                  <a:gd name="csX446" fmla="*/ 246450 w 271475"/>
                  <a:gd name="csY446" fmla="*/ 17755 h 28432"/>
                  <a:gd name="csX447" fmla="*/ 247623 w 271475"/>
                  <a:gd name="csY447" fmla="*/ 19239 h 28432"/>
                  <a:gd name="csX448" fmla="*/ 249494 w 271475"/>
                  <a:gd name="csY448" fmla="*/ 19808 h 28432"/>
                  <a:gd name="csX449" fmla="*/ 250985 w 271475"/>
                  <a:gd name="csY449" fmla="*/ 19555 h 28432"/>
                  <a:gd name="csX450" fmla="*/ 251968 w 271475"/>
                  <a:gd name="csY450" fmla="*/ 18923 h 28432"/>
                  <a:gd name="csX451" fmla="*/ 252507 w 271475"/>
                  <a:gd name="csY451" fmla="*/ 18355 h 28432"/>
                  <a:gd name="csX452" fmla="*/ 252951 w 271475"/>
                  <a:gd name="csY452" fmla="*/ 17912 h 28432"/>
                  <a:gd name="csX453" fmla="*/ 253490 w 271475"/>
                  <a:gd name="csY453" fmla="*/ 17818 h 28432"/>
                  <a:gd name="csX454" fmla="*/ 256218 w 271475"/>
                  <a:gd name="csY454" fmla="*/ 17818 h 28432"/>
                  <a:gd name="csX455" fmla="*/ 256725 w 271475"/>
                  <a:gd name="csY455" fmla="*/ 18007 h 28432"/>
                  <a:gd name="csX456" fmla="*/ 256915 w 271475"/>
                  <a:gd name="csY456" fmla="*/ 18481 h 28432"/>
                  <a:gd name="csX457" fmla="*/ 256376 w 271475"/>
                  <a:gd name="csY457" fmla="*/ 19713 h 28432"/>
                  <a:gd name="csX458" fmla="*/ 254981 w 271475"/>
                  <a:gd name="csY458" fmla="*/ 21135 h 28432"/>
                  <a:gd name="csX459" fmla="*/ 252666 w 271475"/>
                  <a:gd name="csY459" fmla="*/ 22304 h 28432"/>
                  <a:gd name="csX460" fmla="*/ 249526 w 271475"/>
                  <a:gd name="csY460" fmla="*/ 22746 h 28432"/>
                  <a:gd name="csX461" fmla="*/ 246038 w 271475"/>
                  <a:gd name="csY461" fmla="*/ 12795 h 28432"/>
                  <a:gd name="csX462" fmla="*/ 253046 w 271475"/>
                  <a:gd name="csY462" fmla="*/ 12795 h 28432"/>
                  <a:gd name="csX463" fmla="*/ 253046 w 271475"/>
                  <a:gd name="csY463" fmla="*/ 12700 h 28432"/>
                  <a:gd name="csX464" fmla="*/ 252634 w 271475"/>
                  <a:gd name="csY464" fmla="*/ 10552 h 28432"/>
                  <a:gd name="csX465" fmla="*/ 251429 w 271475"/>
                  <a:gd name="csY465" fmla="*/ 9098 h 28432"/>
                  <a:gd name="csX466" fmla="*/ 249526 w 271475"/>
                  <a:gd name="csY466" fmla="*/ 8561 h 28432"/>
                  <a:gd name="csX467" fmla="*/ 247623 w 271475"/>
                  <a:gd name="csY467" fmla="*/ 9098 h 28432"/>
                  <a:gd name="csX468" fmla="*/ 246418 w 271475"/>
                  <a:gd name="csY468" fmla="*/ 10552 h 28432"/>
                  <a:gd name="csX469" fmla="*/ 246038 w 271475"/>
                  <a:gd name="csY469" fmla="*/ 12700 h 28432"/>
                  <a:gd name="csX470" fmla="*/ 246038 w 271475"/>
                  <a:gd name="csY470" fmla="*/ 12795 h 28432"/>
                  <a:gd name="csX471" fmla="*/ 261486 w 271475"/>
                  <a:gd name="csY471" fmla="*/ 22430 h 28432"/>
                  <a:gd name="csX472" fmla="*/ 260947 w 271475"/>
                  <a:gd name="csY472" fmla="*/ 22209 h 28432"/>
                  <a:gd name="csX473" fmla="*/ 260725 w 271475"/>
                  <a:gd name="csY473" fmla="*/ 21672 h 28432"/>
                  <a:gd name="csX474" fmla="*/ 260725 w 271475"/>
                  <a:gd name="csY474" fmla="*/ 6792 h 28432"/>
                  <a:gd name="csX475" fmla="*/ 260947 w 271475"/>
                  <a:gd name="csY475" fmla="*/ 6224 h 28432"/>
                  <a:gd name="csX476" fmla="*/ 261486 w 271475"/>
                  <a:gd name="csY476" fmla="*/ 6002 h 28432"/>
                  <a:gd name="csX477" fmla="*/ 264055 w 271475"/>
                  <a:gd name="csY477" fmla="*/ 6002 h 28432"/>
                  <a:gd name="csX478" fmla="*/ 264594 w 271475"/>
                  <a:gd name="csY478" fmla="*/ 6224 h 28432"/>
                  <a:gd name="csX479" fmla="*/ 264848 w 271475"/>
                  <a:gd name="csY479" fmla="*/ 6792 h 28432"/>
                  <a:gd name="csX480" fmla="*/ 264848 w 271475"/>
                  <a:gd name="csY480" fmla="*/ 8088 h 28432"/>
                  <a:gd name="csX481" fmla="*/ 266719 w 271475"/>
                  <a:gd name="csY481" fmla="*/ 6540 h 28432"/>
                  <a:gd name="csX482" fmla="*/ 269415 w 271475"/>
                  <a:gd name="csY482" fmla="*/ 6002 h 28432"/>
                  <a:gd name="csX483" fmla="*/ 270715 w 271475"/>
                  <a:gd name="csY483" fmla="*/ 6002 h 28432"/>
                  <a:gd name="csX484" fmla="*/ 271254 w 271475"/>
                  <a:gd name="csY484" fmla="*/ 6224 h 28432"/>
                  <a:gd name="csX485" fmla="*/ 271476 w 271475"/>
                  <a:gd name="csY485" fmla="*/ 6761 h 28432"/>
                  <a:gd name="csX486" fmla="*/ 271476 w 271475"/>
                  <a:gd name="csY486" fmla="*/ 9035 h 28432"/>
                  <a:gd name="csX487" fmla="*/ 271254 w 271475"/>
                  <a:gd name="csY487" fmla="*/ 9572 h 28432"/>
                  <a:gd name="csX488" fmla="*/ 270715 w 271475"/>
                  <a:gd name="csY488" fmla="*/ 9793 h 28432"/>
                  <a:gd name="csX489" fmla="*/ 268241 w 271475"/>
                  <a:gd name="csY489" fmla="*/ 9793 h 28432"/>
                  <a:gd name="csX490" fmla="*/ 265863 w 271475"/>
                  <a:gd name="csY490" fmla="*/ 10646 h 28432"/>
                  <a:gd name="csX491" fmla="*/ 265038 w 271475"/>
                  <a:gd name="csY491" fmla="*/ 12984 h 28432"/>
                  <a:gd name="csX492" fmla="*/ 265038 w 271475"/>
                  <a:gd name="csY492" fmla="*/ 21672 h 28432"/>
                  <a:gd name="csX493" fmla="*/ 264816 w 271475"/>
                  <a:gd name="csY493" fmla="*/ 22209 h 28432"/>
                  <a:gd name="csX494" fmla="*/ 264245 w 271475"/>
                  <a:gd name="csY494" fmla="*/ 22430 h 28432"/>
                  <a:gd name="csX495" fmla="*/ 261486 w 271475"/>
                  <a:gd name="csY495" fmla="*/ 22430 h 28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Lst>
                <a:rect l="l" t="t" r="r" b="b"/>
                <a:pathLst>
                  <a:path w="271475" h="28432">
                    <a:moveTo>
                      <a:pt x="761" y="22430"/>
                    </a:moveTo>
                    <a:cubicBezTo>
                      <a:pt x="550" y="22430"/>
                      <a:pt x="369" y="22356"/>
                      <a:pt x="222" y="22209"/>
                    </a:cubicBezTo>
                    <a:cubicBezTo>
                      <a:pt x="75" y="22062"/>
                      <a:pt x="0" y="21882"/>
                      <a:pt x="0" y="21672"/>
                    </a:cubicBezTo>
                    <a:lnTo>
                      <a:pt x="0" y="1074"/>
                    </a:lnTo>
                    <a:cubicBezTo>
                      <a:pt x="0" y="864"/>
                      <a:pt x="75" y="684"/>
                      <a:pt x="222" y="537"/>
                    </a:cubicBezTo>
                    <a:cubicBezTo>
                      <a:pt x="369" y="390"/>
                      <a:pt x="550" y="316"/>
                      <a:pt x="761" y="316"/>
                    </a:cubicBezTo>
                    <a:lnTo>
                      <a:pt x="3742" y="316"/>
                    </a:lnTo>
                    <a:cubicBezTo>
                      <a:pt x="3975" y="316"/>
                      <a:pt x="4154" y="390"/>
                      <a:pt x="4281" y="537"/>
                    </a:cubicBezTo>
                    <a:cubicBezTo>
                      <a:pt x="4428" y="684"/>
                      <a:pt x="4503" y="864"/>
                      <a:pt x="4503" y="1074"/>
                    </a:cubicBezTo>
                    <a:lnTo>
                      <a:pt x="4503" y="21672"/>
                    </a:lnTo>
                    <a:cubicBezTo>
                      <a:pt x="4503" y="21882"/>
                      <a:pt x="4428" y="22062"/>
                      <a:pt x="4281" y="22209"/>
                    </a:cubicBezTo>
                    <a:cubicBezTo>
                      <a:pt x="4154" y="22356"/>
                      <a:pt x="3975" y="22430"/>
                      <a:pt x="3742" y="22430"/>
                    </a:cubicBezTo>
                    <a:lnTo>
                      <a:pt x="761" y="22430"/>
                    </a:lnTo>
                    <a:close/>
                    <a:moveTo>
                      <a:pt x="9858" y="22430"/>
                    </a:moveTo>
                    <a:cubicBezTo>
                      <a:pt x="9645" y="22430"/>
                      <a:pt x="9466" y="22356"/>
                      <a:pt x="9319" y="22209"/>
                    </a:cubicBezTo>
                    <a:cubicBezTo>
                      <a:pt x="9170" y="22062"/>
                      <a:pt x="9097" y="21882"/>
                      <a:pt x="9097" y="21672"/>
                    </a:cubicBezTo>
                    <a:lnTo>
                      <a:pt x="9097" y="6761"/>
                    </a:lnTo>
                    <a:cubicBezTo>
                      <a:pt x="9097" y="6551"/>
                      <a:pt x="9170" y="6370"/>
                      <a:pt x="9319" y="6224"/>
                    </a:cubicBezTo>
                    <a:cubicBezTo>
                      <a:pt x="9466" y="6077"/>
                      <a:pt x="9645" y="6002"/>
                      <a:pt x="9858" y="6002"/>
                    </a:cubicBezTo>
                    <a:lnTo>
                      <a:pt x="12459" y="6002"/>
                    </a:lnTo>
                    <a:cubicBezTo>
                      <a:pt x="12669" y="6002"/>
                      <a:pt x="12848" y="6077"/>
                      <a:pt x="12998" y="6224"/>
                    </a:cubicBezTo>
                    <a:cubicBezTo>
                      <a:pt x="13145" y="6370"/>
                      <a:pt x="13220" y="6551"/>
                      <a:pt x="13220" y="6761"/>
                    </a:cubicBezTo>
                    <a:lnTo>
                      <a:pt x="13220" y="8056"/>
                    </a:lnTo>
                    <a:cubicBezTo>
                      <a:pt x="13768" y="7381"/>
                      <a:pt x="14466" y="6824"/>
                      <a:pt x="15313" y="6382"/>
                    </a:cubicBezTo>
                    <a:cubicBezTo>
                      <a:pt x="16178" y="5919"/>
                      <a:pt x="17247" y="5686"/>
                      <a:pt x="18516" y="5686"/>
                    </a:cubicBezTo>
                    <a:cubicBezTo>
                      <a:pt x="19805" y="5686"/>
                      <a:pt x="20926" y="5982"/>
                      <a:pt x="21877" y="6571"/>
                    </a:cubicBezTo>
                    <a:cubicBezTo>
                      <a:pt x="22829" y="7140"/>
                      <a:pt x="23558" y="7950"/>
                      <a:pt x="24066" y="9004"/>
                    </a:cubicBezTo>
                    <a:cubicBezTo>
                      <a:pt x="24593" y="10057"/>
                      <a:pt x="24858" y="11321"/>
                      <a:pt x="24858" y="12795"/>
                    </a:cubicBezTo>
                    <a:lnTo>
                      <a:pt x="24858" y="21672"/>
                    </a:lnTo>
                    <a:cubicBezTo>
                      <a:pt x="24858" y="21882"/>
                      <a:pt x="24784" y="22062"/>
                      <a:pt x="24636" y="22209"/>
                    </a:cubicBezTo>
                    <a:cubicBezTo>
                      <a:pt x="24487" y="22356"/>
                      <a:pt x="24308" y="22430"/>
                      <a:pt x="24097" y="22430"/>
                    </a:cubicBezTo>
                    <a:lnTo>
                      <a:pt x="21306" y="22430"/>
                    </a:lnTo>
                    <a:cubicBezTo>
                      <a:pt x="21094" y="22430"/>
                      <a:pt x="20915" y="22356"/>
                      <a:pt x="20767" y="22209"/>
                    </a:cubicBezTo>
                    <a:cubicBezTo>
                      <a:pt x="20618" y="22062"/>
                      <a:pt x="20545" y="21882"/>
                      <a:pt x="20545" y="21672"/>
                    </a:cubicBezTo>
                    <a:lnTo>
                      <a:pt x="20545" y="12984"/>
                    </a:lnTo>
                    <a:cubicBezTo>
                      <a:pt x="20545" y="11763"/>
                      <a:pt x="20237" y="10804"/>
                      <a:pt x="19626" y="10109"/>
                    </a:cubicBezTo>
                    <a:cubicBezTo>
                      <a:pt x="19032" y="9414"/>
                      <a:pt x="18167" y="9067"/>
                      <a:pt x="17025" y="9067"/>
                    </a:cubicBezTo>
                    <a:cubicBezTo>
                      <a:pt x="15924" y="9067"/>
                      <a:pt x="15048" y="9414"/>
                      <a:pt x="14393" y="10109"/>
                    </a:cubicBezTo>
                    <a:cubicBezTo>
                      <a:pt x="13736" y="10804"/>
                      <a:pt x="13410" y="11763"/>
                      <a:pt x="13410" y="12984"/>
                    </a:cubicBezTo>
                    <a:lnTo>
                      <a:pt x="13410" y="21672"/>
                    </a:lnTo>
                    <a:cubicBezTo>
                      <a:pt x="13410" y="21882"/>
                      <a:pt x="13335" y="22062"/>
                      <a:pt x="13188" y="22209"/>
                    </a:cubicBezTo>
                    <a:cubicBezTo>
                      <a:pt x="13038" y="22356"/>
                      <a:pt x="12860" y="22430"/>
                      <a:pt x="12649" y="22430"/>
                    </a:cubicBezTo>
                    <a:lnTo>
                      <a:pt x="9858" y="22430"/>
                    </a:lnTo>
                    <a:close/>
                    <a:moveTo>
                      <a:pt x="34225" y="22430"/>
                    </a:moveTo>
                    <a:cubicBezTo>
                      <a:pt x="33887" y="22430"/>
                      <a:pt x="33634" y="22356"/>
                      <a:pt x="33464" y="22209"/>
                    </a:cubicBezTo>
                    <a:cubicBezTo>
                      <a:pt x="33317" y="22040"/>
                      <a:pt x="33190" y="21850"/>
                      <a:pt x="33083" y="21640"/>
                    </a:cubicBezTo>
                    <a:lnTo>
                      <a:pt x="27153" y="6982"/>
                    </a:lnTo>
                    <a:cubicBezTo>
                      <a:pt x="27112" y="6876"/>
                      <a:pt x="27090" y="6781"/>
                      <a:pt x="27090" y="6697"/>
                    </a:cubicBezTo>
                    <a:cubicBezTo>
                      <a:pt x="27090" y="6508"/>
                      <a:pt x="27153" y="6350"/>
                      <a:pt x="27280" y="6224"/>
                    </a:cubicBezTo>
                    <a:cubicBezTo>
                      <a:pt x="27429" y="6077"/>
                      <a:pt x="27597" y="6002"/>
                      <a:pt x="27787" y="6002"/>
                    </a:cubicBezTo>
                    <a:lnTo>
                      <a:pt x="30356" y="6002"/>
                    </a:lnTo>
                    <a:cubicBezTo>
                      <a:pt x="30610" y="6002"/>
                      <a:pt x="30800" y="6077"/>
                      <a:pt x="30927" y="6224"/>
                    </a:cubicBezTo>
                    <a:cubicBezTo>
                      <a:pt x="31054" y="6350"/>
                      <a:pt x="31140" y="6476"/>
                      <a:pt x="31181" y="6603"/>
                    </a:cubicBezTo>
                    <a:lnTo>
                      <a:pt x="35398" y="17691"/>
                    </a:lnTo>
                    <a:lnTo>
                      <a:pt x="39616" y="6603"/>
                    </a:lnTo>
                    <a:cubicBezTo>
                      <a:pt x="39659" y="6476"/>
                      <a:pt x="39743" y="6350"/>
                      <a:pt x="39870" y="6224"/>
                    </a:cubicBezTo>
                    <a:cubicBezTo>
                      <a:pt x="39997" y="6077"/>
                      <a:pt x="40187" y="6002"/>
                      <a:pt x="40441" y="6002"/>
                    </a:cubicBezTo>
                    <a:lnTo>
                      <a:pt x="43041" y="6002"/>
                    </a:lnTo>
                    <a:cubicBezTo>
                      <a:pt x="43211" y="6002"/>
                      <a:pt x="43358" y="6077"/>
                      <a:pt x="43485" y="6224"/>
                    </a:cubicBezTo>
                    <a:cubicBezTo>
                      <a:pt x="43635" y="6350"/>
                      <a:pt x="43707" y="6508"/>
                      <a:pt x="43707" y="6697"/>
                    </a:cubicBezTo>
                    <a:cubicBezTo>
                      <a:pt x="43707" y="6781"/>
                      <a:pt x="43698" y="6876"/>
                      <a:pt x="43675" y="6982"/>
                    </a:cubicBezTo>
                    <a:lnTo>
                      <a:pt x="37713" y="21640"/>
                    </a:lnTo>
                    <a:cubicBezTo>
                      <a:pt x="37630" y="21850"/>
                      <a:pt x="37503" y="22040"/>
                      <a:pt x="37333" y="22209"/>
                    </a:cubicBezTo>
                    <a:cubicBezTo>
                      <a:pt x="37165" y="22356"/>
                      <a:pt x="36912" y="22430"/>
                      <a:pt x="36572" y="22430"/>
                    </a:cubicBezTo>
                    <a:lnTo>
                      <a:pt x="34225" y="22430"/>
                    </a:lnTo>
                    <a:close/>
                    <a:moveTo>
                      <a:pt x="53115" y="22746"/>
                    </a:moveTo>
                    <a:cubicBezTo>
                      <a:pt x="50768" y="22746"/>
                      <a:pt x="48908" y="22071"/>
                      <a:pt x="47533" y="20724"/>
                    </a:cubicBezTo>
                    <a:cubicBezTo>
                      <a:pt x="46160" y="19377"/>
                      <a:pt x="45420" y="17459"/>
                      <a:pt x="45313" y="14975"/>
                    </a:cubicBezTo>
                    <a:cubicBezTo>
                      <a:pt x="45293" y="14765"/>
                      <a:pt x="45281" y="14501"/>
                      <a:pt x="45281" y="14185"/>
                    </a:cubicBezTo>
                    <a:cubicBezTo>
                      <a:pt x="45281" y="13848"/>
                      <a:pt x="45293" y="13584"/>
                      <a:pt x="45313" y="13395"/>
                    </a:cubicBezTo>
                    <a:cubicBezTo>
                      <a:pt x="45399" y="11815"/>
                      <a:pt x="45757" y="10446"/>
                      <a:pt x="46391" y="9288"/>
                    </a:cubicBezTo>
                    <a:cubicBezTo>
                      <a:pt x="47048" y="8130"/>
                      <a:pt x="47945" y="7246"/>
                      <a:pt x="49087" y="6634"/>
                    </a:cubicBezTo>
                    <a:cubicBezTo>
                      <a:pt x="50229" y="6002"/>
                      <a:pt x="51572" y="5686"/>
                      <a:pt x="53115" y="5686"/>
                    </a:cubicBezTo>
                    <a:cubicBezTo>
                      <a:pt x="54827" y="5686"/>
                      <a:pt x="56265" y="6045"/>
                      <a:pt x="57428" y="6761"/>
                    </a:cubicBezTo>
                    <a:cubicBezTo>
                      <a:pt x="58592" y="7456"/>
                      <a:pt x="59468" y="8435"/>
                      <a:pt x="60060" y="9699"/>
                    </a:cubicBezTo>
                    <a:cubicBezTo>
                      <a:pt x="60653" y="10942"/>
                      <a:pt x="60948" y="12384"/>
                      <a:pt x="60948" y="14027"/>
                    </a:cubicBezTo>
                    <a:lnTo>
                      <a:pt x="60948" y="14690"/>
                    </a:lnTo>
                    <a:cubicBezTo>
                      <a:pt x="60948" y="14900"/>
                      <a:pt x="60875" y="15081"/>
                      <a:pt x="60726" y="15227"/>
                    </a:cubicBezTo>
                    <a:cubicBezTo>
                      <a:pt x="60578" y="15374"/>
                      <a:pt x="60388" y="15448"/>
                      <a:pt x="60155" y="15448"/>
                    </a:cubicBezTo>
                    <a:lnTo>
                      <a:pt x="49626" y="15448"/>
                    </a:lnTo>
                    <a:cubicBezTo>
                      <a:pt x="49626" y="15448"/>
                      <a:pt x="49626" y="15480"/>
                      <a:pt x="49626" y="15543"/>
                    </a:cubicBezTo>
                    <a:cubicBezTo>
                      <a:pt x="49626" y="15606"/>
                      <a:pt x="49626" y="15658"/>
                      <a:pt x="49626" y="15701"/>
                    </a:cubicBezTo>
                    <a:cubicBezTo>
                      <a:pt x="49649" y="16439"/>
                      <a:pt x="49785" y="17123"/>
                      <a:pt x="50038" y="17755"/>
                    </a:cubicBezTo>
                    <a:cubicBezTo>
                      <a:pt x="50315" y="18366"/>
                      <a:pt x="50704" y="18860"/>
                      <a:pt x="51212" y="19239"/>
                    </a:cubicBezTo>
                    <a:cubicBezTo>
                      <a:pt x="51742" y="19618"/>
                      <a:pt x="52365" y="19808"/>
                      <a:pt x="53083" y="19808"/>
                    </a:cubicBezTo>
                    <a:cubicBezTo>
                      <a:pt x="53676" y="19808"/>
                      <a:pt x="54172" y="19725"/>
                      <a:pt x="54573" y="19555"/>
                    </a:cubicBezTo>
                    <a:cubicBezTo>
                      <a:pt x="54977" y="19366"/>
                      <a:pt x="55303" y="19156"/>
                      <a:pt x="55556" y="18923"/>
                    </a:cubicBezTo>
                    <a:cubicBezTo>
                      <a:pt x="55810" y="18691"/>
                      <a:pt x="55991" y="18501"/>
                      <a:pt x="56096" y="18355"/>
                    </a:cubicBezTo>
                    <a:cubicBezTo>
                      <a:pt x="56286" y="18102"/>
                      <a:pt x="56435" y="17955"/>
                      <a:pt x="56540" y="17912"/>
                    </a:cubicBezTo>
                    <a:cubicBezTo>
                      <a:pt x="56666" y="17849"/>
                      <a:pt x="56848" y="17818"/>
                      <a:pt x="57079" y="17818"/>
                    </a:cubicBezTo>
                    <a:lnTo>
                      <a:pt x="59806" y="17818"/>
                    </a:lnTo>
                    <a:cubicBezTo>
                      <a:pt x="60019" y="17818"/>
                      <a:pt x="60186" y="17881"/>
                      <a:pt x="60313" y="18007"/>
                    </a:cubicBezTo>
                    <a:cubicBezTo>
                      <a:pt x="60463" y="18134"/>
                      <a:pt x="60526" y="18292"/>
                      <a:pt x="60504" y="18481"/>
                    </a:cubicBezTo>
                    <a:cubicBezTo>
                      <a:pt x="60483" y="18817"/>
                      <a:pt x="60304" y="19228"/>
                      <a:pt x="59965" y="19713"/>
                    </a:cubicBezTo>
                    <a:cubicBezTo>
                      <a:pt x="59647" y="20198"/>
                      <a:pt x="59183" y="20672"/>
                      <a:pt x="58569" y="21135"/>
                    </a:cubicBezTo>
                    <a:cubicBezTo>
                      <a:pt x="57958" y="21597"/>
                      <a:pt x="57185" y="21988"/>
                      <a:pt x="56254" y="22304"/>
                    </a:cubicBezTo>
                    <a:cubicBezTo>
                      <a:pt x="55346" y="22599"/>
                      <a:pt x="54299" y="22746"/>
                      <a:pt x="53115" y="22746"/>
                    </a:cubicBezTo>
                    <a:close/>
                    <a:moveTo>
                      <a:pt x="49626" y="12795"/>
                    </a:moveTo>
                    <a:lnTo>
                      <a:pt x="56635" y="12795"/>
                    </a:lnTo>
                    <a:lnTo>
                      <a:pt x="56635" y="12700"/>
                    </a:lnTo>
                    <a:cubicBezTo>
                      <a:pt x="56635" y="11879"/>
                      <a:pt x="56499" y="11163"/>
                      <a:pt x="56222" y="10552"/>
                    </a:cubicBezTo>
                    <a:cubicBezTo>
                      <a:pt x="55948" y="9940"/>
                      <a:pt x="55547" y="9457"/>
                      <a:pt x="55017" y="9098"/>
                    </a:cubicBezTo>
                    <a:cubicBezTo>
                      <a:pt x="54490" y="8740"/>
                      <a:pt x="53855" y="8561"/>
                      <a:pt x="53115" y="8561"/>
                    </a:cubicBezTo>
                    <a:cubicBezTo>
                      <a:pt x="52376" y="8561"/>
                      <a:pt x="51742" y="8740"/>
                      <a:pt x="51212" y="9098"/>
                    </a:cubicBezTo>
                    <a:cubicBezTo>
                      <a:pt x="50684" y="9457"/>
                      <a:pt x="50283" y="9940"/>
                      <a:pt x="50007" y="10552"/>
                    </a:cubicBezTo>
                    <a:cubicBezTo>
                      <a:pt x="49753" y="11163"/>
                      <a:pt x="49626" y="11879"/>
                      <a:pt x="49626" y="12700"/>
                    </a:cubicBezTo>
                    <a:lnTo>
                      <a:pt x="49626" y="12795"/>
                    </a:lnTo>
                    <a:close/>
                    <a:moveTo>
                      <a:pt x="65077" y="22430"/>
                    </a:moveTo>
                    <a:cubicBezTo>
                      <a:pt x="64864" y="22430"/>
                      <a:pt x="64685" y="22356"/>
                      <a:pt x="64538" y="22209"/>
                    </a:cubicBezTo>
                    <a:cubicBezTo>
                      <a:pt x="64388" y="22062"/>
                      <a:pt x="64316" y="21882"/>
                      <a:pt x="64316" y="21672"/>
                    </a:cubicBezTo>
                    <a:lnTo>
                      <a:pt x="64316" y="6761"/>
                    </a:lnTo>
                    <a:cubicBezTo>
                      <a:pt x="64316" y="6551"/>
                      <a:pt x="64388" y="6370"/>
                      <a:pt x="64538" y="6224"/>
                    </a:cubicBezTo>
                    <a:cubicBezTo>
                      <a:pt x="64685" y="6077"/>
                      <a:pt x="64864" y="6002"/>
                      <a:pt x="65077" y="6002"/>
                    </a:cubicBezTo>
                    <a:lnTo>
                      <a:pt x="67678" y="6002"/>
                    </a:lnTo>
                    <a:cubicBezTo>
                      <a:pt x="67888" y="6002"/>
                      <a:pt x="68067" y="6077"/>
                      <a:pt x="68217" y="6224"/>
                    </a:cubicBezTo>
                    <a:cubicBezTo>
                      <a:pt x="68364" y="6370"/>
                      <a:pt x="68439" y="6551"/>
                      <a:pt x="68439" y="6761"/>
                    </a:cubicBezTo>
                    <a:lnTo>
                      <a:pt x="68439" y="8056"/>
                    </a:lnTo>
                    <a:cubicBezTo>
                      <a:pt x="68987" y="7381"/>
                      <a:pt x="69685" y="6824"/>
                      <a:pt x="70532" y="6382"/>
                    </a:cubicBezTo>
                    <a:cubicBezTo>
                      <a:pt x="71397" y="5919"/>
                      <a:pt x="72466" y="5686"/>
                      <a:pt x="73735" y="5686"/>
                    </a:cubicBezTo>
                    <a:cubicBezTo>
                      <a:pt x="75024" y="5686"/>
                      <a:pt x="76145" y="5982"/>
                      <a:pt x="77096" y="6571"/>
                    </a:cubicBezTo>
                    <a:cubicBezTo>
                      <a:pt x="78048" y="7140"/>
                      <a:pt x="78777" y="7950"/>
                      <a:pt x="79284" y="9004"/>
                    </a:cubicBezTo>
                    <a:cubicBezTo>
                      <a:pt x="79812" y="10057"/>
                      <a:pt x="80077" y="11321"/>
                      <a:pt x="80077" y="12795"/>
                    </a:cubicBezTo>
                    <a:lnTo>
                      <a:pt x="80077" y="21672"/>
                    </a:lnTo>
                    <a:cubicBezTo>
                      <a:pt x="80077" y="21882"/>
                      <a:pt x="80003" y="22062"/>
                      <a:pt x="79855" y="22209"/>
                    </a:cubicBezTo>
                    <a:cubicBezTo>
                      <a:pt x="79706" y="22356"/>
                      <a:pt x="79527" y="22430"/>
                      <a:pt x="79316" y="22430"/>
                    </a:cubicBezTo>
                    <a:lnTo>
                      <a:pt x="76525" y="22430"/>
                    </a:lnTo>
                    <a:cubicBezTo>
                      <a:pt x="76313" y="22430"/>
                      <a:pt x="76134" y="22356"/>
                      <a:pt x="75986" y="22209"/>
                    </a:cubicBezTo>
                    <a:cubicBezTo>
                      <a:pt x="75837" y="22062"/>
                      <a:pt x="75764" y="21882"/>
                      <a:pt x="75764" y="21672"/>
                    </a:cubicBezTo>
                    <a:lnTo>
                      <a:pt x="75764" y="12984"/>
                    </a:lnTo>
                    <a:cubicBezTo>
                      <a:pt x="75764" y="11763"/>
                      <a:pt x="75456" y="10804"/>
                      <a:pt x="74845" y="10109"/>
                    </a:cubicBezTo>
                    <a:cubicBezTo>
                      <a:pt x="74251" y="9414"/>
                      <a:pt x="73386" y="9067"/>
                      <a:pt x="72244" y="9067"/>
                    </a:cubicBezTo>
                    <a:cubicBezTo>
                      <a:pt x="71143" y="9067"/>
                      <a:pt x="70267" y="9414"/>
                      <a:pt x="69612" y="10109"/>
                    </a:cubicBezTo>
                    <a:cubicBezTo>
                      <a:pt x="68955" y="10804"/>
                      <a:pt x="68629" y="11763"/>
                      <a:pt x="68629" y="12984"/>
                    </a:cubicBezTo>
                    <a:lnTo>
                      <a:pt x="68629" y="21672"/>
                    </a:lnTo>
                    <a:cubicBezTo>
                      <a:pt x="68629" y="21882"/>
                      <a:pt x="68554" y="22062"/>
                      <a:pt x="68407" y="22209"/>
                    </a:cubicBezTo>
                    <a:cubicBezTo>
                      <a:pt x="68257" y="22356"/>
                      <a:pt x="68078" y="22430"/>
                      <a:pt x="67868" y="22430"/>
                    </a:cubicBezTo>
                    <a:lnTo>
                      <a:pt x="65077" y="22430"/>
                    </a:lnTo>
                    <a:close/>
                    <a:moveTo>
                      <a:pt x="91372" y="22430"/>
                    </a:moveTo>
                    <a:cubicBezTo>
                      <a:pt x="90103" y="22430"/>
                      <a:pt x="89036" y="22209"/>
                      <a:pt x="88169" y="21767"/>
                    </a:cubicBezTo>
                    <a:cubicBezTo>
                      <a:pt x="87301" y="21324"/>
                      <a:pt x="86658" y="20672"/>
                      <a:pt x="86234" y="19808"/>
                    </a:cubicBezTo>
                    <a:cubicBezTo>
                      <a:pt x="85811" y="18923"/>
                      <a:pt x="85600" y="17829"/>
                      <a:pt x="85600" y="16522"/>
                    </a:cubicBezTo>
                    <a:lnTo>
                      <a:pt x="85600" y="9351"/>
                    </a:lnTo>
                    <a:lnTo>
                      <a:pt x="83095" y="9351"/>
                    </a:lnTo>
                    <a:cubicBezTo>
                      <a:pt x="82884" y="9351"/>
                      <a:pt x="82703" y="9277"/>
                      <a:pt x="82555" y="9130"/>
                    </a:cubicBezTo>
                    <a:cubicBezTo>
                      <a:pt x="82408" y="8983"/>
                      <a:pt x="82333" y="8803"/>
                      <a:pt x="82333" y="8593"/>
                    </a:cubicBezTo>
                    <a:lnTo>
                      <a:pt x="82333" y="6761"/>
                    </a:lnTo>
                    <a:cubicBezTo>
                      <a:pt x="82333" y="6551"/>
                      <a:pt x="82408" y="6370"/>
                      <a:pt x="82555" y="6224"/>
                    </a:cubicBezTo>
                    <a:cubicBezTo>
                      <a:pt x="82703" y="6077"/>
                      <a:pt x="82884" y="6002"/>
                      <a:pt x="83095" y="6002"/>
                    </a:cubicBezTo>
                    <a:lnTo>
                      <a:pt x="85600" y="6002"/>
                    </a:lnTo>
                    <a:lnTo>
                      <a:pt x="85600" y="758"/>
                    </a:lnTo>
                    <a:cubicBezTo>
                      <a:pt x="85600" y="548"/>
                      <a:pt x="85663" y="368"/>
                      <a:pt x="85790" y="221"/>
                    </a:cubicBezTo>
                    <a:cubicBezTo>
                      <a:pt x="85937" y="74"/>
                      <a:pt x="86128" y="0"/>
                      <a:pt x="86361" y="0"/>
                    </a:cubicBezTo>
                    <a:lnTo>
                      <a:pt x="88930" y="0"/>
                    </a:lnTo>
                    <a:cubicBezTo>
                      <a:pt x="89140" y="0"/>
                      <a:pt x="89322" y="74"/>
                      <a:pt x="89469" y="221"/>
                    </a:cubicBezTo>
                    <a:cubicBezTo>
                      <a:pt x="89616" y="368"/>
                      <a:pt x="89691" y="548"/>
                      <a:pt x="89691" y="758"/>
                    </a:cubicBezTo>
                    <a:lnTo>
                      <a:pt x="89691" y="6002"/>
                    </a:lnTo>
                    <a:lnTo>
                      <a:pt x="93655" y="6002"/>
                    </a:lnTo>
                    <a:cubicBezTo>
                      <a:pt x="93866" y="6002"/>
                      <a:pt x="94047" y="6077"/>
                      <a:pt x="94194" y="6224"/>
                    </a:cubicBezTo>
                    <a:cubicBezTo>
                      <a:pt x="94341" y="6370"/>
                      <a:pt x="94416" y="6551"/>
                      <a:pt x="94416" y="6761"/>
                    </a:cubicBezTo>
                    <a:lnTo>
                      <a:pt x="94416" y="8593"/>
                    </a:lnTo>
                    <a:cubicBezTo>
                      <a:pt x="94416" y="8803"/>
                      <a:pt x="94341" y="8983"/>
                      <a:pt x="94194" y="9130"/>
                    </a:cubicBezTo>
                    <a:cubicBezTo>
                      <a:pt x="94047" y="9277"/>
                      <a:pt x="93866" y="9351"/>
                      <a:pt x="93655" y="9351"/>
                    </a:cubicBezTo>
                    <a:lnTo>
                      <a:pt x="89691" y="9351"/>
                    </a:lnTo>
                    <a:lnTo>
                      <a:pt x="89691" y="16207"/>
                    </a:lnTo>
                    <a:cubicBezTo>
                      <a:pt x="89691" y="17071"/>
                      <a:pt x="89838" y="17743"/>
                      <a:pt x="90135" y="18228"/>
                    </a:cubicBezTo>
                    <a:cubicBezTo>
                      <a:pt x="90452" y="18714"/>
                      <a:pt x="90991" y="18955"/>
                      <a:pt x="91752" y="18955"/>
                    </a:cubicBezTo>
                    <a:lnTo>
                      <a:pt x="93940" y="18955"/>
                    </a:lnTo>
                    <a:cubicBezTo>
                      <a:pt x="94151" y="18955"/>
                      <a:pt x="94332" y="19030"/>
                      <a:pt x="94479" y="19176"/>
                    </a:cubicBezTo>
                    <a:cubicBezTo>
                      <a:pt x="94627" y="19323"/>
                      <a:pt x="94701" y="19503"/>
                      <a:pt x="94701" y="19713"/>
                    </a:cubicBezTo>
                    <a:lnTo>
                      <a:pt x="94701" y="21672"/>
                    </a:lnTo>
                    <a:cubicBezTo>
                      <a:pt x="94701" y="21882"/>
                      <a:pt x="94627" y="22062"/>
                      <a:pt x="94479" y="22209"/>
                    </a:cubicBezTo>
                    <a:cubicBezTo>
                      <a:pt x="94332" y="22356"/>
                      <a:pt x="94151" y="22430"/>
                      <a:pt x="93940" y="22430"/>
                    </a:cubicBezTo>
                    <a:lnTo>
                      <a:pt x="91372" y="22430"/>
                    </a:lnTo>
                    <a:close/>
                    <a:moveTo>
                      <a:pt x="104809" y="22746"/>
                    </a:moveTo>
                    <a:cubicBezTo>
                      <a:pt x="103117" y="22746"/>
                      <a:pt x="101690" y="22450"/>
                      <a:pt x="100528" y="21861"/>
                    </a:cubicBezTo>
                    <a:cubicBezTo>
                      <a:pt x="99386" y="21273"/>
                      <a:pt x="98507" y="20440"/>
                      <a:pt x="97895" y="19366"/>
                    </a:cubicBezTo>
                    <a:cubicBezTo>
                      <a:pt x="97302" y="18292"/>
                      <a:pt x="96964" y="17039"/>
                      <a:pt x="96881" y="15606"/>
                    </a:cubicBezTo>
                    <a:cubicBezTo>
                      <a:pt x="96858" y="15227"/>
                      <a:pt x="96849" y="14765"/>
                      <a:pt x="96849" y="14216"/>
                    </a:cubicBezTo>
                    <a:cubicBezTo>
                      <a:pt x="96849" y="13668"/>
                      <a:pt x="96858" y="13205"/>
                      <a:pt x="96881" y="12826"/>
                    </a:cubicBezTo>
                    <a:cubicBezTo>
                      <a:pt x="96964" y="11373"/>
                      <a:pt x="97313" y="10121"/>
                      <a:pt x="97927" y="9067"/>
                    </a:cubicBezTo>
                    <a:cubicBezTo>
                      <a:pt x="98561" y="7993"/>
                      <a:pt x="99449" y="7160"/>
                      <a:pt x="100591" y="6571"/>
                    </a:cubicBezTo>
                    <a:cubicBezTo>
                      <a:pt x="101753" y="5982"/>
                      <a:pt x="103160" y="5686"/>
                      <a:pt x="104809" y="5686"/>
                    </a:cubicBezTo>
                    <a:cubicBezTo>
                      <a:pt x="106458" y="5686"/>
                      <a:pt x="107853" y="5982"/>
                      <a:pt x="108995" y="6571"/>
                    </a:cubicBezTo>
                    <a:cubicBezTo>
                      <a:pt x="110157" y="7160"/>
                      <a:pt x="111045" y="7993"/>
                      <a:pt x="111659" y="9067"/>
                    </a:cubicBezTo>
                    <a:cubicBezTo>
                      <a:pt x="112293" y="10121"/>
                      <a:pt x="112651" y="11373"/>
                      <a:pt x="112737" y="12826"/>
                    </a:cubicBezTo>
                    <a:cubicBezTo>
                      <a:pt x="112757" y="13205"/>
                      <a:pt x="112769" y="13668"/>
                      <a:pt x="112769" y="14216"/>
                    </a:cubicBezTo>
                    <a:cubicBezTo>
                      <a:pt x="112769" y="14765"/>
                      <a:pt x="112757" y="15227"/>
                      <a:pt x="112737" y="15606"/>
                    </a:cubicBezTo>
                    <a:cubicBezTo>
                      <a:pt x="112651" y="17039"/>
                      <a:pt x="112302" y="18292"/>
                      <a:pt x="111691" y="19366"/>
                    </a:cubicBezTo>
                    <a:cubicBezTo>
                      <a:pt x="111097" y="20440"/>
                      <a:pt x="110220" y="21273"/>
                      <a:pt x="109058" y="21861"/>
                    </a:cubicBezTo>
                    <a:cubicBezTo>
                      <a:pt x="107917" y="22450"/>
                      <a:pt x="106499" y="22746"/>
                      <a:pt x="104809" y="22746"/>
                    </a:cubicBezTo>
                    <a:close/>
                    <a:moveTo>
                      <a:pt x="104809" y="19618"/>
                    </a:moveTo>
                    <a:cubicBezTo>
                      <a:pt x="105928" y="19618"/>
                      <a:pt x="106795" y="19271"/>
                      <a:pt x="107409" y="18576"/>
                    </a:cubicBezTo>
                    <a:cubicBezTo>
                      <a:pt x="108021" y="17861"/>
                      <a:pt x="108361" y="16818"/>
                      <a:pt x="108424" y="15448"/>
                    </a:cubicBezTo>
                    <a:cubicBezTo>
                      <a:pt x="108445" y="15132"/>
                      <a:pt x="108456" y="14722"/>
                      <a:pt x="108456" y="14216"/>
                    </a:cubicBezTo>
                    <a:cubicBezTo>
                      <a:pt x="108456" y="13711"/>
                      <a:pt x="108445" y="13300"/>
                      <a:pt x="108424" y="12984"/>
                    </a:cubicBezTo>
                    <a:cubicBezTo>
                      <a:pt x="108361" y="11637"/>
                      <a:pt x="108021" y="10604"/>
                      <a:pt x="107409" y="9888"/>
                    </a:cubicBezTo>
                    <a:cubicBezTo>
                      <a:pt x="106795" y="9173"/>
                      <a:pt x="105928" y="8814"/>
                      <a:pt x="104809" y="8814"/>
                    </a:cubicBezTo>
                    <a:cubicBezTo>
                      <a:pt x="103688" y="8814"/>
                      <a:pt x="102820" y="9173"/>
                      <a:pt x="102208" y="9888"/>
                    </a:cubicBezTo>
                    <a:cubicBezTo>
                      <a:pt x="101594" y="10604"/>
                      <a:pt x="101257" y="11637"/>
                      <a:pt x="101194" y="12984"/>
                    </a:cubicBezTo>
                    <a:cubicBezTo>
                      <a:pt x="101171" y="13300"/>
                      <a:pt x="101162" y="13711"/>
                      <a:pt x="101162" y="14216"/>
                    </a:cubicBezTo>
                    <a:cubicBezTo>
                      <a:pt x="101162" y="14722"/>
                      <a:pt x="101171" y="15132"/>
                      <a:pt x="101194" y="15448"/>
                    </a:cubicBezTo>
                    <a:cubicBezTo>
                      <a:pt x="101257" y="16818"/>
                      <a:pt x="101594" y="17861"/>
                      <a:pt x="102208" y="18576"/>
                    </a:cubicBezTo>
                    <a:cubicBezTo>
                      <a:pt x="102820" y="19271"/>
                      <a:pt x="103688" y="19618"/>
                      <a:pt x="104809" y="19618"/>
                    </a:cubicBezTo>
                    <a:close/>
                    <a:moveTo>
                      <a:pt x="117043" y="22430"/>
                    </a:moveTo>
                    <a:cubicBezTo>
                      <a:pt x="116833" y="22430"/>
                      <a:pt x="116651" y="22356"/>
                      <a:pt x="116504" y="22209"/>
                    </a:cubicBezTo>
                    <a:cubicBezTo>
                      <a:pt x="116357" y="22062"/>
                      <a:pt x="116282" y="21882"/>
                      <a:pt x="116282" y="21672"/>
                    </a:cubicBezTo>
                    <a:lnTo>
                      <a:pt x="116282" y="6792"/>
                    </a:lnTo>
                    <a:cubicBezTo>
                      <a:pt x="116282" y="6560"/>
                      <a:pt x="116357" y="6370"/>
                      <a:pt x="116504" y="6224"/>
                    </a:cubicBezTo>
                    <a:cubicBezTo>
                      <a:pt x="116651" y="6077"/>
                      <a:pt x="116833" y="6002"/>
                      <a:pt x="117043" y="6002"/>
                    </a:cubicBezTo>
                    <a:lnTo>
                      <a:pt x="119612" y="6002"/>
                    </a:lnTo>
                    <a:cubicBezTo>
                      <a:pt x="119823" y="6002"/>
                      <a:pt x="120004" y="6077"/>
                      <a:pt x="120151" y="6224"/>
                    </a:cubicBezTo>
                    <a:cubicBezTo>
                      <a:pt x="120321" y="6370"/>
                      <a:pt x="120405" y="6560"/>
                      <a:pt x="120405" y="6792"/>
                    </a:cubicBezTo>
                    <a:lnTo>
                      <a:pt x="120405" y="8088"/>
                    </a:lnTo>
                    <a:cubicBezTo>
                      <a:pt x="120892" y="7413"/>
                      <a:pt x="121515" y="6898"/>
                      <a:pt x="122276" y="6540"/>
                    </a:cubicBezTo>
                    <a:cubicBezTo>
                      <a:pt x="123057" y="6181"/>
                      <a:pt x="123957" y="6002"/>
                      <a:pt x="124971" y="6002"/>
                    </a:cubicBezTo>
                    <a:lnTo>
                      <a:pt x="126272" y="6002"/>
                    </a:lnTo>
                    <a:cubicBezTo>
                      <a:pt x="126505" y="6002"/>
                      <a:pt x="126684" y="6077"/>
                      <a:pt x="126811" y="6224"/>
                    </a:cubicBezTo>
                    <a:cubicBezTo>
                      <a:pt x="126958" y="6370"/>
                      <a:pt x="127033" y="6551"/>
                      <a:pt x="127033" y="6761"/>
                    </a:cubicBezTo>
                    <a:lnTo>
                      <a:pt x="127033" y="9035"/>
                    </a:lnTo>
                    <a:cubicBezTo>
                      <a:pt x="127033" y="9245"/>
                      <a:pt x="126958" y="9426"/>
                      <a:pt x="126811" y="9572"/>
                    </a:cubicBezTo>
                    <a:cubicBezTo>
                      <a:pt x="126684" y="9719"/>
                      <a:pt x="126505" y="9793"/>
                      <a:pt x="126272" y="9793"/>
                    </a:cubicBezTo>
                    <a:lnTo>
                      <a:pt x="123798" y="9793"/>
                    </a:lnTo>
                    <a:cubicBezTo>
                      <a:pt x="122783" y="9793"/>
                      <a:pt x="121990" y="10078"/>
                      <a:pt x="121420" y="10646"/>
                    </a:cubicBezTo>
                    <a:cubicBezTo>
                      <a:pt x="120869" y="11215"/>
                      <a:pt x="120595" y="11994"/>
                      <a:pt x="120595" y="12984"/>
                    </a:cubicBezTo>
                    <a:lnTo>
                      <a:pt x="120595" y="21672"/>
                    </a:lnTo>
                    <a:cubicBezTo>
                      <a:pt x="120595" y="21882"/>
                      <a:pt x="120520" y="22062"/>
                      <a:pt x="120373" y="22209"/>
                    </a:cubicBezTo>
                    <a:cubicBezTo>
                      <a:pt x="120226" y="22356"/>
                      <a:pt x="120036" y="22430"/>
                      <a:pt x="119802" y="22430"/>
                    </a:cubicBezTo>
                    <a:lnTo>
                      <a:pt x="117043" y="22430"/>
                    </a:lnTo>
                    <a:close/>
                    <a:moveTo>
                      <a:pt x="132487" y="28433"/>
                    </a:moveTo>
                    <a:cubicBezTo>
                      <a:pt x="132318" y="28433"/>
                      <a:pt x="132170" y="28369"/>
                      <a:pt x="132043" y="28243"/>
                    </a:cubicBezTo>
                    <a:cubicBezTo>
                      <a:pt x="131917" y="28117"/>
                      <a:pt x="131853" y="27970"/>
                      <a:pt x="131853" y="27801"/>
                    </a:cubicBezTo>
                    <a:cubicBezTo>
                      <a:pt x="131853" y="27717"/>
                      <a:pt x="131853" y="27631"/>
                      <a:pt x="131853" y="27548"/>
                    </a:cubicBezTo>
                    <a:cubicBezTo>
                      <a:pt x="131874" y="27485"/>
                      <a:pt x="131917" y="27401"/>
                      <a:pt x="131980" y="27295"/>
                    </a:cubicBezTo>
                    <a:lnTo>
                      <a:pt x="134454" y="21451"/>
                    </a:lnTo>
                    <a:lnTo>
                      <a:pt x="128365" y="7140"/>
                    </a:lnTo>
                    <a:cubicBezTo>
                      <a:pt x="128281" y="6930"/>
                      <a:pt x="128238" y="6781"/>
                      <a:pt x="128238" y="6697"/>
                    </a:cubicBezTo>
                    <a:cubicBezTo>
                      <a:pt x="128258" y="6508"/>
                      <a:pt x="128333" y="6350"/>
                      <a:pt x="128460" y="6224"/>
                    </a:cubicBezTo>
                    <a:cubicBezTo>
                      <a:pt x="128587" y="6077"/>
                      <a:pt x="128745" y="6002"/>
                      <a:pt x="128936" y="6002"/>
                    </a:cubicBezTo>
                    <a:lnTo>
                      <a:pt x="131504" y="6002"/>
                    </a:lnTo>
                    <a:cubicBezTo>
                      <a:pt x="131758" y="6002"/>
                      <a:pt x="131948" y="6066"/>
                      <a:pt x="132075" y="6192"/>
                    </a:cubicBezTo>
                    <a:cubicBezTo>
                      <a:pt x="132202" y="6318"/>
                      <a:pt x="132297" y="6456"/>
                      <a:pt x="132361" y="6603"/>
                    </a:cubicBezTo>
                    <a:lnTo>
                      <a:pt x="136578" y="16933"/>
                    </a:lnTo>
                    <a:lnTo>
                      <a:pt x="140923" y="6603"/>
                    </a:lnTo>
                    <a:cubicBezTo>
                      <a:pt x="140986" y="6433"/>
                      <a:pt x="141082" y="6298"/>
                      <a:pt x="141208" y="6192"/>
                    </a:cubicBezTo>
                    <a:cubicBezTo>
                      <a:pt x="141335" y="6066"/>
                      <a:pt x="141526" y="6002"/>
                      <a:pt x="141779" y="6002"/>
                    </a:cubicBezTo>
                    <a:lnTo>
                      <a:pt x="144316" y="6002"/>
                    </a:lnTo>
                    <a:cubicBezTo>
                      <a:pt x="144486" y="6002"/>
                      <a:pt x="144633" y="6066"/>
                      <a:pt x="144760" y="6192"/>
                    </a:cubicBezTo>
                    <a:cubicBezTo>
                      <a:pt x="144908" y="6318"/>
                      <a:pt x="144982" y="6465"/>
                      <a:pt x="144982" y="6634"/>
                    </a:cubicBezTo>
                    <a:cubicBezTo>
                      <a:pt x="144982" y="6761"/>
                      <a:pt x="144939" y="6930"/>
                      <a:pt x="144855" y="7140"/>
                    </a:cubicBezTo>
                    <a:lnTo>
                      <a:pt x="135881" y="27832"/>
                    </a:lnTo>
                    <a:cubicBezTo>
                      <a:pt x="135797" y="28002"/>
                      <a:pt x="135690" y="28137"/>
                      <a:pt x="135564" y="28243"/>
                    </a:cubicBezTo>
                    <a:cubicBezTo>
                      <a:pt x="135437" y="28369"/>
                      <a:pt x="135246" y="28433"/>
                      <a:pt x="134993" y="28433"/>
                    </a:cubicBezTo>
                    <a:lnTo>
                      <a:pt x="132487" y="28433"/>
                    </a:lnTo>
                    <a:close/>
                    <a:moveTo>
                      <a:pt x="156659" y="22746"/>
                    </a:moveTo>
                    <a:cubicBezTo>
                      <a:pt x="154693" y="22746"/>
                      <a:pt x="153024" y="22410"/>
                      <a:pt x="151649" y="21735"/>
                    </a:cubicBezTo>
                    <a:cubicBezTo>
                      <a:pt x="150296" y="21040"/>
                      <a:pt x="149259" y="20061"/>
                      <a:pt x="148541" y="18797"/>
                    </a:cubicBezTo>
                    <a:cubicBezTo>
                      <a:pt x="147823" y="17513"/>
                      <a:pt x="147420" y="15974"/>
                      <a:pt x="147336" y="14185"/>
                    </a:cubicBezTo>
                    <a:cubicBezTo>
                      <a:pt x="147315" y="13320"/>
                      <a:pt x="147304" y="12395"/>
                      <a:pt x="147304" y="11405"/>
                    </a:cubicBezTo>
                    <a:cubicBezTo>
                      <a:pt x="147304" y="10414"/>
                      <a:pt x="147315" y="9466"/>
                      <a:pt x="147336" y="8561"/>
                    </a:cubicBezTo>
                    <a:cubicBezTo>
                      <a:pt x="147420" y="6792"/>
                      <a:pt x="147823" y="5265"/>
                      <a:pt x="148541" y="3981"/>
                    </a:cubicBezTo>
                    <a:cubicBezTo>
                      <a:pt x="149282" y="2697"/>
                      <a:pt x="150328" y="1717"/>
                      <a:pt x="151680" y="1043"/>
                    </a:cubicBezTo>
                    <a:cubicBezTo>
                      <a:pt x="153055" y="347"/>
                      <a:pt x="154714" y="0"/>
                      <a:pt x="156659" y="0"/>
                    </a:cubicBezTo>
                    <a:cubicBezTo>
                      <a:pt x="158098" y="0"/>
                      <a:pt x="159387" y="190"/>
                      <a:pt x="160528" y="569"/>
                    </a:cubicBezTo>
                    <a:cubicBezTo>
                      <a:pt x="161670" y="948"/>
                      <a:pt x="162642" y="1474"/>
                      <a:pt x="163446" y="2148"/>
                    </a:cubicBezTo>
                    <a:cubicBezTo>
                      <a:pt x="164250" y="2800"/>
                      <a:pt x="164873" y="3570"/>
                      <a:pt x="165317" y="4454"/>
                    </a:cubicBezTo>
                    <a:cubicBezTo>
                      <a:pt x="165761" y="5339"/>
                      <a:pt x="165994" y="6298"/>
                      <a:pt x="166015" y="7329"/>
                    </a:cubicBezTo>
                    <a:cubicBezTo>
                      <a:pt x="166035" y="7519"/>
                      <a:pt x="165972" y="7677"/>
                      <a:pt x="165824" y="7803"/>
                    </a:cubicBezTo>
                    <a:cubicBezTo>
                      <a:pt x="165698" y="7930"/>
                      <a:pt x="165539" y="7993"/>
                      <a:pt x="165349" y="7993"/>
                    </a:cubicBezTo>
                    <a:lnTo>
                      <a:pt x="162336" y="7993"/>
                    </a:lnTo>
                    <a:cubicBezTo>
                      <a:pt x="162103" y="7993"/>
                      <a:pt x="161912" y="7941"/>
                      <a:pt x="161765" y="7835"/>
                    </a:cubicBezTo>
                    <a:cubicBezTo>
                      <a:pt x="161618" y="7708"/>
                      <a:pt x="161512" y="7508"/>
                      <a:pt x="161448" y="7234"/>
                    </a:cubicBezTo>
                    <a:cubicBezTo>
                      <a:pt x="161111" y="5844"/>
                      <a:pt x="160528" y="4897"/>
                      <a:pt x="159704" y="4391"/>
                    </a:cubicBezTo>
                    <a:cubicBezTo>
                      <a:pt x="158879" y="3886"/>
                      <a:pt x="157853" y="3633"/>
                      <a:pt x="156628" y="3633"/>
                    </a:cubicBezTo>
                    <a:cubicBezTo>
                      <a:pt x="155212" y="3633"/>
                      <a:pt x="154079" y="4032"/>
                      <a:pt x="153234" y="4834"/>
                    </a:cubicBezTo>
                    <a:cubicBezTo>
                      <a:pt x="152390" y="5612"/>
                      <a:pt x="151934" y="6907"/>
                      <a:pt x="151871" y="8719"/>
                    </a:cubicBezTo>
                    <a:cubicBezTo>
                      <a:pt x="151807" y="10446"/>
                      <a:pt x="151807" y="12215"/>
                      <a:pt x="151871" y="14027"/>
                    </a:cubicBezTo>
                    <a:cubicBezTo>
                      <a:pt x="151934" y="15839"/>
                      <a:pt x="152390" y="17143"/>
                      <a:pt x="153234" y="17944"/>
                    </a:cubicBezTo>
                    <a:cubicBezTo>
                      <a:pt x="154079" y="18723"/>
                      <a:pt x="155212" y="19113"/>
                      <a:pt x="156628" y="19113"/>
                    </a:cubicBezTo>
                    <a:cubicBezTo>
                      <a:pt x="157853" y="19113"/>
                      <a:pt x="158879" y="18860"/>
                      <a:pt x="159704" y="18355"/>
                    </a:cubicBezTo>
                    <a:cubicBezTo>
                      <a:pt x="160528" y="17829"/>
                      <a:pt x="161111" y="16881"/>
                      <a:pt x="161448" y="15512"/>
                    </a:cubicBezTo>
                    <a:cubicBezTo>
                      <a:pt x="161512" y="15216"/>
                      <a:pt x="161618" y="15017"/>
                      <a:pt x="161765" y="14911"/>
                    </a:cubicBezTo>
                    <a:cubicBezTo>
                      <a:pt x="161912" y="14805"/>
                      <a:pt x="162103" y="14753"/>
                      <a:pt x="162336" y="14753"/>
                    </a:cubicBezTo>
                    <a:lnTo>
                      <a:pt x="165349" y="14753"/>
                    </a:lnTo>
                    <a:cubicBezTo>
                      <a:pt x="165539" y="14753"/>
                      <a:pt x="165698" y="14817"/>
                      <a:pt x="165824" y="14943"/>
                    </a:cubicBezTo>
                    <a:cubicBezTo>
                      <a:pt x="165972" y="15069"/>
                      <a:pt x="166035" y="15227"/>
                      <a:pt x="166015" y="15417"/>
                    </a:cubicBezTo>
                    <a:cubicBezTo>
                      <a:pt x="165994" y="16448"/>
                      <a:pt x="165761" y="17407"/>
                      <a:pt x="165317" y="18292"/>
                    </a:cubicBezTo>
                    <a:cubicBezTo>
                      <a:pt x="164873" y="19176"/>
                      <a:pt x="164250" y="19955"/>
                      <a:pt x="163446" y="20629"/>
                    </a:cubicBezTo>
                    <a:cubicBezTo>
                      <a:pt x="162642" y="21282"/>
                      <a:pt x="161670" y="21798"/>
                      <a:pt x="160528" y="22177"/>
                    </a:cubicBezTo>
                    <a:cubicBezTo>
                      <a:pt x="159387" y="22556"/>
                      <a:pt x="158098" y="22746"/>
                      <a:pt x="156659" y="22746"/>
                    </a:cubicBezTo>
                    <a:close/>
                    <a:moveTo>
                      <a:pt x="170187" y="22430"/>
                    </a:moveTo>
                    <a:cubicBezTo>
                      <a:pt x="169977" y="22430"/>
                      <a:pt x="169798" y="22356"/>
                      <a:pt x="169648" y="22209"/>
                    </a:cubicBezTo>
                    <a:cubicBezTo>
                      <a:pt x="169501" y="22062"/>
                      <a:pt x="169426" y="21882"/>
                      <a:pt x="169426" y="21672"/>
                    </a:cubicBezTo>
                    <a:lnTo>
                      <a:pt x="169426" y="758"/>
                    </a:lnTo>
                    <a:cubicBezTo>
                      <a:pt x="169426" y="548"/>
                      <a:pt x="169501" y="368"/>
                      <a:pt x="169648" y="221"/>
                    </a:cubicBezTo>
                    <a:cubicBezTo>
                      <a:pt x="169798" y="74"/>
                      <a:pt x="169977" y="0"/>
                      <a:pt x="170187" y="0"/>
                    </a:cubicBezTo>
                    <a:lnTo>
                      <a:pt x="173010" y="0"/>
                    </a:lnTo>
                    <a:cubicBezTo>
                      <a:pt x="173243" y="0"/>
                      <a:pt x="173422" y="74"/>
                      <a:pt x="173549" y="221"/>
                    </a:cubicBezTo>
                    <a:cubicBezTo>
                      <a:pt x="173698" y="368"/>
                      <a:pt x="173771" y="548"/>
                      <a:pt x="173771" y="758"/>
                    </a:cubicBezTo>
                    <a:lnTo>
                      <a:pt x="173771" y="7961"/>
                    </a:lnTo>
                    <a:cubicBezTo>
                      <a:pt x="174342" y="7286"/>
                      <a:pt x="175039" y="6740"/>
                      <a:pt x="175864" y="6318"/>
                    </a:cubicBezTo>
                    <a:cubicBezTo>
                      <a:pt x="176688" y="5896"/>
                      <a:pt x="177703" y="5686"/>
                      <a:pt x="178908" y="5686"/>
                    </a:cubicBezTo>
                    <a:cubicBezTo>
                      <a:pt x="180199" y="5686"/>
                      <a:pt x="181319" y="5982"/>
                      <a:pt x="182270" y="6571"/>
                    </a:cubicBezTo>
                    <a:cubicBezTo>
                      <a:pt x="183244" y="7140"/>
                      <a:pt x="183994" y="7950"/>
                      <a:pt x="184522" y="9004"/>
                    </a:cubicBezTo>
                    <a:cubicBezTo>
                      <a:pt x="185051" y="10057"/>
                      <a:pt x="185314" y="11321"/>
                      <a:pt x="185314" y="12795"/>
                    </a:cubicBezTo>
                    <a:lnTo>
                      <a:pt x="185314" y="21672"/>
                    </a:lnTo>
                    <a:cubicBezTo>
                      <a:pt x="185314" y="21882"/>
                      <a:pt x="185242" y="22062"/>
                      <a:pt x="185092" y="22209"/>
                    </a:cubicBezTo>
                    <a:cubicBezTo>
                      <a:pt x="184945" y="22356"/>
                      <a:pt x="184766" y="22430"/>
                      <a:pt x="184553" y="22430"/>
                    </a:cubicBezTo>
                    <a:lnTo>
                      <a:pt x="181699" y="22430"/>
                    </a:lnTo>
                    <a:cubicBezTo>
                      <a:pt x="181488" y="22430"/>
                      <a:pt x="181309" y="22356"/>
                      <a:pt x="181160" y="22209"/>
                    </a:cubicBezTo>
                    <a:cubicBezTo>
                      <a:pt x="181013" y="22062"/>
                      <a:pt x="180938" y="21882"/>
                      <a:pt x="180938" y="21672"/>
                    </a:cubicBezTo>
                    <a:lnTo>
                      <a:pt x="180938" y="12984"/>
                    </a:lnTo>
                    <a:cubicBezTo>
                      <a:pt x="180938" y="11763"/>
                      <a:pt x="180632" y="10804"/>
                      <a:pt x="180018" y="10109"/>
                    </a:cubicBezTo>
                    <a:cubicBezTo>
                      <a:pt x="179427" y="9414"/>
                      <a:pt x="178559" y="9067"/>
                      <a:pt x="177418" y="9067"/>
                    </a:cubicBezTo>
                    <a:cubicBezTo>
                      <a:pt x="176319" y="9067"/>
                      <a:pt x="175431" y="9414"/>
                      <a:pt x="174754" y="10109"/>
                    </a:cubicBezTo>
                    <a:cubicBezTo>
                      <a:pt x="174099" y="10804"/>
                      <a:pt x="173771" y="11763"/>
                      <a:pt x="173771" y="12984"/>
                    </a:cubicBezTo>
                    <a:lnTo>
                      <a:pt x="173771" y="21672"/>
                    </a:lnTo>
                    <a:cubicBezTo>
                      <a:pt x="173771" y="21882"/>
                      <a:pt x="173698" y="22062"/>
                      <a:pt x="173549" y="22209"/>
                    </a:cubicBezTo>
                    <a:cubicBezTo>
                      <a:pt x="173422" y="22356"/>
                      <a:pt x="173243" y="22430"/>
                      <a:pt x="173010" y="22430"/>
                    </a:cubicBezTo>
                    <a:lnTo>
                      <a:pt x="170187" y="22430"/>
                    </a:lnTo>
                    <a:close/>
                    <a:moveTo>
                      <a:pt x="196443" y="22746"/>
                    </a:moveTo>
                    <a:cubicBezTo>
                      <a:pt x="194097" y="22746"/>
                      <a:pt x="192237" y="22071"/>
                      <a:pt x="190862" y="20724"/>
                    </a:cubicBezTo>
                    <a:cubicBezTo>
                      <a:pt x="189487" y="19377"/>
                      <a:pt x="188748" y="17459"/>
                      <a:pt x="188642" y="14975"/>
                    </a:cubicBezTo>
                    <a:cubicBezTo>
                      <a:pt x="188622" y="14765"/>
                      <a:pt x="188610" y="14501"/>
                      <a:pt x="188610" y="14185"/>
                    </a:cubicBezTo>
                    <a:cubicBezTo>
                      <a:pt x="188610" y="13848"/>
                      <a:pt x="188622" y="13584"/>
                      <a:pt x="188642" y="13395"/>
                    </a:cubicBezTo>
                    <a:cubicBezTo>
                      <a:pt x="188726" y="11815"/>
                      <a:pt x="189086" y="10446"/>
                      <a:pt x="189720" y="9288"/>
                    </a:cubicBezTo>
                    <a:cubicBezTo>
                      <a:pt x="190375" y="8130"/>
                      <a:pt x="191274" y="7246"/>
                      <a:pt x="192416" y="6634"/>
                    </a:cubicBezTo>
                    <a:cubicBezTo>
                      <a:pt x="193557" y="6002"/>
                      <a:pt x="194901" y="5686"/>
                      <a:pt x="196443" y="5686"/>
                    </a:cubicBezTo>
                    <a:cubicBezTo>
                      <a:pt x="198156" y="5686"/>
                      <a:pt x="199594" y="6045"/>
                      <a:pt x="200756" y="6761"/>
                    </a:cubicBezTo>
                    <a:cubicBezTo>
                      <a:pt x="201918" y="7456"/>
                      <a:pt x="202797" y="8435"/>
                      <a:pt x="203388" y="9699"/>
                    </a:cubicBezTo>
                    <a:cubicBezTo>
                      <a:pt x="203980" y="10942"/>
                      <a:pt x="204276" y="12384"/>
                      <a:pt x="204276" y="14027"/>
                    </a:cubicBezTo>
                    <a:lnTo>
                      <a:pt x="204276" y="14690"/>
                    </a:lnTo>
                    <a:cubicBezTo>
                      <a:pt x="204276" y="14900"/>
                      <a:pt x="204202" y="15081"/>
                      <a:pt x="204054" y="15227"/>
                    </a:cubicBezTo>
                    <a:cubicBezTo>
                      <a:pt x="203907" y="15374"/>
                      <a:pt x="203717" y="15448"/>
                      <a:pt x="203484" y="15448"/>
                    </a:cubicBezTo>
                    <a:lnTo>
                      <a:pt x="192955" y="15448"/>
                    </a:lnTo>
                    <a:cubicBezTo>
                      <a:pt x="192955" y="15448"/>
                      <a:pt x="192955" y="15480"/>
                      <a:pt x="192955" y="15543"/>
                    </a:cubicBezTo>
                    <a:cubicBezTo>
                      <a:pt x="192955" y="15606"/>
                      <a:pt x="192955" y="15658"/>
                      <a:pt x="192955" y="15701"/>
                    </a:cubicBezTo>
                    <a:cubicBezTo>
                      <a:pt x="192975" y="16439"/>
                      <a:pt x="193113" y="17123"/>
                      <a:pt x="193367" y="17755"/>
                    </a:cubicBezTo>
                    <a:cubicBezTo>
                      <a:pt x="193641" y="18366"/>
                      <a:pt x="194033" y="18860"/>
                      <a:pt x="194540" y="19239"/>
                    </a:cubicBezTo>
                    <a:cubicBezTo>
                      <a:pt x="195068" y="19618"/>
                      <a:pt x="195693" y="19808"/>
                      <a:pt x="196412" y="19808"/>
                    </a:cubicBezTo>
                    <a:cubicBezTo>
                      <a:pt x="197003" y="19808"/>
                      <a:pt x="197501" y="19725"/>
                      <a:pt x="197902" y="19555"/>
                    </a:cubicBezTo>
                    <a:cubicBezTo>
                      <a:pt x="198303" y="19366"/>
                      <a:pt x="198632" y="19156"/>
                      <a:pt x="198885" y="18923"/>
                    </a:cubicBezTo>
                    <a:cubicBezTo>
                      <a:pt x="199139" y="18691"/>
                      <a:pt x="199318" y="18501"/>
                      <a:pt x="199424" y="18355"/>
                    </a:cubicBezTo>
                    <a:cubicBezTo>
                      <a:pt x="199615" y="18102"/>
                      <a:pt x="199762" y="17955"/>
                      <a:pt x="199868" y="17912"/>
                    </a:cubicBezTo>
                    <a:cubicBezTo>
                      <a:pt x="199995" y="17849"/>
                      <a:pt x="200174" y="17818"/>
                      <a:pt x="200407" y="17818"/>
                    </a:cubicBezTo>
                    <a:lnTo>
                      <a:pt x="203135" y="17818"/>
                    </a:lnTo>
                    <a:cubicBezTo>
                      <a:pt x="203345" y="17818"/>
                      <a:pt x="203515" y="17881"/>
                      <a:pt x="203642" y="18007"/>
                    </a:cubicBezTo>
                    <a:cubicBezTo>
                      <a:pt x="203789" y="18134"/>
                      <a:pt x="203853" y="18292"/>
                      <a:pt x="203832" y="18481"/>
                    </a:cubicBezTo>
                    <a:cubicBezTo>
                      <a:pt x="203812" y="18817"/>
                      <a:pt x="203631" y="19228"/>
                      <a:pt x="203293" y="19713"/>
                    </a:cubicBezTo>
                    <a:cubicBezTo>
                      <a:pt x="202976" y="20198"/>
                      <a:pt x="202512" y="20672"/>
                      <a:pt x="201898" y="21135"/>
                    </a:cubicBezTo>
                    <a:cubicBezTo>
                      <a:pt x="201284" y="21597"/>
                      <a:pt x="200514" y="21988"/>
                      <a:pt x="199583" y="22304"/>
                    </a:cubicBezTo>
                    <a:cubicBezTo>
                      <a:pt x="198675" y="22599"/>
                      <a:pt x="197628" y="22746"/>
                      <a:pt x="196443" y="22746"/>
                    </a:cubicBezTo>
                    <a:close/>
                    <a:moveTo>
                      <a:pt x="192955" y="12795"/>
                    </a:moveTo>
                    <a:lnTo>
                      <a:pt x="199963" y="12795"/>
                    </a:lnTo>
                    <a:lnTo>
                      <a:pt x="199963" y="12700"/>
                    </a:lnTo>
                    <a:cubicBezTo>
                      <a:pt x="199963" y="11879"/>
                      <a:pt x="199825" y="11163"/>
                      <a:pt x="199551" y="10552"/>
                    </a:cubicBezTo>
                    <a:cubicBezTo>
                      <a:pt x="199277" y="9940"/>
                      <a:pt x="198874" y="9457"/>
                      <a:pt x="198346" y="9098"/>
                    </a:cubicBezTo>
                    <a:cubicBezTo>
                      <a:pt x="197818" y="8740"/>
                      <a:pt x="197184" y="8561"/>
                      <a:pt x="196443" y="8561"/>
                    </a:cubicBezTo>
                    <a:cubicBezTo>
                      <a:pt x="195703" y="8561"/>
                      <a:pt x="195068" y="8740"/>
                      <a:pt x="194540" y="9098"/>
                    </a:cubicBezTo>
                    <a:cubicBezTo>
                      <a:pt x="194013" y="9457"/>
                      <a:pt x="193609" y="9940"/>
                      <a:pt x="193335" y="10552"/>
                    </a:cubicBezTo>
                    <a:cubicBezTo>
                      <a:pt x="193082" y="11163"/>
                      <a:pt x="192955" y="11879"/>
                      <a:pt x="192955" y="12700"/>
                    </a:cubicBezTo>
                    <a:lnTo>
                      <a:pt x="192955" y="12795"/>
                    </a:lnTo>
                    <a:close/>
                    <a:moveTo>
                      <a:pt x="214778" y="22746"/>
                    </a:moveTo>
                    <a:cubicBezTo>
                      <a:pt x="213256" y="22746"/>
                      <a:pt x="211912" y="22462"/>
                      <a:pt x="210750" y="21893"/>
                    </a:cubicBezTo>
                    <a:cubicBezTo>
                      <a:pt x="209609" y="21324"/>
                      <a:pt x="208709" y="20503"/>
                      <a:pt x="208055" y="19429"/>
                    </a:cubicBezTo>
                    <a:cubicBezTo>
                      <a:pt x="207420" y="18334"/>
                      <a:pt x="207072" y="17017"/>
                      <a:pt x="207008" y="15480"/>
                    </a:cubicBezTo>
                    <a:cubicBezTo>
                      <a:pt x="206988" y="15164"/>
                      <a:pt x="206976" y="14753"/>
                      <a:pt x="206976" y="14248"/>
                    </a:cubicBezTo>
                    <a:cubicBezTo>
                      <a:pt x="206976" y="13722"/>
                      <a:pt x="206988" y="13289"/>
                      <a:pt x="207008" y="12953"/>
                    </a:cubicBezTo>
                    <a:cubicBezTo>
                      <a:pt x="207072" y="11416"/>
                      <a:pt x="207420" y="10109"/>
                      <a:pt x="208055" y="9035"/>
                    </a:cubicBezTo>
                    <a:cubicBezTo>
                      <a:pt x="208709" y="7941"/>
                      <a:pt x="209609" y="7108"/>
                      <a:pt x="210750" y="6540"/>
                    </a:cubicBezTo>
                    <a:cubicBezTo>
                      <a:pt x="211912" y="5971"/>
                      <a:pt x="213256" y="5686"/>
                      <a:pt x="214778" y="5686"/>
                    </a:cubicBezTo>
                    <a:cubicBezTo>
                      <a:pt x="216130" y="5686"/>
                      <a:pt x="217283" y="5876"/>
                      <a:pt x="218235" y="6255"/>
                    </a:cubicBezTo>
                    <a:cubicBezTo>
                      <a:pt x="219186" y="6634"/>
                      <a:pt x="219967" y="7108"/>
                      <a:pt x="220581" y="7677"/>
                    </a:cubicBezTo>
                    <a:cubicBezTo>
                      <a:pt x="221195" y="8245"/>
                      <a:pt x="221648" y="8846"/>
                      <a:pt x="221945" y="9478"/>
                    </a:cubicBezTo>
                    <a:cubicBezTo>
                      <a:pt x="222262" y="10089"/>
                      <a:pt x="222432" y="10646"/>
                      <a:pt x="222452" y="11152"/>
                    </a:cubicBezTo>
                    <a:cubicBezTo>
                      <a:pt x="222473" y="11384"/>
                      <a:pt x="222400" y="11574"/>
                      <a:pt x="222230" y="11721"/>
                    </a:cubicBezTo>
                    <a:cubicBezTo>
                      <a:pt x="222083" y="11847"/>
                      <a:pt x="221902" y="11910"/>
                      <a:pt x="221691" y="11910"/>
                    </a:cubicBezTo>
                    <a:lnTo>
                      <a:pt x="218901" y="11910"/>
                    </a:lnTo>
                    <a:cubicBezTo>
                      <a:pt x="218690" y="11910"/>
                      <a:pt x="218520" y="11858"/>
                      <a:pt x="218393" y="11752"/>
                    </a:cubicBezTo>
                    <a:cubicBezTo>
                      <a:pt x="218287" y="11646"/>
                      <a:pt x="218182" y="11488"/>
                      <a:pt x="218076" y="11278"/>
                    </a:cubicBezTo>
                    <a:cubicBezTo>
                      <a:pt x="217759" y="10437"/>
                      <a:pt x="217335" y="9845"/>
                      <a:pt x="216808" y="9509"/>
                    </a:cubicBezTo>
                    <a:cubicBezTo>
                      <a:pt x="216300" y="9150"/>
                      <a:pt x="215645" y="8972"/>
                      <a:pt x="214841" y="8972"/>
                    </a:cubicBezTo>
                    <a:cubicBezTo>
                      <a:pt x="213783" y="8972"/>
                      <a:pt x="212939" y="9308"/>
                      <a:pt x="212304" y="9983"/>
                    </a:cubicBezTo>
                    <a:cubicBezTo>
                      <a:pt x="211690" y="10635"/>
                      <a:pt x="211364" y="11678"/>
                      <a:pt x="211321" y="13111"/>
                    </a:cubicBezTo>
                    <a:cubicBezTo>
                      <a:pt x="211278" y="13912"/>
                      <a:pt x="211278" y="14647"/>
                      <a:pt x="211321" y="15322"/>
                    </a:cubicBezTo>
                    <a:cubicBezTo>
                      <a:pt x="211364" y="16775"/>
                      <a:pt x="211690" y="17829"/>
                      <a:pt x="212304" y="18481"/>
                    </a:cubicBezTo>
                    <a:cubicBezTo>
                      <a:pt x="212939" y="19133"/>
                      <a:pt x="213783" y="19460"/>
                      <a:pt x="214841" y="19460"/>
                    </a:cubicBezTo>
                    <a:cubicBezTo>
                      <a:pt x="215666" y="19460"/>
                      <a:pt x="216332" y="19291"/>
                      <a:pt x="216839" y="18955"/>
                    </a:cubicBezTo>
                    <a:cubicBezTo>
                      <a:pt x="217347" y="18596"/>
                      <a:pt x="217759" y="17996"/>
                      <a:pt x="218076" y="17154"/>
                    </a:cubicBezTo>
                    <a:cubicBezTo>
                      <a:pt x="218182" y="16944"/>
                      <a:pt x="218287" y="16786"/>
                      <a:pt x="218393" y="16680"/>
                    </a:cubicBezTo>
                    <a:cubicBezTo>
                      <a:pt x="218520" y="16574"/>
                      <a:pt x="218690" y="16522"/>
                      <a:pt x="218901" y="16522"/>
                    </a:cubicBezTo>
                    <a:lnTo>
                      <a:pt x="221691" y="16522"/>
                    </a:lnTo>
                    <a:cubicBezTo>
                      <a:pt x="221902" y="16522"/>
                      <a:pt x="222083" y="16597"/>
                      <a:pt x="222230" y="16744"/>
                    </a:cubicBezTo>
                    <a:cubicBezTo>
                      <a:pt x="222400" y="16870"/>
                      <a:pt x="222473" y="17048"/>
                      <a:pt x="222452" y="17281"/>
                    </a:cubicBezTo>
                    <a:cubicBezTo>
                      <a:pt x="222432" y="17660"/>
                      <a:pt x="222325" y="18091"/>
                      <a:pt x="222135" y="18576"/>
                    </a:cubicBezTo>
                    <a:cubicBezTo>
                      <a:pt x="221965" y="19039"/>
                      <a:pt x="221680" y="19524"/>
                      <a:pt x="221279" y="20029"/>
                    </a:cubicBezTo>
                    <a:cubicBezTo>
                      <a:pt x="220898" y="20514"/>
                      <a:pt x="220411" y="20966"/>
                      <a:pt x="219820" y="21388"/>
                    </a:cubicBezTo>
                    <a:cubicBezTo>
                      <a:pt x="219229" y="21787"/>
                      <a:pt x="218509" y="22114"/>
                      <a:pt x="217664" y="22367"/>
                    </a:cubicBezTo>
                    <a:cubicBezTo>
                      <a:pt x="216839" y="22620"/>
                      <a:pt x="215876" y="22746"/>
                      <a:pt x="214778" y="22746"/>
                    </a:cubicBezTo>
                    <a:close/>
                    <a:moveTo>
                      <a:pt x="226552" y="22430"/>
                    </a:moveTo>
                    <a:cubicBezTo>
                      <a:pt x="226342" y="22430"/>
                      <a:pt x="226160" y="22356"/>
                      <a:pt x="226013" y="22209"/>
                    </a:cubicBezTo>
                    <a:cubicBezTo>
                      <a:pt x="225866" y="22062"/>
                      <a:pt x="225791" y="21882"/>
                      <a:pt x="225791" y="21672"/>
                    </a:cubicBezTo>
                    <a:lnTo>
                      <a:pt x="225791" y="758"/>
                    </a:lnTo>
                    <a:cubicBezTo>
                      <a:pt x="225791" y="548"/>
                      <a:pt x="225866" y="368"/>
                      <a:pt x="226013" y="221"/>
                    </a:cubicBezTo>
                    <a:cubicBezTo>
                      <a:pt x="226160" y="74"/>
                      <a:pt x="226342" y="0"/>
                      <a:pt x="226552" y="0"/>
                    </a:cubicBezTo>
                    <a:lnTo>
                      <a:pt x="229121" y="0"/>
                    </a:lnTo>
                    <a:cubicBezTo>
                      <a:pt x="229354" y="0"/>
                      <a:pt x="229533" y="74"/>
                      <a:pt x="229660" y="221"/>
                    </a:cubicBezTo>
                    <a:cubicBezTo>
                      <a:pt x="229808" y="368"/>
                      <a:pt x="229882" y="548"/>
                      <a:pt x="229882" y="758"/>
                    </a:cubicBezTo>
                    <a:lnTo>
                      <a:pt x="229882" y="11563"/>
                    </a:lnTo>
                    <a:lnTo>
                      <a:pt x="235210" y="6540"/>
                    </a:lnTo>
                    <a:cubicBezTo>
                      <a:pt x="235400" y="6370"/>
                      <a:pt x="235570" y="6244"/>
                      <a:pt x="235717" y="6160"/>
                    </a:cubicBezTo>
                    <a:cubicBezTo>
                      <a:pt x="235865" y="6054"/>
                      <a:pt x="236087" y="6002"/>
                      <a:pt x="236383" y="6002"/>
                    </a:cubicBezTo>
                    <a:lnTo>
                      <a:pt x="239333" y="6002"/>
                    </a:lnTo>
                    <a:cubicBezTo>
                      <a:pt x="239543" y="6002"/>
                      <a:pt x="239713" y="6066"/>
                      <a:pt x="239840" y="6192"/>
                    </a:cubicBezTo>
                    <a:cubicBezTo>
                      <a:pt x="239967" y="6318"/>
                      <a:pt x="240030" y="6488"/>
                      <a:pt x="240030" y="6697"/>
                    </a:cubicBezTo>
                    <a:cubicBezTo>
                      <a:pt x="240030" y="6781"/>
                      <a:pt x="240010" y="6876"/>
                      <a:pt x="239967" y="6982"/>
                    </a:cubicBezTo>
                    <a:cubicBezTo>
                      <a:pt x="239924" y="7088"/>
                      <a:pt x="239840" y="7183"/>
                      <a:pt x="239713" y="7266"/>
                    </a:cubicBezTo>
                    <a:lnTo>
                      <a:pt x="233180" y="13363"/>
                    </a:lnTo>
                    <a:lnTo>
                      <a:pt x="240506" y="21198"/>
                    </a:lnTo>
                    <a:cubicBezTo>
                      <a:pt x="240717" y="21408"/>
                      <a:pt x="240823" y="21588"/>
                      <a:pt x="240823" y="21735"/>
                    </a:cubicBezTo>
                    <a:cubicBezTo>
                      <a:pt x="240823" y="21945"/>
                      <a:pt x="240748" y="22114"/>
                      <a:pt x="240601" y="22241"/>
                    </a:cubicBezTo>
                    <a:cubicBezTo>
                      <a:pt x="240474" y="22367"/>
                      <a:pt x="240316" y="22430"/>
                      <a:pt x="240126" y="22430"/>
                    </a:cubicBezTo>
                    <a:lnTo>
                      <a:pt x="237113" y="22430"/>
                    </a:lnTo>
                    <a:cubicBezTo>
                      <a:pt x="236796" y="22430"/>
                      <a:pt x="236562" y="22387"/>
                      <a:pt x="236415" y="22304"/>
                    </a:cubicBezTo>
                    <a:cubicBezTo>
                      <a:pt x="236288" y="22198"/>
                      <a:pt x="236130" y="22062"/>
                      <a:pt x="235939" y="21893"/>
                    </a:cubicBezTo>
                    <a:lnTo>
                      <a:pt x="229882" y="15543"/>
                    </a:lnTo>
                    <a:lnTo>
                      <a:pt x="229882" y="21672"/>
                    </a:lnTo>
                    <a:cubicBezTo>
                      <a:pt x="229882" y="21882"/>
                      <a:pt x="229808" y="22062"/>
                      <a:pt x="229660" y="22209"/>
                    </a:cubicBezTo>
                    <a:cubicBezTo>
                      <a:pt x="229533" y="22356"/>
                      <a:pt x="229354" y="22430"/>
                      <a:pt x="229121" y="22430"/>
                    </a:cubicBezTo>
                    <a:lnTo>
                      <a:pt x="226552" y="22430"/>
                    </a:lnTo>
                    <a:close/>
                    <a:moveTo>
                      <a:pt x="249526" y="22746"/>
                    </a:moveTo>
                    <a:cubicBezTo>
                      <a:pt x="247179" y="22746"/>
                      <a:pt x="245317" y="22071"/>
                      <a:pt x="243945" y="20724"/>
                    </a:cubicBezTo>
                    <a:cubicBezTo>
                      <a:pt x="242570" y="19377"/>
                      <a:pt x="241829" y="17459"/>
                      <a:pt x="241725" y="14975"/>
                    </a:cubicBezTo>
                    <a:cubicBezTo>
                      <a:pt x="241702" y="14765"/>
                      <a:pt x="241693" y="14501"/>
                      <a:pt x="241693" y="14185"/>
                    </a:cubicBezTo>
                    <a:cubicBezTo>
                      <a:pt x="241693" y="13848"/>
                      <a:pt x="241702" y="13584"/>
                      <a:pt x="241725" y="13395"/>
                    </a:cubicBezTo>
                    <a:cubicBezTo>
                      <a:pt x="241809" y="11815"/>
                      <a:pt x="242169" y="10446"/>
                      <a:pt x="242803" y="9288"/>
                    </a:cubicBezTo>
                    <a:cubicBezTo>
                      <a:pt x="243458" y="8130"/>
                      <a:pt x="244357" y="7246"/>
                      <a:pt x="245499" y="6634"/>
                    </a:cubicBezTo>
                    <a:cubicBezTo>
                      <a:pt x="246640" y="6002"/>
                      <a:pt x="247981" y="5686"/>
                      <a:pt x="249526" y="5686"/>
                    </a:cubicBezTo>
                    <a:cubicBezTo>
                      <a:pt x="251239" y="5686"/>
                      <a:pt x="252675" y="6045"/>
                      <a:pt x="253839" y="6761"/>
                    </a:cubicBezTo>
                    <a:cubicBezTo>
                      <a:pt x="255001" y="7456"/>
                      <a:pt x="255878" y="8435"/>
                      <a:pt x="256471" y="9699"/>
                    </a:cubicBezTo>
                    <a:cubicBezTo>
                      <a:pt x="257062" y="10942"/>
                      <a:pt x="257359" y="12384"/>
                      <a:pt x="257359" y="14027"/>
                    </a:cubicBezTo>
                    <a:lnTo>
                      <a:pt x="257359" y="14690"/>
                    </a:lnTo>
                    <a:cubicBezTo>
                      <a:pt x="257359" y="14900"/>
                      <a:pt x="257284" y="15081"/>
                      <a:pt x="257137" y="15227"/>
                    </a:cubicBezTo>
                    <a:cubicBezTo>
                      <a:pt x="256988" y="15374"/>
                      <a:pt x="256797" y="15448"/>
                      <a:pt x="256566" y="15448"/>
                    </a:cubicBezTo>
                    <a:lnTo>
                      <a:pt x="246038" y="15448"/>
                    </a:lnTo>
                    <a:cubicBezTo>
                      <a:pt x="246038" y="15448"/>
                      <a:pt x="246038" y="15480"/>
                      <a:pt x="246038" y="15543"/>
                    </a:cubicBezTo>
                    <a:cubicBezTo>
                      <a:pt x="246038" y="15606"/>
                      <a:pt x="246038" y="15658"/>
                      <a:pt x="246038" y="15701"/>
                    </a:cubicBezTo>
                    <a:cubicBezTo>
                      <a:pt x="246058" y="16439"/>
                      <a:pt x="246196" y="17123"/>
                      <a:pt x="246450" y="17755"/>
                    </a:cubicBezTo>
                    <a:cubicBezTo>
                      <a:pt x="246724" y="18366"/>
                      <a:pt x="247116" y="18860"/>
                      <a:pt x="247623" y="19239"/>
                    </a:cubicBezTo>
                    <a:cubicBezTo>
                      <a:pt x="248151" y="19618"/>
                      <a:pt x="248774" y="19808"/>
                      <a:pt x="249494" y="19808"/>
                    </a:cubicBezTo>
                    <a:cubicBezTo>
                      <a:pt x="250086" y="19808"/>
                      <a:pt x="250582" y="19725"/>
                      <a:pt x="250985" y="19555"/>
                    </a:cubicBezTo>
                    <a:cubicBezTo>
                      <a:pt x="251386" y="19366"/>
                      <a:pt x="251714" y="19156"/>
                      <a:pt x="251968" y="18923"/>
                    </a:cubicBezTo>
                    <a:cubicBezTo>
                      <a:pt x="252222" y="18691"/>
                      <a:pt x="252401" y="18501"/>
                      <a:pt x="252507" y="18355"/>
                    </a:cubicBezTo>
                    <a:cubicBezTo>
                      <a:pt x="252697" y="18102"/>
                      <a:pt x="252845" y="17955"/>
                      <a:pt x="252951" y="17912"/>
                    </a:cubicBezTo>
                    <a:cubicBezTo>
                      <a:pt x="253078" y="17849"/>
                      <a:pt x="253257" y="17818"/>
                      <a:pt x="253490" y="17818"/>
                    </a:cubicBezTo>
                    <a:lnTo>
                      <a:pt x="256218" y="17818"/>
                    </a:lnTo>
                    <a:cubicBezTo>
                      <a:pt x="256428" y="17818"/>
                      <a:pt x="256598" y="17881"/>
                      <a:pt x="256725" y="18007"/>
                    </a:cubicBezTo>
                    <a:cubicBezTo>
                      <a:pt x="256872" y="18134"/>
                      <a:pt x="256936" y="18292"/>
                      <a:pt x="256915" y="18481"/>
                    </a:cubicBezTo>
                    <a:cubicBezTo>
                      <a:pt x="256893" y="18817"/>
                      <a:pt x="256714" y="19228"/>
                      <a:pt x="256376" y="19713"/>
                    </a:cubicBezTo>
                    <a:cubicBezTo>
                      <a:pt x="256059" y="20198"/>
                      <a:pt x="255592" y="20672"/>
                      <a:pt x="254981" y="21135"/>
                    </a:cubicBezTo>
                    <a:cubicBezTo>
                      <a:pt x="254367" y="21597"/>
                      <a:pt x="253594" y="21988"/>
                      <a:pt x="252666" y="22304"/>
                    </a:cubicBezTo>
                    <a:cubicBezTo>
                      <a:pt x="251755" y="22599"/>
                      <a:pt x="250709" y="22746"/>
                      <a:pt x="249526" y="22746"/>
                    </a:cubicBezTo>
                    <a:close/>
                    <a:moveTo>
                      <a:pt x="246038" y="12795"/>
                    </a:moveTo>
                    <a:lnTo>
                      <a:pt x="253046" y="12795"/>
                    </a:lnTo>
                    <a:lnTo>
                      <a:pt x="253046" y="12700"/>
                    </a:lnTo>
                    <a:cubicBezTo>
                      <a:pt x="253046" y="11879"/>
                      <a:pt x="252908" y="11163"/>
                      <a:pt x="252634" y="10552"/>
                    </a:cubicBezTo>
                    <a:cubicBezTo>
                      <a:pt x="252358" y="9940"/>
                      <a:pt x="251957" y="9457"/>
                      <a:pt x="251429" y="9098"/>
                    </a:cubicBezTo>
                    <a:cubicBezTo>
                      <a:pt x="250899" y="8740"/>
                      <a:pt x="250265" y="8561"/>
                      <a:pt x="249526" y="8561"/>
                    </a:cubicBezTo>
                    <a:cubicBezTo>
                      <a:pt x="248785" y="8561"/>
                      <a:pt x="248151" y="8740"/>
                      <a:pt x="247623" y="9098"/>
                    </a:cubicBezTo>
                    <a:cubicBezTo>
                      <a:pt x="247093" y="9457"/>
                      <a:pt x="246692" y="9940"/>
                      <a:pt x="246418" y="10552"/>
                    </a:cubicBezTo>
                    <a:cubicBezTo>
                      <a:pt x="246164" y="11163"/>
                      <a:pt x="246038" y="11879"/>
                      <a:pt x="246038" y="12700"/>
                    </a:cubicBezTo>
                    <a:lnTo>
                      <a:pt x="246038" y="12795"/>
                    </a:lnTo>
                    <a:close/>
                    <a:moveTo>
                      <a:pt x="261486" y="22430"/>
                    </a:moveTo>
                    <a:cubicBezTo>
                      <a:pt x="261274" y="22430"/>
                      <a:pt x="261094" y="22356"/>
                      <a:pt x="260947" y="22209"/>
                    </a:cubicBezTo>
                    <a:cubicBezTo>
                      <a:pt x="260798" y="22062"/>
                      <a:pt x="260725" y="21882"/>
                      <a:pt x="260725" y="21672"/>
                    </a:cubicBezTo>
                    <a:lnTo>
                      <a:pt x="260725" y="6792"/>
                    </a:lnTo>
                    <a:cubicBezTo>
                      <a:pt x="260725" y="6560"/>
                      <a:pt x="260798" y="6370"/>
                      <a:pt x="260947" y="6224"/>
                    </a:cubicBezTo>
                    <a:cubicBezTo>
                      <a:pt x="261094" y="6077"/>
                      <a:pt x="261274" y="6002"/>
                      <a:pt x="261486" y="6002"/>
                    </a:cubicBezTo>
                    <a:lnTo>
                      <a:pt x="264055" y="6002"/>
                    </a:lnTo>
                    <a:cubicBezTo>
                      <a:pt x="264266" y="6002"/>
                      <a:pt x="264445" y="6077"/>
                      <a:pt x="264594" y="6224"/>
                    </a:cubicBezTo>
                    <a:cubicBezTo>
                      <a:pt x="264762" y="6370"/>
                      <a:pt x="264848" y="6560"/>
                      <a:pt x="264848" y="6792"/>
                    </a:cubicBezTo>
                    <a:lnTo>
                      <a:pt x="264848" y="8088"/>
                    </a:lnTo>
                    <a:cubicBezTo>
                      <a:pt x="265333" y="7413"/>
                      <a:pt x="265958" y="6898"/>
                      <a:pt x="266719" y="6540"/>
                    </a:cubicBezTo>
                    <a:cubicBezTo>
                      <a:pt x="267501" y="6181"/>
                      <a:pt x="268400" y="6002"/>
                      <a:pt x="269415" y="6002"/>
                    </a:cubicBezTo>
                    <a:lnTo>
                      <a:pt x="270715" y="6002"/>
                    </a:lnTo>
                    <a:cubicBezTo>
                      <a:pt x="270946" y="6002"/>
                      <a:pt x="271127" y="6077"/>
                      <a:pt x="271254" y="6224"/>
                    </a:cubicBezTo>
                    <a:cubicBezTo>
                      <a:pt x="271401" y="6370"/>
                      <a:pt x="271476" y="6551"/>
                      <a:pt x="271476" y="6761"/>
                    </a:cubicBezTo>
                    <a:lnTo>
                      <a:pt x="271476" y="9035"/>
                    </a:lnTo>
                    <a:cubicBezTo>
                      <a:pt x="271476" y="9245"/>
                      <a:pt x="271401" y="9426"/>
                      <a:pt x="271254" y="9572"/>
                    </a:cubicBezTo>
                    <a:cubicBezTo>
                      <a:pt x="271127" y="9719"/>
                      <a:pt x="270946" y="9793"/>
                      <a:pt x="270715" y="9793"/>
                    </a:cubicBezTo>
                    <a:lnTo>
                      <a:pt x="268241" y="9793"/>
                    </a:lnTo>
                    <a:cubicBezTo>
                      <a:pt x="267226" y="9793"/>
                      <a:pt x="266434" y="10078"/>
                      <a:pt x="265863" y="10646"/>
                    </a:cubicBezTo>
                    <a:cubicBezTo>
                      <a:pt x="265312" y="11215"/>
                      <a:pt x="265038" y="11994"/>
                      <a:pt x="265038" y="12984"/>
                    </a:cubicBezTo>
                    <a:lnTo>
                      <a:pt x="265038" y="21672"/>
                    </a:lnTo>
                    <a:cubicBezTo>
                      <a:pt x="265038" y="21882"/>
                      <a:pt x="264963" y="22062"/>
                      <a:pt x="264816" y="22209"/>
                    </a:cubicBezTo>
                    <a:cubicBezTo>
                      <a:pt x="264667" y="22356"/>
                      <a:pt x="264477" y="22430"/>
                      <a:pt x="264245" y="22430"/>
                    </a:cubicBezTo>
                    <a:lnTo>
                      <a:pt x="261486" y="22430"/>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8" name="Freeform 147">
                <a:extLst>
                  <a:ext uri="{FF2B5EF4-FFF2-40B4-BE49-F238E27FC236}">
                    <a16:creationId xmlns:a16="http://schemas.microsoft.com/office/drawing/2014/main" id="{8B001C6D-6493-6B48-92DD-37122410AF93}"/>
                  </a:ext>
                </a:extLst>
              </p:cNvPr>
              <p:cNvSpPr/>
              <p:nvPr/>
            </p:nvSpPr>
            <p:spPr>
              <a:xfrm>
                <a:off x="1915490" y="5740227"/>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9" name="Freeform 148">
                <a:extLst>
                  <a:ext uri="{FF2B5EF4-FFF2-40B4-BE49-F238E27FC236}">
                    <a16:creationId xmlns:a16="http://schemas.microsoft.com/office/drawing/2014/main" id="{64CAFE13-A9E6-9C80-4AC2-ECDF662772C4}"/>
                  </a:ext>
                </a:extLst>
              </p:cNvPr>
              <p:cNvSpPr/>
              <p:nvPr/>
            </p:nvSpPr>
            <p:spPr>
              <a:xfrm>
                <a:off x="1906429" y="5749253"/>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0" name="Freeform 149">
                <a:extLst>
                  <a:ext uri="{FF2B5EF4-FFF2-40B4-BE49-F238E27FC236}">
                    <a16:creationId xmlns:a16="http://schemas.microsoft.com/office/drawing/2014/main" id="{EB4964DA-5F65-348F-67C3-6B31299737BE}"/>
                  </a:ext>
                </a:extLst>
              </p:cNvPr>
              <p:cNvSpPr/>
              <p:nvPr/>
            </p:nvSpPr>
            <p:spPr>
              <a:xfrm>
                <a:off x="1901899" y="576279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1" name="Freeform 150">
                <a:extLst>
                  <a:ext uri="{FF2B5EF4-FFF2-40B4-BE49-F238E27FC236}">
                    <a16:creationId xmlns:a16="http://schemas.microsoft.com/office/drawing/2014/main" id="{C5D67691-F4E7-2287-EC5F-D273C4D29A68}"/>
                  </a:ext>
                </a:extLst>
              </p:cNvPr>
              <p:cNvSpPr/>
              <p:nvPr/>
            </p:nvSpPr>
            <p:spPr>
              <a:xfrm>
                <a:off x="1942673" y="576279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2" name="Freeform 151">
                <a:extLst>
                  <a:ext uri="{FF2B5EF4-FFF2-40B4-BE49-F238E27FC236}">
                    <a16:creationId xmlns:a16="http://schemas.microsoft.com/office/drawing/2014/main" id="{903A2BFC-5CE8-D8F3-999F-F155DE07D538}"/>
                  </a:ext>
                </a:extLst>
              </p:cNvPr>
              <p:cNvSpPr/>
              <p:nvPr/>
            </p:nvSpPr>
            <p:spPr>
              <a:xfrm>
                <a:off x="1931347" y="5760536"/>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3" name="Freeform 152">
                <a:extLst>
                  <a:ext uri="{FF2B5EF4-FFF2-40B4-BE49-F238E27FC236}">
                    <a16:creationId xmlns:a16="http://schemas.microsoft.com/office/drawing/2014/main" id="{42885CD9-A00C-1A60-AA16-54A82FF06565}"/>
                  </a:ext>
                </a:extLst>
              </p:cNvPr>
              <p:cNvSpPr/>
              <p:nvPr/>
            </p:nvSpPr>
            <p:spPr>
              <a:xfrm>
                <a:off x="1917755" y="5760536"/>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4" name="Rectangle 153">
                <a:extLst>
                  <a:ext uri="{FF2B5EF4-FFF2-40B4-BE49-F238E27FC236}">
                    <a16:creationId xmlns:a16="http://schemas.microsoft.com/office/drawing/2014/main" id="{568E0F44-E755-0A31-F51F-90C9DC13D209}"/>
                  </a:ext>
                </a:extLst>
              </p:cNvPr>
              <p:cNvSpPr/>
              <p:nvPr/>
            </p:nvSpPr>
            <p:spPr>
              <a:xfrm>
                <a:off x="2151072" y="6252464"/>
                <a:ext cx="853983" cy="232424"/>
              </a:xfrm>
              <a:prstGeom prst="rect">
                <a:avLst/>
              </a:prstGeom>
              <a:solidFill>
                <a:srgbClr val="F3F4F6"/>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5" name="Rectangle 154">
                <a:extLst>
                  <a:ext uri="{FF2B5EF4-FFF2-40B4-BE49-F238E27FC236}">
                    <a16:creationId xmlns:a16="http://schemas.microsoft.com/office/drawing/2014/main" id="{55AADAC1-0899-4A81-B47F-E894002FE8B1}"/>
                  </a:ext>
                </a:extLst>
              </p:cNvPr>
              <p:cNvSpPr/>
              <p:nvPr/>
            </p:nvSpPr>
            <p:spPr>
              <a:xfrm>
                <a:off x="2334553" y="6189280"/>
                <a:ext cx="487019" cy="97031"/>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6" name="Freeform 155">
                <a:extLst>
                  <a:ext uri="{FF2B5EF4-FFF2-40B4-BE49-F238E27FC236}">
                    <a16:creationId xmlns:a16="http://schemas.microsoft.com/office/drawing/2014/main" id="{ED024D17-902A-A630-7B50-2E86ECB6046E}"/>
                  </a:ext>
                </a:extLst>
              </p:cNvPr>
              <p:cNvSpPr/>
              <p:nvPr/>
            </p:nvSpPr>
            <p:spPr>
              <a:xfrm>
                <a:off x="2445757" y="6225837"/>
                <a:ext cx="59361" cy="28116"/>
              </a:xfrm>
              <a:custGeom>
                <a:avLst/>
                <a:gdLst>
                  <a:gd name="csX0" fmla="*/ 793 w 59361"/>
                  <a:gd name="csY0" fmla="*/ 22114 h 28116"/>
                  <a:gd name="csX1" fmla="*/ 222 w 59361"/>
                  <a:gd name="csY1" fmla="*/ 21893 h 28116"/>
                  <a:gd name="csX2" fmla="*/ 0 w 59361"/>
                  <a:gd name="csY2" fmla="*/ 21356 h 28116"/>
                  <a:gd name="csX3" fmla="*/ 0 w 59361"/>
                  <a:gd name="csY3" fmla="*/ 790 h 28116"/>
                  <a:gd name="csX4" fmla="*/ 222 w 59361"/>
                  <a:gd name="csY4" fmla="*/ 221 h 28116"/>
                  <a:gd name="csX5" fmla="*/ 793 w 59361"/>
                  <a:gd name="csY5" fmla="*/ 0 h 28116"/>
                  <a:gd name="csX6" fmla="*/ 3298 w 59361"/>
                  <a:gd name="csY6" fmla="*/ 0 h 28116"/>
                  <a:gd name="csX7" fmla="*/ 3964 w 59361"/>
                  <a:gd name="csY7" fmla="*/ 253 h 28116"/>
                  <a:gd name="csX8" fmla="*/ 4249 w 59361"/>
                  <a:gd name="csY8" fmla="*/ 600 h 28116"/>
                  <a:gd name="csX9" fmla="*/ 10370 w 59361"/>
                  <a:gd name="csY9" fmla="*/ 11973 h 28116"/>
                  <a:gd name="csX10" fmla="*/ 16554 w 59361"/>
                  <a:gd name="csY10" fmla="*/ 600 h 28116"/>
                  <a:gd name="csX11" fmla="*/ 16840 w 59361"/>
                  <a:gd name="csY11" fmla="*/ 253 h 28116"/>
                  <a:gd name="csX12" fmla="*/ 17506 w 59361"/>
                  <a:gd name="csY12" fmla="*/ 0 h 28116"/>
                  <a:gd name="csX13" fmla="*/ 19979 w 59361"/>
                  <a:gd name="csY13" fmla="*/ 0 h 28116"/>
                  <a:gd name="csX14" fmla="*/ 20550 w 59361"/>
                  <a:gd name="csY14" fmla="*/ 221 h 28116"/>
                  <a:gd name="csX15" fmla="*/ 20772 w 59361"/>
                  <a:gd name="csY15" fmla="*/ 790 h 28116"/>
                  <a:gd name="csX16" fmla="*/ 20772 w 59361"/>
                  <a:gd name="csY16" fmla="*/ 21356 h 28116"/>
                  <a:gd name="csX17" fmla="*/ 20550 w 59361"/>
                  <a:gd name="csY17" fmla="*/ 21893 h 28116"/>
                  <a:gd name="csX18" fmla="*/ 19979 w 59361"/>
                  <a:gd name="csY18" fmla="*/ 22114 h 28116"/>
                  <a:gd name="csX19" fmla="*/ 17315 w 59361"/>
                  <a:gd name="csY19" fmla="*/ 22114 h 28116"/>
                  <a:gd name="csX20" fmla="*/ 16744 w 59361"/>
                  <a:gd name="csY20" fmla="*/ 21893 h 28116"/>
                  <a:gd name="csX21" fmla="*/ 16554 w 59361"/>
                  <a:gd name="csY21" fmla="*/ 21356 h 28116"/>
                  <a:gd name="csX22" fmla="*/ 16554 w 59361"/>
                  <a:gd name="csY22" fmla="*/ 7677 h 28116"/>
                  <a:gd name="csX23" fmla="*/ 12114 w 59361"/>
                  <a:gd name="csY23" fmla="*/ 16112 h 28116"/>
                  <a:gd name="csX24" fmla="*/ 11702 w 59361"/>
                  <a:gd name="csY24" fmla="*/ 16617 h 28116"/>
                  <a:gd name="csX25" fmla="*/ 11036 w 59361"/>
                  <a:gd name="csY25" fmla="*/ 16807 h 28116"/>
                  <a:gd name="csX26" fmla="*/ 9736 w 59361"/>
                  <a:gd name="csY26" fmla="*/ 16807 h 28116"/>
                  <a:gd name="csX27" fmla="*/ 9038 w 59361"/>
                  <a:gd name="csY27" fmla="*/ 16617 h 28116"/>
                  <a:gd name="csX28" fmla="*/ 8658 w 59361"/>
                  <a:gd name="csY28" fmla="*/ 16112 h 28116"/>
                  <a:gd name="csX29" fmla="*/ 4218 w 59361"/>
                  <a:gd name="csY29" fmla="*/ 7677 h 28116"/>
                  <a:gd name="csX30" fmla="*/ 4218 w 59361"/>
                  <a:gd name="csY30" fmla="*/ 21356 h 28116"/>
                  <a:gd name="csX31" fmla="*/ 3996 w 59361"/>
                  <a:gd name="csY31" fmla="*/ 21893 h 28116"/>
                  <a:gd name="csX32" fmla="*/ 3457 w 59361"/>
                  <a:gd name="csY32" fmla="*/ 22114 h 28116"/>
                  <a:gd name="csX33" fmla="*/ 793 w 59361"/>
                  <a:gd name="csY33" fmla="*/ 22114 h 28116"/>
                  <a:gd name="csX34" fmla="*/ 30114 w 59361"/>
                  <a:gd name="csY34" fmla="*/ 22430 h 28116"/>
                  <a:gd name="csX35" fmla="*/ 27133 w 59361"/>
                  <a:gd name="csY35" fmla="*/ 21798 h 28116"/>
                  <a:gd name="csX36" fmla="*/ 25008 w 59361"/>
                  <a:gd name="csY36" fmla="*/ 20061 h 28116"/>
                  <a:gd name="csX37" fmla="*/ 24247 w 59361"/>
                  <a:gd name="csY37" fmla="*/ 17597 h 28116"/>
                  <a:gd name="csX38" fmla="*/ 26023 w 59361"/>
                  <a:gd name="csY38" fmla="*/ 14090 h 28116"/>
                  <a:gd name="csX39" fmla="*/ 30780 w 59361"/>
                  <a:gd name="csY39" fmla="*/ 12321 h 28116"/>
                  <a:gd name="csX40" fmla="*/ 35124 w 59361"/>
                  <a:gd name="csY40" fmla="*/ 11689 h 28116"/>
                  <a:gd name="csX41" fmla="*/ 35124 w 59361"/>
                  <a:gd name="csY41" fmla="*/ 11025 h 28116"/>
                  <a:gd name="csX42" fmla="*/ 34458 w 59361"/>
                  <a:gd name="csY42" fmla="*/ 8972 h 28116"/>
                  <a:gd name="csX43" fmla="*/ 32175 w 59361"/>
                  <a:gd name="csY43" fmla="*/ 8245 h 28116"/>
                  <a:gd name="csX44" fmla="*/ 30304 w 59361"/>
                  <a:gd name="csY44" fmla="*/ 8719 h 28116"/>
                  <a:gd name="csX45" fmla="*/ 29257 w 59361"/>
                  <a:gd name="csY45" fmla="*/ 9920 h 28116"/>
                  <a:gd name="csX46" fmla="*/ 28528 w 59361"/>
                  <a:gd name="csY46" fmla="*/ 10330 h 28116"/>
                  <a:gd name="csX47" fmla="*/ 26023 w 59361"/>
                  <a:gd name="csY47" fmla="*/ 10330 h 28116"/>
                  <a:gd name="csX48" fmla="*/ 25484 w 59361"/>
                  <a:gd name="csY48" fmla="*/ 10141 h 28116"/>
                  <a:gd name="csX49" fmla="*/ 25325 w 59361"/>
                  <a:gd name="csY49" fmla="*/ 9635 h 28116"/>
                  <a:gd name="csX50" fmla="*/ 25737 w 59361"/>
                  <a:gd name="csY50" fmla="*/ 8403 h 28116"/>
                  <a:gd name="csX51" fmla="*/ 26942 w 59361"/>
                  <a:gd name="csY51" fmla="*/ 7013 h 28116"/>
                  <a:gd name="csX52" fmla="*/ 29067 w 59361"/>
                  <a:gd name="csY52" fmla="*/ 5844 h 28116"/>
                  <a:gd name="csX53" fmla="*/ 32207 w 59361"/>
                  <a:gd name="csY53" fmla="*/ 5371 h 28116"/>
                  <a:gd name="csX54" fmla="*/ 35568 w 59361"/>
                  <a:gd name="csY54" fmla="*/ 5876 h 28116"/>
                  <a:gd name="csX55" fmla="*/ 37788 w 59361"/>
                  <a:gd name="csY55" fmla="*/ 7171 h 28116"/>
                  <a:gd name="csX56" fmla="*/ 38993 w 59361"/>
                  <a:gd name="csY56" fmla="*/ 9098 h 28116"/>
                  <a:gd name="csX57" fmla="*/ 39374 w 59361"/>
                  <a:gd name="csY57" fmla="*/ 11436 h 28116"/>
                  <a:gd name="csX58" fmla="*/ 39374 w 59361"/>
                  <a:gd name="csY58" fmla="*/ 21356 h 28116"/>
                  <a:gd name="csX59" fmla="*/ 39152 w 59361"/>
                  <a:gd name="csY59" fmla="*/ 21893 h 28116"/>
                  <a:gd name="csX60" fmla="*/ 38613 w 59361"/>
                  <a:gd name="csY60" fmla="*/ 22114 h 28116"/>
                  <a:gd name="csX61" fmla="*/ 36044 w 59361"/>
                  <a:gd name="csY61" fmla="*/ 22114 h 28116"/>
                  <a:gd name="csX62" fmla="*/ 35473 w 59361"/>
                  <a:gd name="csY62" fmla="*/ 21893 h 28116"/>
                  <a:gd name="csX63" fmla="*/ 35283 w 59361"/>
                  <a:gd name="csY63" fmla="*/ 21356 h 28116"/>
                  <a:gd name="csX64" fmla="*/ 35283 w 59361"/>
                  <a:gd name="csY64" fmla="*/ 20124 h 28116"/>
                  <a:gd name="csX65" fmla="*/ 34173 w 59361"/>
                  <a:gd name="csY65" fmla="*/ 21261 h 28116"/>
                  <a:gd name="csX66" fmla="*/ 32460 w 59361"/>
                  <a:gd name="csY66" fmla="*/ 22114 h 28116"/>
                  <a:gd name="csX67" fmla="*/ 30114 w 59361"/>
                  <a:gd name="csY67" fmla="*/ 22430 h 28116"/>
                  <a:gd name="csX68" fmla="*/ 31192 w 59361"/>
                  <a:gd name="csY68" fmla="*/ 19429 h 28116"/>
                  <a:gd name="csX69" fmla="*/ 33190 w 59361"/>
                  <a:gd name="csY69" fmla="*/ 18955 h 28116"/>
                  <a:gd name="csX70" fmla="*/ 34617 w 59361"/>
                  <a:gd name="csY70" fmla="*/ 17502 h 28116"/>
                  <a:gd name="csX71" fmla="*/ 35156 w 59361"/>
                  <a:gd name="csY71" fmla="*/ 14974 h 28116"/>
                  <a:gd name="csX72" fmla="*/ 35156 w 59361"/>
                  <a:gd name="csY72" fmla="*/ 14311 h 28116"/>
                  <a:gd name="csX73" fmla="*/ 31985 w 59361"/>
                  <a:gd name="csY73" fmla="*/ 14816 h 28116"/>
                  <a:gd name="csX74" fmla="*/ 29194 w 59361"/>
                  <a:gd name="csY74" fmla="*/ 15733 h 28116"/>
                  <a:gd name="csX75" fmla="*/ 28274 w 59361"/>
                  <a:gd name="csY75" fmla="*/ 17281 h 28116"/>
                  <a:gd name="csX76" fmla="*/ 28687 w 59361"/>
                  <a:gd name="csY76" fmla="*/ 18481 h 28116"/>
                  <a:gd name="csX77" fmla="*/ 29797 w 59361"/>
                  <a:gd name="csY77" fmla="*/ 19208 h 28116"/>
                  <a:gd name="csX78" fmla="*/ 31192 w 59361"/>
                  <a:gd name="csY78" fmla="*/ 19429 h 28116"/>
                  <a:gd name="csX79" fmla="*/ 44235 w 59361"/>
                  <a:gd name="csY79" fmla="*/ 28117 h 28116"/>
                  <a:gd name="csX80" fmla="*/ 43696 w 59361"/>
                  <a:gd name="csY80" fmla="*/ 27895 h 28116"/>
                  <a:gd name="csX81" fmla="*/ 43474 w 59361"/>
                  <a:gd name="csY81" fmla="*/ 27358 h 28116"/>
                  <a:gd name="csX82" fmla="*/ 43474 w 59361"/>
                  <a:gd name="csY82" fmla="*/ 6445 h 28116"/>
                  <a:gd name="csX83" fmla="*/ 43696 w 59361"/>
                  <a:gd name="csY83" fmla="*/ 5908 h 28116"/>
                  <a:gd name="csX84" fmla="*/ 44235 w 59361"/>
                  <a:gd name="csY84" fmla="*/ 5686 h 28116"/>
                  <a:gd name="csX85" fmla="*/ 46740 w 59361"/>
                  <a:gd name="csY85" fmla="*/ 5686 h 28116"/>
                  <a:gd name="csX86" fmla="*/ 47279 w 59361"/>
                  <a:gd name="csY86" fmla="*/ 5908 h 28116"/>
                  <a:gd name="csX87" fmla="*/ 47501 w 59361"/>
                  <a:gd name="csY87" fmla="*/ 6445 h 28116"/>
                  <a:gd name="csX88" fmla="*/ 47501 w 59361"/>
                  <a:gd name="csY88" fmla="*/ 7708 h 28116"/>
                  <a:gd name="csX89" fmla="*/ 49499 w 59361"/>
                  <a:gd name="csY89" fmla="*/ 6034 h 28116"/>
                  <a:gd name="csX90" fmla="*/ 52575 w 59361"/>
                  <a:gd name="csY90" fmla="*/ 5371 h 28116"/>
                  <a:gd name="csX91" fmla="*/ 55493 w 59361"/>
                  <a:gd name="csY91" fmla="*/ 5908 h 28116"/>
                  <a:gd name="csX92" fmla="*/ 57554 w 59361"/>
                  <a:gd name="csY92" fmla="*/ 7456 h 28116"/>
                  <a:gd name="csX93" fmla="*/ 58823 w 59361"/>
                  <a:gd name="csY93" fmla="*/ 9793 h 28116"/>
                  <a:gd name="csX94" fmla="*/ 59330 w 59361"/>
                  <a:gd name="csY94" fmla="*/ 12795 h 28116"/>
                  <a:gd name="csX95" fmla="*/ 59362 w 59361"/>
                  <a:gd name="csY95" fmla="*/ 13900 h 28116"/>
                  <a:gd name="csX96" fmla="*/ 59330 w 59361"/>
                  <a:gd name="csY96" fmla="*/ 15038 h 28116"/>
                  <a:gd name="csX97" fmla="*/ 58855 w 59361"/>
                  <a:gd name="csY97" fmla="*/ 17976 h 28116"/>
                  <a:gd name="csX98" fmla="*/ 57554 w 59361"/>
                  <a:gd name="csY98" fmla="*/ 20314 h 28116"/>
                  <a:gd name="csX99" fmla="*/ 55493 w 59361"/>
                  <a:gd name="csY99" fmla="*/ 21861 h 28116"/>
                  <a:gd name="csX100" fmla="*/ 52575 w 59361"/>
                  <a:gd name="csY100" fmla="*/ 22430 h 28116"/>
                  <a:gd name="csX101" fmla="*/ 49658 w 59361"/>
                  <a:gd name="csY101" fmla="*/ 21830 h 28116"/>
                  <a:gd name="csX102" fmla="*/ 47692 w 59361"/>
                  <a:gd name="csY102" fmla="*/ 20187 h 28116"/>
                  <a:gd name="csX103" fmla="*/ 47692 w 59361"/>
                  <a:gd name="csY103" fmla="*/ 27358 h 28116"/>
                  <a:gd name="csX104" fmla="*/ 47470 w 59361"/>
                  <a:gd name="csY104" fmla="*/ 27895 h 28116"/>
                  <a:gd name="csX105" fmla="*/ 46931 w 59361"/>
                  <a:gd name="csY105" fmla="*/ 28117 h 28116"/>
                  <a:gd name="csX106" fmla="*/ 44235 w 59361"/>
                  <a:gd name="csY106" fmla="*/ 28117 h 28116"/>
                  <a:gd name="csX107" fmla="*/ 51402 w 59361"/>
                  <a:gd name="csY107" fmla="*/ 19050 h 28116"/>
                  <a:gd name="csX108" fmla="*/ 53527 w 59361"/>
                  <a:gd name="csY108" fmla="*/ 18481 h 28116"/>
                  <a:gd name="csX109" fmla="*/ 54605 w 59361"/>
                  <a:gd name="csY109" fmla="*/ 16933 h 28116"/>
                  <a:gd name="csX110" fmla="*/ 55017 w 59361"/>
                  <a:gd name="csY110" fmla="*/ 14848 h 28116"/>
                  <a:gd name="csX111" fmla="*/ 55017 w 59361"/>
                  <a:gd name="csY111" fmla="*/ 12953 h 28116"/>
                  <a:gd name="csX112" fmla="*/ 54605 w 59361"/>
                  <a:gd name="csY112" fmla="*/ 10868 h 28116"/>
                  <a:gd name="csX113" fmla="*/ 53527 w 59361"/>
                  <a:gd name="csY113" fmla="*/ 9351 h 28116"/>
                  <a:gd name="csX114" fmla="*/ 51402 w 59361"/>
                  <a:gd name="csY114" fmla="*/ 8751 h 28116"/>
                  <a:gd name="csX115" fmla="*/ 49277 w 59361"/>
                  <a:gd name="csY115" fmla="*/ 9351 h 28116"/>
                  <a:gd name="csX116" fmla="*/ 48104 w 59361"/>
                  <a:gd name="csY116" fmla="*/ 10899 h 28116"/>
                  <a:gd name="csX117" fmla="*/ 47692 w 59361"/>
                  <a:gd name="csY117" fmla="*/ 12795 h 28116"/>
                  <a:gd name="csX118" fmla="*/ 47660 w 59361"/>
                  <a:gd name="csY118" fmla="*/ 13995 h 28116"/>
                  <a:gd name="csX119" fmla="*/ 47692 w 59361"/>
                  <a:gd name="csY119" fmla="*/ 15227 h 28116"/>
                  <a:gd name="csX120" fmla="*/ 48136 w 59361"/>
                  <a:gd name="csY120" fmla="*/ 17060 h 28116"/>
                  <a:gd name="csX121" fmla="*/ 49341 w 59361"/>
                  <a:gd name="csY121" fmla="*/ 18481 h 28116"/>
                  <a:gd name="csX122" fmla="*/ 51402 w 59361"/>
                  <a:gd name="csY122" fmla="*/ 19050 h 281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Lst>
                <a:rect l="l" t="t" r="r" b="b"/>
                <a:pathLst>
                  <a:path w="59361" h="28116">
                    <a:moveTo>
                      <a:pt x="793" y="22114"/>
                    </a:moveTo>
                    <a:cubicBezTo>
                      <a:pt x="559" y="22114"/>
                      <a:pt x="369" y="22040"/>
                      <a:pt x="222" y="21893"/>
                    </a:cubicBezTo>
                    <a:cubicBezTo>
                      <a:pt x="75" y="21746"/>
                      <a:pt x="0" y="21566"/>
                      <a:pt x="0" y="21356"/>
                    </a:cubicBezTo>
                    <a:lnTo>
                      <a:pt x="0" y="790"/>
                    </a:lnTo>
                    <a:cubicBezTo>
                      <a:pt x="0" y="557"/>
                      <a:pt x="75" y="368"/>
                      <a:pt x="222" y="221"/>
                    </a:cubicBezTo>
                    <a:cubicBezTo>
                      <a:pt x="369" y="74"/>
                      <a:pt x="559" y="0"/>
                      <a:pt x="793" y="0"/>
                    </a:cubicBezTo>
                    <a:lnTo>
                      <a:pt x="3298" y="0"/>
                    </a:lnTo>
                    <a:cubicBezTo>
                      <a:pt x="3595" y="0"/>
                      <a:pt x="3817" y="83"/>
                      <a:pt x="3964" y="253"/>
                    </a:cubicBezTo>
                    <a:cubicBezTo>
                      <a:pt x="4111" y="399"/>
                      <a:pt x="4206" y="517"/>
                      <a:pt x="4249" y="600"/>
                    </a:cubicBezTo>
                    <a:lnTo>
                      <a:pt x="10370" y="11973"/>
                    </a:lnTo>
                    <a:lnTo>
                      <a:pt x="16554" y="600"/>
                    </a:lnTo>
                    <a:cubicBezTo>
                      <a:pt x="16597" y="517"/>
                      <a:pt x="16692" y="399"/>
                      <a:pt x="16840" y="253"/>
                    </a:cubicBezTo>
                    <a:cubicBezTo>
                      <a:pt x="16987" y="83"/>
                      <a:pt x="17209" y="0"/>
                      <a:pt x="17506" y="0"/>
                    </a:cubicBezTo>
                    <a:lnTo>
                      <a:pt x="19979" y="0"/>
                    </a:lnTo>
                    <a:cubicBezTo>
                      <a:pt x="20212" y="0"/>
                      <a:pt x="20403" y="74"/>
                      <a:pt x="20550" y="221"/>
                    </a:cubicBezTo>
                    <a:cubicBezTo>
                      <a:pt x="20697" y="368"/>
                      <a:pt x="20772" y="557"/>
                      <a:pt x="20772" y="790"/>
                    </a:cubicBezTo>
                    <a:lnTo>
                      <a:pt x="20772" y="21356"/>
                    </a:lnTo>
                    <a:cubicBezTo>
                      <a:pt x="20772" y="21566"/>
                      <a:pt x="20697" y="21746"/>
                      <a:pt x="20550" y="21893"/>
                    </a:cubicBezTo>
                    <a:cubicBezTo>
                      <a:pt x="20403" y="22040"/>
                      <a:pt x="20212" y="22114"/>
                      <a:pt x="19979" y="22114"/>
                    </a:cubicBezTo>
                    <a:lnTo>
                      <a:pt x="17315" y="22114"/>
                    </a:lnTo>
                    <a:cubicBezTo>
                      <a:pt x="17082" y="22114"/>
                      <a:pt x="16892" y="22040"/>
                      <a:pt x="16744" y="21893"/>
                    </a:cubicBezTo>
                    <a:cubicBezTo>
                      <a:pt x="16618" y="21746"/>
                      <a:pt x="16554" y="21566"/>
                      <a:pt x="16554" y="21356"/>
                    </a:cubicBezTo>
                    <a:lnTo>
                      <a:pt x="16554" y="7677"/>
                    </a:lnTo>
                    <a:lnTo>
                      <a:pt x="12114" y="16112"/>
                    </a:lnTo>
                    <a:cubicBezTo>
                      <a:pt x="12008" y="16301"/>
                      <a:pt x="11872" y="16471"/>
                      <a:pt x="11702" y="16617"/>
                    </a:cubicBezTo>
                    <a:cubicBezTo>
                      <a:pt x="11532" y="16744"/>
                      <a:pt x="11310" y="16807"/>
                      <a:pt x="11036" y="16807"/>
                    </a:cubicBezTo>
                    <a:lnTo>
                      <a:pt x="9736" y="16807"/>
                    </a:lnTo>
                    <a:cubicBezTo>
                      <a:pt x="9439" y="16807"/>
                      <a:pt x="9208" y="16744"/>
                      <a:pt x="9038" y="16617"/>
                    </a:cubicBezTo>
                    <a:cubicBezTo>
                      <a:pt x="8891" y="16471"/>
                      <a:pt x="8764" y="16301"/>
                      <a:pt x="8658" y="16112"/>
                    </a:cubicBezTo>
                    <a:lnTo>
                      <a:pt x="4218" y="7677"/>
                    </a:lnTo>
                    <a:lnTo>
                      <a:pt x="4218" y="21356"/>
                    </a:lnTo>
                    <a:cubicBezTo>
                      <a:pt x="4218" y="21566"/>
                      <a:pt x="4143" y="21746"/>
                      <a:pt x="3996" y="21893"/>
                    </a:cubicBezTo>
                    <a:cubicBezTo>
                      <a:pt x="3849" y="22040"/>
                      <a:pt x="3667" y="22114"/>
                      <a:pt x="3457" y="22114"/>
                    </a:cubicBezTo>
                    <a:lnTo>
                      <a:pt x="793" y="22114"/>
                    </a:lnTo>
                    <a:close/>
                    <a:moveTo>
                      <a:pt x="30114" y="22430"/>
                    </a:moveTo>
                    <a:cubicBezTo>
                      <a:pt x="29013" y="22430"/>
                      <a:pt x="28021" y="22220"/>
                      <a:pt x="27133" y="21798"/>
                    </a:cubicBezTo>
                    <a:cubicBezTo>
                      <a:pt x="26245" y="21356"/>
                      <a:pt x="25536" y="20776"/>
                      <a:pt x="25008" y="20061"/>
                    </a:cubicBezTo>
                    <a:cubicBezTo>
                      <a:pt x="24500" y="19323"/>
                      <a:pt x="24247" y="18501"/>
                      <a:pt x="24247" y="17597"/>
                    </a:cubicBezTo>
                    <a:cubicBezTo>
                      <a:pt x="24247" y="16123"/>
                      <a:pt x="24838" y="14954"/>
                      <a:pt x="26023" y="14090"/>
                    </a:cubicBezTo>
                    <a:cubicBezTo>
                      <a:pt x="27228" y="13205"/>
                      <a:pt x="28813" y="12616"/>
                      <a:pt x="30780" y="12321"/>
                    </a:cubicBezTo>
                    <a:lnTo>
                      <a:pt x="35124" y="11689"/>
                    </a:lnTo>
                    <a:lnTo>
                      <a:pt x="35124" y="11025"/>
                    </a:lnTo>
                    <a:cubicBezTo>
                      <a:pt x="35124" y="10141"/>
                      <a:pt x="34902" y="9457"/>
                      <a:pt x="34458" y="8972"/>
                    </a:cubicBezTo>
                    <a:cubicBezTo>
                      <a:pt x="34014" y="8487"/>
                      <a:pt x="33253" y="8245"/>
                      <a:pt x="32175" y="8245"/>
                    </a:cubicBezTo>
                    <a:cubicBezTo>
                      <a:pt x="31414" y="8245"/>
                      <a:pt x="30789" y="8403"/>
                      <a:pt x="30304" y="8719"/>
                    </a:cubicBezTo>
                    <a:cubicBezTo>
                      <a:pt x="29837" y="9015"/>
                      <a:pt x="29488" y="9414"/>
                      <a:pt x="29257" y="9920"/>
                    </a:cubicBezTo>
                    <a:cubicBezTo>
                      <a:pt x="29088" y="10193"/>
                      <a:pt x="28845" y="10330"/>
                      <a:pt x="28528" y="10330"/>
                    </a:cubicBezTo>
                    <a:lnTo>
                      <a:pt x="26023" y="10330"/>
                    </a:lnTo>
                    <a:cubicBezTo>
                      <a:pt x="25789" y="10330"/>
                      <a:pt x="25610" y="10267"/>
                      <a:pt x="25484" y="10141"/>
                    </a:cubicBezTo>
                    <a:cubicBezTo>
                      <a:pt x="25377" y="10015"/>
                      <a:pt x="25325" y="9845"/>
                      <a:pt x="25325" y="9635"/>
                    </a:cubicBezTo>
                    <a:cubicBezTo>
                      <a:pt x="25345" y="9299"/>
                      <a:pt x="25484" y="8888"/>
                      <a:pt x="25737" y="8403"/>
                    </a:cubicBezTo>
                    <a:cubicBezTo>
                      <a:pt x="25991" y="7918"/>
                      <a:pt x="26392" y="7456"/>
                      <a:pt x="26942" y="7013"/>
                    </a:cubicBezTo>
                    <a:cubicBezTo>
                      <a:pt x="27491" y="6551"/>
                      <a:pt x="28200" y="6160"/>
                      <a:pt x="29067" y="5844"/>
                    </a:cubicBezTo>
                    <a:cubicBezTo>
                      <a:pt x="29932" y="5529"/>
                      <a:pt x="30979" y="5371"/>
                      <a:pt x="32207" y="5371"/>
                    </a:cubicBezTo>
                    <a:cubicBezTo>
                      <a:pt x="33539" y="5371"/>
                      <a:pt x="34658" y="5540"/>
                      <a:pt x="35568" y="5876"/>
                    </a:cubicBezTo>
                    <a:cubicBezTo>
                      <a:pt x="36497" y="6192"/>
                      <a:pt x="37238" y="6623"/>
                      <a:pt x="37788" y="7171"/>
                    </a:cubicBezTo>
                    <a:cubicBezTo>
                      <a:pt x="38336" y="7720"/>
                      <a:pt x="38740" y="8361"/>
                      <a:pt x="38993" y="9098"/>
                    </a:cubicBezTo>
                    <a:cubicBezTo>
                      <a:pt x="39247" y="9836"/>
                      <a:pt x="39374" y="10615"/>
                      <a:pt x="39374" y="11436"/>
                    </a:cubicBezTo>
                    <a:lnTo>
                      <a:pt x="39374" y="21356"/>
                    </a:lnTo>
                    <a:cubicBezTo>
                      <a:pt x="39374" y="21566"/>
                      <a:pt x="39299" y="21746"/>
                      <a:pt x="39152" y="21893"/>
                    </a:cubicBezTo>
                    <a:cubicBezTo>
                      <a:pt x="39002" y="22040"/>
                      <a:pt x="38823" y="22114"/>
                      <a:pt x="38613" y="22114"/>
                    </a:cubicBezTo>
                    <a:lnTo>
                      <a:pt x="36044" y="22114"/>
                    </a:lnTo>
                    <a:cubicBezTo>
                      <a:pt x="35811" y="22114"/>
                      <a:pt x="35620" y="22040"/>
                      <a:pt x="35473" y="21893"/>
                    </a:cubicBezTo>
                    <a:cubicBezTo>
                      <a:pt x="35346" y="21746"/>
                      <a:pt x="35283" y="21566"/>
                      <a:pt x="35283" y="21356"/>
                    </a:cubicBezTo>
                    <a:lnTo>
                      <a:pt x="35283" y="20124"/>
                    </a:lnTo>
                    <a:cubicBezTo>
                      <a:pt x="35006" y="20523"/>
                      <a:pt x="34637" y="20902"/>
                      <a:pt x="34173" y="21261"/>
                    </a:cubicBezTo>
                    <a:cubicBezTo>
                      <a:pt x="33706" y="21597"/>
                      <a:pt x="33135" y="21882"/>
                      <a:pt x="32460" y="22114"/>
                    </a:cubicBezTo>
                    <a:cubicBezTo>
                      <a:pt x="31803" y="22324"/>
                      <a:pt x="31022" y="22430"/>
                      <a:pt x="30114" y="22430"/>
                    </a:cubicBezTo>
                    <a:close/>
                    <a:moveTo>
                      <a:pt x="31192" y="19429"/>
                    </a:moveTo>
                    <a:cubicBezTo>
                      <a:pt x="31930" y="19429"/>
                      <a:pt x="32596" y="19271"/>
                      <a:pt x="33190" y="18955"/>
                    </a:cubicBezTo>
                    <a:cubicBezTo>
                      <a:pt x="33801" y="18639"/>
                      <a:pt x="34277" y="18154"/>
                      <a:pt x="34617" y="17502"/>
                    </a:cubicBezTo>
                    <a:cubicBezTo>
                      <a:pt x="34975" y="16827"/>
                      <a:pt x="35156" y="15985"/>
                      <a:pt x="35156" y="14974"/>
                    </a:cubicBezTo>
                    <a:lnTo>
                      <a:pt x="35156" y="14311"/>
                    </a:lnTo>
                    <a:lnTo>
                      <a:pt x="31985" y="14816"/>
                    </a:lnTo>
                    <a:cubicBezTo>
                      <a:pt x="30737" y="15006"/>
                      <a:pt x="29806" y="15311"/>
                      <a:pt x="29194" y="15733"/>
                    </a:cubicBezTo>
                    <a:cubicBezTo>
                      <a:pt x="28580" y="16155"/>
                      <a:pt x="28274" y="16669"/>
                      <a:pt x="28274" y="17281"/>
                    </a:cubicBezTo>
                    <a:cubicBezTo>
                      <a:pt x="28274" y="17743"/>
                      <a:pt x="28410" y="18145"/>
                      <a:pt x="28687" y="18481"/>
                    </a:cubicBezTo>
                    <a:cubicBezTo>
                      <a:pt x="28981" y="18797"/>
                      <a:pt x="29353" y="19039"/>
                      <a:pt x="29797" y="19208"/>
                    </a:cubicBezTo>
                    <a:cubicBezTo>
                      <a:pt x="30240" y="19354"/>
                      <a:pt x="30705" y="19429"/>
                      <a:pt x="31192" y="19429"/>
                    </a:cubicBezTo>
                    <a:close/>
                    <a:moveTo>
                      <a:pt x="44235" y="28117"/>
                    </a:moveTo>
                    <a:cubicBezTo>
                      <a:pt x="44022" y="28117"/>
                      <a:pt x="43843" y="28042"/>
                      <a:pt x="43696" y="27895"/>
                    </a:cubicBezTo>
                    <a:cubicBezTo>
                      <a:pt x="43546" y="27749"/>
                      <a:pt x="43474" y="27568"/>
                      <a:pt x="43474" y="27358"/>
                    </a:cubicBezTo>
                    <a:lnTo>
                      <a:pt x="43474" y="6445"/>
                    </a:lnTo>
                    <a:cubicBezTo>
                      <a:pt x="43474" y="6235"/>
                      <a:pt x="43546" y="6054"/>
                      <a:pt x="43696" y="5908"/>
                    </a:cubicBezTo>
                    <a:cubicBezTo>
                      <a:pt x="43843" y="5761"/>
                      <a:pt x="44022" y="5686"/>
                      <a:pt x="44235" y="5686"/>
                    </a:cubicBezTo>
                    <a:lnTo>
                      <a:pt x="46740" y="5686"/>
                    </a:lnTo>
                    <a:cubicBezTo>
                      <a:pt x="46971" y="5686"/>
                      <a:pt x="47153" y="5761"/>
                      <a:pt x="47279" y="5908"/>
                    </a:cubicBezTo>
                    <a:cubicBezTo>
                      <a:pt x="47427" y="6054"/>
                      <a:pt x="47501" y="6235"/>
                      <a:pt x="47501" y="6445"/>
                    </a:cubicBezTo>
                    <a:lnTo>
                      <a:pt x="47501" y="7708"/>
                    </a:lnTo>
                    <a:cubicBezTo>
                      <a:pt x="48009" y="7034"/>
                      <a:pt x="48675" y="6476"/>
                      <a:pt x="49499" y="6034"/>
                    </a:cubicBezTo>
                    <a:cubicBezTo>
                      <a:pt x="50324" y="5592"/>
                      <a:pt x="51348" y="5371"/>
                      <a:pt x="52575" y="5371"/>
                    </a:cubicBezTo>
                    <a:cubicBezTo>
                      <a:pt x="53694" y="5371"/>
                      <a:pt x="54669" y="5549"/>
                      <a:pt x="55493" y="5908"/>
                    </a:cubicBezTo>
                    <a:cubicBezTo>
                      <a:pt x="56318" y="6266"/>
                      <a:pt x="57004" y="6781"/>
                      <a:pt x="57554" y="7456"/>
                    </a:cubicBezTo>
                    <a:cubicBezTo>
                      <a:pt x="58103" y="8108"/>
                      <a:pt x="58526" y="8888"/>
                      <a:pt x="58823" y="9793"/>
                    </a:cubicBezTo>
                    <a:cubicBezTo>
                      <a:pt x="59117" y="10698"/>
                      <a:pt x="59287" y="11700"/>
                      <a:pt x="59330" y="12795"/>
                    </a:cubicBezTo>
                    <a:cubicBezTo>
                      <a:pt x="59351" y="13153"/>
                      <a:pt x="59362" y="13521"/>
                      <a:pt x="59362" y="13900"/>
                    </a:cubicBezTo>
                    <a:cubicBezTo>
                      <a:pt x="59362" y="14279"/>
                      <a:pt x="59351" y="14658"/>
                      <a:pt x="59330" y="15038"/>
                    </a:cubicBezTo>
                    <a:cubicBezTo>
                      <a:pt x="59308" y="16091"/>
                      <a:pt x="59149" y="17071"/>
                      <a:pt x="58855" y="17976"/>
                    </a:cubicBezTo>
                    <a:cubicBezTo>
                      <a:pt x="58558" y="18860"/>
                      <a:pt x="58125" y="19639"/>
                      <a:pt x="57554" y="20314"/>
                    </a:cubicBezTo>
                    <a:cubicBezTo>
                      <a:pt x="57004" y="20966"/>
                      <a:pt x="56318" y="21482"/>
                      <a:pt x="55493" y="21861"/>
                    </a:cubicBezTo>
                    <a:cubicBezTo>
                      <a:pt x="54669" y="22241"/>
                      <a:pt x="53694" y="22430"/>
                      <a:pt x="52575" y="22430"/>
                    </a:cubicBezTo>
                    <a:cubicBezTo>
                      <a:pt x="51434" y="22430"/>
                      <a:pt x="50460" y="22229"/>
                      <a:pt x="49658" y="21830"/>
                    </a:cubicBezTo>
                    <a:cubicBezTo>
                      <a:pt x="48854" y="21408"/>
                      <a:pt x="48199" y="20862"/>
                      <a:pt x="47692" y="20187"/>
                    </a:cubicBezTo>
                    <a:lnTo>
                      <a:pt x="47692" y="27358"/>
                    </a:lnTo>
                    <a:cubicBezTo>
                      <a:pt x="47692" y="27568"/>
                      <a:pt x="47617" y="27749"/>
                      <a:pt x="47470" y="27895"/>
                    </a:cubicBezTo>
                    <a:cubicBezTo>
                      <a:pt x="47343" y="28042"/>
                      <a:pt x="47162" y="28117"/>
                      <a:pt x="46931" y="28117"/>
                    </a:cubicBezTo>
                    <a:lnTo>
                      <a:pt x="44235" y="28117"/>
                    </a:lnTo>
                    <a:close/>
                    <a:moveTo>
                      <a:pt x="51402" y="19050"/>
                    </a:moveTo>
                    <a:cubicBezTo>
                      <a:pt x="52310" y="19050"/>
                      <a:pt x="53019" y="18860"/>
                      <a:pt x="53527" y="18481"/>
                    </a:cubicBezTo>
                    <a:cubicBezTo>
                      <a:pt x="54034" y="18082"/>
                      <a:pt x="54392" y="17565"/>
                      <a:pt x="54605" y="16933"/>
                    </a:cubicBezTo>
                    <a:cubicBezTo>
                      <a:pt x="54836" y="16301"/>
                      <a:pt x="54974" y="15606"/>
                      <a:pt x="55017" y="14848"/>
                    </a:cubicBezTo>
                    <a:cubicBezTo>
                      <a:pt x="55058" y="14216"/>
                      <a:pt x="55058" y="13584"/>
                      <a:pt x="55017" y="12953"/>
                    </a:cubicBezTo>
                    <a:cubicBezTo>
                      <a:pt x="54974" y="12194"/>
                      <a:pt x="54836" y="11499"/>
                      <a:pt x="54605" y="10868"/>
                    </a:cubicBezTo>
                    <a:cubicBezTo>
                      <a:pt x="54392" y="10236"/>
                      <a:pt x="54034" y="9730"/>
                      <a:pt x="53527" y="9351"/>
                    </a:cubicBezTo>
                    <a:cubicBezTo>
                      <a:pt x="53019" y="8952"/>
                      <a:pt x="52310" y="8751"/>
                      <a:pt x="51402" y="8751"/>
                    </a:cubicBezTo>
                    <a:cubicBezTo>
                      <a:pt x="50534" y="8751"/>
                      <a:pt x="49825" y="8952"/>
                      <a:pt x="49277" y="9351"/>
                    </a:cubicBezTo>
                    <a:cubicBezTo>
                      <a:pt x="48747" y="9751"/>
                      <a:pt x="48358" y="10267"/>
                      <a:pt x="48104" y="10899"/>
                    </a:cubicBezTo>
                    <a:cubicBezTo>
                      <a:pt x="47871" y="11511"/>
                      <a:pt x="47732" y="12142"/>
                      <a:pt x="47692" y="12795"/>
                    </a:cubicBezTo>
                    <a:cubicBezTo>
                      <a:pt x="47669" y="13174"/>
                      <a:pt x="47660" y="13573"/>
                      <a:pt x="47660" y="13995"/>
                    </a:cubicBezTo>
                    <a:cubicBezTo>
                      <a:pt x="47660" y="14417"/>
                      <a:pt x="47669" y="14828"/>
                      <a:pt x="47692" y="15227"/>
                    </a:cubicBezTo>
                    <a:cubicBezTo>
                      <a:pt x="47712" y="15859"/>
                      <a:pt x="47859" y="16471"/>
                      <a:pt x="48136" y="17060"/>
                    </a:cubicBezTo>
                    <a:cubicBezTo>
                      <a:pt x="48410" y="17628"/>
                      <a:pt x="48811" y="18102"/>
                      <a:pt x="49341" y="18481"/>
                    </a:cubicBezTo>
                    <a:cubicBezTo>
                      <a:pt x="49868" y="18860"/>
                      <a:pt x="50555" y="19050"/>
                      <a:pt x="51402" y="19050"/>
                    </a:cubicBez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7" name="Freeform 156">
                <a:extLst>
                  <a:ext uri="{FF2B5EF4-FFF2-40B4-BE49-F238E27FC236}">
                    <a16:creationId xmlns:a16="http://schemas.microsoft.com/office/drawing/2014/main" id="{ED7D79BF-CC05-442B-5078-44100C01673F}"/>
                  </a:ext>
                </a:extLst>
              </p:cNvPr>
              <p:cNvSpPr/>
              <p:nvPr/>
            </p:nvSpPr>
            <p:spPr>
              <a:xfrm>
                <a:off x="2416735" y="5744875"/>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5 h 29380"/>
                  <a:gd name="csX38" fmla="*/ 27149 w 87810"/>
                  <a:gd name="csY38" fmla="*/ 26505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6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6 h 29380"/>
                  <a:gd name="csX55" fmla="*/ 31969 w 87810"/>
                  <a:gd name="csY55" fmla="*/ 6413 h 29380"/>
                  <a:gd name="csX56" fmla="*/ 34030 w 87810"/>
                  <a:gd name="csY56" fmla="*/ 8119 h 29380"/>
                  <a:gd name="csX57" fmla="*/ 34030 w 87810"/>
                  <a:gd name="csY57" fmla="*/ 6761 h 29380"/>
                  <a:gd name="csX58" fmla="*/ 34220 w 87810"/>
                  <a:gd name="csY58" fmla="*/ 6224 h 29380"/>
                  <a:gd name="csX59" fmla="*/ 34760 w 87810"/>
                  <a:gd name="csY59" fmla="*/ 6002 h 29380"/>
                  <a:gd name="csX60" fmla="*/ 36218 w 87810"/>
                  <a:gd name="csY60" fmla="*/ 6002 h 29380"/>
                  <a:gd name="csX61" fmla="*/ 36757 w 87810"/>
                  <a:gd name="csY61" fmla="*/ 6224 h 29380"/>
                  <a:gd name="csX62" fmla="*/ 36980 w 87810"/>
                  <a:gd name="csY62" fmla="*/ 6761 h 29380"/>
                  <a:gd name="csX63" fmla="*/ 36980 w 87810"/>
                  <a:gd name="csY63" fmla="*/ 22083 h 29380"/>
                  <a:gd name="csX64" fmla="*/ 36250 w 87810"/>
                  <a:gd name="csY64" fmla="*/ 25842 h 29380"/>
                  <a:gd name="csX65" fmla="*/ 33903 w 87810"/>
                  <a:gd name="csY65" fmla="*/ 28433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5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6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2 h 29380"/>
                  <a:gd name="csX101" fmla="*/ 45975 w 87810"/>
                  <a:gd name="csY101" fmla="*/ 19713 h 29380"/>
                  <a:gd name="csX102" fmla="*/ 48258 w 87810"/>
                  <a:gd name="csY102" fmla="*/ 20408 h 29380"/>
                  <a:gd name="csX103" fmla="*/ 50161 w 87810"/>
                  <a:gd name="csY103" fmla="*/ 20061 h 29380"/>
                  <a:gd name="csX104" fmla="*/ 51398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4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6 h 29380"/>
                  <a:gd name="csX137" fmla="*/ 71173 w 87810"/>
                  <a:gd name="csY137" fmla="*/ 6603 h 29380"/>
                  <a:gd name="csX138" fmla="*/ 73361 w 87810"/>
                  <a:gd name="csY138" fmla="*/ 9098 h 29380"/>
                  <a:gd name="csX139" fmla="*/ 74090 w 87810"/>
                  <a:gd name="csY139" fmla="*/ 12795 h 29380"/>
                  <a:gd name="csX140" fmla="*/ 74090 w 87810"/>
                  <a:gd name="csY140" fmla="*/ 21704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4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4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3 w 87810"/>
                  <a:gd name="csY158" fmla="*/ 16870 h 29380"/>
                  <a:gd name="csX159" fmla="*/ 79883 w 87810"/>
                  <a:gd name="csY159" fmla="*/ 8530 h 29380"/>
                  <a:gd name="csX160" fmla="*/ 77409 w 87810"/>
                  <a:gd name="csY160" fmla="*/ 8530 h 29380"/>
                  <a:gd name="csX161" fmla="*/ 76870 w 87810"/>
                  <a:gd name="csY161" fmla="*/ 8340 h 29380"/>
                  <a:gd name="csX162" fmla="*/ 76680 w 87810"/>
                  <a:gd name="csY162" fmla="*/ 7803 h 29380"/>
                  <a:gd name="csX163" fmla="*/ 76680 w 87810"/>
                  <a:gd name="csY163" fmla="*/ 6729 h 29380"/>
                  <a:gd name="csX164" fmla="*/ 76870 w 87810"/>
                  <a:gd name="csY164" fmla="*/ 6224 h 29380"/>
                  <a:gd name="csX165" fmla="*/ 77409 w 87810"/>
                  <a:gd name="csY165" fmla="*/ 6002 h 29380"/>
                  <a:gd name="csX166" fmla="*/ 79883 w 87810"/>
                  <a:gd name="csY166" fmla="*/ 6002 h 29380"/>
                  <a:gd name="csX167" fmla="*/ 79883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4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8"/>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8"/>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3"/>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5"/>
                    </a:cubicBezTo>
                    <a:cubicBezTo>
                      <a:pt x="26229" y="25894"/>
                      <a:pt x="26621" y="26232"/>
                      <a:pt x="27149" y="26505"/>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6"/>
                      <a:pt x="28829" y="22556"/>
                    </a:cubicBezTo>
                    <a:cubicBezTo>
                      <a:pt x="27645" y="22556"/>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6"/>
                      <a:pt x="28829" y="5686"/>
                    </a:cubicBezTo>
                    <a:cubicBezTo>
                      <a:pt x="30098" y="5686"/>
                      <a:pt x="31144" y="5928"/>
                      <a:pt x="31969" y="6413"/>
                    </a:cubicBezTo>
                    <a:cubicBezTo>
                      <a:pt x="32814" y="6876"/>
                      <a:pt x="33502" y="7444"/>
                      <a:pt x="34030" y="8119"/>
                    </a:cubicBezTo>
                    <a:lnTo>
                      <a:pt x="34030" y="6761"/>
                    </a:lnTo>
                    <a:cubicBezTo>
                      <a:pt x="34030" y="6551"/>
                      <a:pt x="34094" y="6370"/>
                      <a:pt x="34220" y="6224"/>
                    </a:cubicBezTo>
                    <a:cubicBezTo>
                      <a:pt x="34368" y="6077"/>
                      <a:pt x="34549" y="6002"/>
                      <a:pt x="34760" y="6002"/>
                    </a:cubicBezTo>
                    <a:lnTo>
                      <a:pt x="36218" y="6002"/>
                    </a:lnTo>
                    <a:cubicBezTo>
                      <a:pt x="36429" y="6002"/>
                      <a:pt x="36610" y="6077"/>
                      <a:pt x="36757" y="6224"/>
                    </a:cubicBezTo>
                    <a:cubicBezTo>
                      <a:pt x="36905" y="6370"/>
                      <a:pt x="36980" y="6551"/>
                      <a:pt x="36980" y="6761"/>
                    </a:cubicBezTo>
                    <a:lnTo>
                      <a:pt x="36980" y="22083"/>
                    </a:lnTo>
                    <a:cubicBezTo>
                      <a:pt x="36980" y="23493"/>
                      <a:pt x="36737" y="24748"/>
                      <a:pt x="36250" y="25842"/>
                    </a:cubicBezTo>
                    <a:cubicBezTo>
                      <a:pt x="35786" y="26936"/>
                      <a:pt x="35002" y="27801"/>
                      <a:pt x="33903" y="28433"/>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5" y="14932"/>
                      <a:pt x="33967" y="14575"/>
                      <a:pt x="33967" y="14153"/>
                    </a:cubicBezTo>
                    <a:cubicBezTo>
                      <a:pt x="33967" y="13711"/>
                      <a:pt x="33955"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7"/>
                      <a:pt x="25563" y="10836"/>
                    </a:cubicBezTo>
                    <a:cubicBezTo>
                      <a:pt x="25289" y="11594"/>
                      <a:pt x="25130" y="12416"/>
                      <a:pt x="25087" y="13300"/>
                    </a:cubicBezTo>
                    <a:cubicBezTo>
                      <a:pt x="25067" y="13848"/>
                      <a:pt x="25067" y="14406"/>
                      <a:pt x="25087" y="14975"/>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8"/>
                      <a:pt x="43429" y="7214"/>
                      <a:pt x="44484" y="6603"/>
                    </a:cubicBezTo>
                    <a:cubicBezTo>
                      <a:pt x="45562" y="5991"/>
                      <a:pt x="46822" y="5686"/>
                      <a:pt x="48258" y="5686"/>
                    </a:cubicBezTo>
                    <a:cubicBezTo>
                      <a:pt x="49866" y="5686"/>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2"/>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8"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4"/>
                    </a:cubicBezTo>
                    <a:lnTo>
                      <a:pt x="59439" y="6729"/>
                    </a:lnTo>
                    <a:cubicBezTo>
                      <a:pt x="59439" y="6519"/>
                      <a:pt x="59502" y="6350"/>
                      <a:pt x="59629" y="6224"/>
                    </a:cubicBezTo>
                    <a:cubicBezTo>
                      <a:pt x="59779" y="6077"/>
                      <a:pt x="59958" y="6002"/>
                      <a:pt x="60168" y="6002"/>
                    </a:cubicBezTo>
                    <a:lnTo>
                      <a:pt x="61659" y="6002"/>
                    </a:lnTo>
                    <a:cubicBezTo>
                      <a:pt x="61872" y="6002"/>
                      <a:pt x="62039" y="6077"/>
                      <a:pt x="62166" y="6224"/>
                    </a:cubicBezTo>
                    <a:cubicBezTo>
                      <a:pt x="62316" y="6350"/>
                      <a:pt x="62388" y="6519"/>
                      <a:pt x="62388" y="6729"/>
                    </a:cubicBezTo>
                    <a:lnTo>
                      <a:pt x="62388" y="8119"/>
                    </a:lnTo>
                    <a:cubicBezTo>
                      <a:pt x="62939" y="7404"/>
                      <a:pt x="63625" y="6824"/>
                      <a:pt x="64450" y="6382"/>
                    </a:cubicBezTo>
                    <a:cubicBezTo>
                      <a:pt x="65297" y="5919"/>
                      <a:pt x="66375" y="5686"/>
                      <a:pt x="67684" y="5686"/>
                    </a:cubicBezTo>
                    <a:cubicBezTo>
                      <a:pt x="69059" y="5686"/>
                      <a:pt x="70221" y="5991"/>
                      <a:pt x="71173" y="6603"/>
                    </a:cubicBezTo>
                    <a:cubicBezTo>
                      <a:pt x="72147" y="7192"/>
                      <a:pt x="72876" y="8024"/>
                      <a:pt x="73361" y="9098"/>
                    </a:cubicBezTo>
                    <a:cubicBezTo>
                      <a:pt x="73848" y="10152"/>
                      <a:pt x="74090" y="11384"/>
                      <a:pt x="74090" y="12795"/>
                    </a:cubicBezTo>
                    <a:lnTo>
                      <a:pt x="74090" y="21704"/>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4"/>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4"/>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7" y="20661"/>
                      <a:pt x="80390" y="19840"/>
                    </a:cubicBezTo>
                    <a:cubicBezTo>
                      <a:pt x="80052" y="18998"/>
                      <a:pt x="79883" y="18007"/>
                      <a:pt x="79883" y="16870"/>
                    </a:cubicBezTo>
                    <a:lnTo>
                      <a:pt x="79883" y="8530"/>
                    </a:lnTo>
                    <a:lnTo>
                      <a:pt x="77409" y="8530"/>
                    </a:lnTo>
                    <a:cubicBezTo>
                      <a:pt x="77198" y="8530"/>
                      <a:pt x="77017" y="8467"/>
                      <a:pt x="76870" y="8340"/>
                    </a:cubicBezTo>
                    <a:cubicBezTo>
                      <a:pt x="76743" y="8194"/>
                      <a:pt x="76680" y="8013"/>
                      <a:pt x="76680" y="7803"/>
                    </a:cubicBezTo>
                    <a:lnTo>
                      <a:pt x="76680" y="6729"/>
                    </a:lnTo>
                    <a:cubicBezTo>
                      <a:pt x="76680" y="6519"/>
                      <a:pt x="76743" y="6350"/>
                      <a:pt x="76870" y="6224"/>
                    </a:cubicBezTo>
                    <a:cubicBezTo>
                      <a:pt x="77017" y="6077"/>
                      <a:pt x="77198" y="6002"/>
                      <a:pt x="77409" y="6002"/>
                    </a:cubicBezTo>
                    <a:lnTo>
                      <a:pt x="79883" y="6002"/>
                    </a:lnTo>
                    <a:lnTo>
                      <a:pt x="79883" y="727"/>
                    </a:lnTo>
                    <a:cubicBezTo>
                      <a:pt x="79883" y="517"/>
                      <a:pt x="79946" y="347"/>
                      <a:pt x="80073" y="221"/>
                    </a:cubicBezTo>
                    <a:cubicBezTo>
                      <a:pt x="80220" y="74"/>
                      <a:pt x="80401" y="0"/>
                      <a:pt x="80612" y="0"/>
                    </a:cubicBezTo>
                    <a:lnTo>
                      <a:pt x="82102" y="0"/>
                    </a:lnTo>
                    <a:cubicBezTo>
                      <a:pt x="82313" y="0"/>
                      <a:pt x="82483" y="74"/>
                      <a:pt x="82610" y="221"/>
                    </a:cubicBezTo>
                    <a:cubicBezTo>
                      <a:pt x="82757" y="347"/>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4"/>
                      <a:pt x="87272" y="8340"/>
                    </a:cubicBezTo>
                    <a:cubicBezTo>
                      <a:pt x="87145" y="8467"/>
                      <a:pt x="86975" y="8530"/>
                      <a:pt x="86764" y="8530"/>
                    </a:cubicBezTo>
                    <a:lnTo>
                      <a:pt x="82832" y="8530"/>
                    </a:lnTo>
                    <a:lnTo>
                      <a:pt x="82832" y="16649"/>
                    </a:lnTo>
                    <a:cubicBezTo>
                      <a:pt x="82832" y="17640"/>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4"/>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8" name="Freeform 157">
                <a:extLst>
                  <a:ext uri="{FF2B5EF4-FFF2-40B4-BE49-F238E27FC236}">
                    <a16:creationId xmlns:a16="http://schemas.microsoft.com/office/drawing/2014/main" id="{D790A5C4-50A3-99BD-8506-75F4039EE5FB}"/>
                  </a:ext>
                </a:extLst>
              </p:cNvPr>
              <p:cNvSpPr/>
              <p:nvPr/>
            </p:nvSpPr>
            <p:spPr>
              <a:xfrm>
                <a:off x="2776903" y="6618161"/>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4 h 29380"/>
                  <a:gd name="csX38" fmla="*/ 27149 w 87810"/>
                  <a:gd name="csY38" fmla="*/ 26506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7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7 h 29380"/>
                  <a:gd name="csX55" fmla="*/ 31969 w 87810"/>
                  <a:gd name="csY55" fmla="*/ 6413 h 29380"/>
                  <a:gd name="csX56" fmla="*/ 34030 w 87810"/>
                  <a:gd name="csY56" fmla="*/ 8119 h 29380"/>
                  <a:gd name="csX57" fmla="*/ 34030 w 87810"/>
                  <a:gd name="csY57" fmla="*/ 6761 h 29380"/>
                  <a:gd name="csX58" fmla="*/ 34221 w 87810"/>
                  <a:gd name="csY58" fmla="*/ 6224 h 29380"/>
                  <a:gd name="csX59" fmla="*/ 34760 w 87810"/>
                  <a:gd name="csY59" fmla="*/ 6002 h 29380"/>
                  <a:gd name="csX60" fmla="*/ 36218 w 87810"/>
                  <a:gd name="csY60" fmla="*/ 6002 h 29380"/>
                  <a:gd name="csX61" fmla="*/ 36758 w 87810"/>
                  <a:gd name="csY61" fmla="*/ 6224 h 29380"/>
                  <a:gd name="csX62" fmla="*/ 36979 w 87810"/>
                  <a:gd name="csY62" fmla="*/ 6761 h 29380"/>
                  <a:gd name="csX63" fmla="*/ 36979 w 87810"/>
                  <a:gd name="csY63" fmla="*/ 22083 h 29380"/>
                  <a:gd name="csX64" fmla="*/ 36250 w 87810"/>
                  <a:gd name="csY64" fmla="*/ 25842 h 29380"/>
                  <a:gd name="csX65" fmla="*/ 33903 w 87810"/>
                  <a:gd name="csY65" fmla="*/ 28432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4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7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2 h 29380"/>
                  <a:gd name="csX101" fmla="*/ 45975 w 87810"/>
                  <a:gd name="csY101" fmla="*/ 19713 h 29380"/>
                  <a:gd name="csX102" fmla="*/ 48258 w 87810"/>
                  <a:gd name="csY102" fmla="*/ 20408 h 29380"/>
                  <a:gd name="csX103" fmla="*/ 50161 w 87810"/>
                  <a:gd name="csY103" fmla="*/ 20061 h 29380"/>
                  <a:gd name="csX104" fmla="*/ 51397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3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7 h 29380"/>
                  <a:gd name="csX137" fmla="*/ 71173 w 87810"/>
                  <a:gd name="csY137" fmla="*/ 6603 h 29380"/>
                  <a:gd name="csX138" fmla="*/ 73361 w 87810"/>
                  <a:gd name="csY138" fmla="*/ 9098 h 29380"/>
                  <a:gd name="csX139" fmla="*/ 74090 w 87810"/>
                  <a:gd name="csY139" fmla="*/ 12795 h 29380"/>
                  <a:gd name="csX140" fmla="*/ 74090 w 87810"/>
                  <a:gd name="csY140" fmla="*/ 21703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3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3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2 w 87810"/>
                  <a:gd name="csY158" fmla="*/ 16870 h 29380"/>
                  <a:gd name="csX159" fmla="*/ 79882 w 87810"/>
                  <a:gd name="csY159" fmla="*/ 8530 h 29380"/>
                  <a:gd name="csX160" fmla="*/ 77409 w 87810"/>
                  <a:gd name="csY160" fmla="*/ 8530 h 29380"/>
                  <a:gd name="csX161" fmla="*/ 76870 w 87810"/>
                  <a:gd name="csY161" fmla="*/ 8340 h 29380"/>
                  <a:gd name="csX162" fmla="*/ 76679 w 87810"/>
                  <a:gd name="csY162" fmla="*/ 7803 h 29380"/>
                  <a:gd name="csX163" fmla="*/ 76679 w 87810"/>
                  <a:gd name="csY163" fmla="*/ 6729 h 29380"/>
                  <a:gd name="csX164" fmla="*/ 76870 w 87810"/>
                  <a:gd name="csY164" fmla="*/ 6224 h 29380"/>
                  <a:gd name="csX165" fmla="*/ 77409 w 87810"/>
                  <a:gd name="csY165" fmla="*/ 6002 h 29380"/>
                  <a:gd name="csX166" fmla="*/ 79882 w 87810"/>
                  <a:gd name="csY166" fmla="*/ 6002 h 29380"/>
                  <a:gd name="csX167" fmla="*/ 79882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3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7"/>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7"/>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2"/>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4"/>
                    </a:cubicBezTo>
                    <a:cubicBezTo>
                      <a:pt x="26229" y="25894"/>
                      <a:pt x="26621" y="26232"/>
                      <a:pt x="27149" y="26506"/>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7"/>
                      <a:pt x="28829" y="22557"/>
                    </a:cubicBezTo>
                    <a:cubicBezTo>
                      <a:pt x="27645" y="22557"/>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7"/>
                      <a:pt x="28829" y="5687"/>
                    </a:cubicBezTo>
                    <a:cubicBezTo>
                      <a:pt x="30098" y="5687"/>
                      <a:pt x="31144" y="5928"/>
                      <a:pt x="31969" y="6413"/>
                    </a:cubicBezTo>
                    <a:cubicBezTo>
                      <a:pt x="32814" y="6876"/>
                      <a:pt x="33502" y="7444"/>
                      <a:pt x="34030" y="8119"/>
                    </a:cubicBezTo>
                    <a:lnTo>
                      <a:pt x="34030" y="6761"/>
                    </a:lnTo>
                    <a:cubicBezTo>
                      <a:pt x="34030" y="6551"/>
                      <a:pt x="34094" y="6370"/>
                      <a:pt x="34221" y="6224"/>
                    </a:cubicBezTo>
                    <a:cubicBezTo>
                      <a:pt x="34368" y="6077"/>
                      <a:pt x="34549" y="6002"/>
                      <a:pt x="34760" y="6002"/>
                    </a:cubicBezTo>
                    <a:lnTo>
                      <a:pt x="36218" y="6002"/>
                    </a:lnTo>
                    <a:cubicBezTo>
                      <a:pt x="36429" y="6002"/>
                      <a:pt x="36610" y="6077"/>
                      <a:pt x="36758" y="6224"/>
                    </a:cubicBezTo>
                    <a:cubicBezTo>
                      <a:pt x="36905" y="6370"/>
                      <a:pt x="36979" y="6551"/>
                      <a:pt x="36979" y="6761"/>
                    </a:cubicBezTo>
                    <a:lnTo>
                      <a:pt x="36979" y="22083"/>
                    </a:lnTo>
                    <a:cubicBezTo>
                      <a:pt x="36979" y="23493"/>
                      <a:pt x="36737" y="24748"/>
                      <a:pt x="36250" y="25842"/>
                    </a:cubicBezTo>
                    <a:cubicBezTo>
                      <a:pt x="35786" y="26936"/>
                      <a:pt x="35002" y="27801"/>
                      <a:pt x="33903" y="28432"/>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6" y="14932"/>
                      <a:pt x="33967" y="14575"/>
                      <a:pt x="33967" y="14153"/>
                    </a:cubicBezTo>
                    <a:cubicBezTo>
                      <a:pt x="33967" y="13711"/>
                      <a:pt x="33956"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8"/>
                      <a:pt x="25563" y="10836"/>
                    </a:cubicBezTo>
                    <a:cubicBezTo>
                      <a:pt x="25289" y="11594"/>
                      <a:pt x="25130" y="12416"/>
                      <a:pt x="25087" y="13300"/>
                    </a:cubicBezTo>
                    <a:cubicBezTo>
                      <a:pt x="25067" y="13849"/>
                      <a:pt x="25067" y="14406"/>
                      <a:pt x="25087" y="14974"/>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7"/>
                      <a:pt x="43429" y="7214"/>
                      <a:pt x="44484" y="6603"/>
                    </a:cubicBezTo>
                    <a:cubicBezTo>
                      <a:pt x="45562" y="5991"/>
                      <a:pt x="46822" y="5687"/>
                      <a:pt x="48258" y="5687"/>
                    </a:cubicBezTo>
                    <a:cubicBezTo>
                      <a:pt x="49866" y="5687"/>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2"/>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7"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3"/>
                    </a:cubicBezTo>
                    <a:lnTo>
                      <a:pt x="59439" y="6729"/>
                    </a:lnTo>
                    <a:cubicBezTo>
                      <a:pt x="59439" y="6519"/>
                      <a:pt x="59502" y="6350"/>
                      <a:pt x="59629" y="6224"/>
                    </a:cubicBezTo>
                    <a:cubicBezTo>
                      <a:pt x="59779" y="6077"/>
                      <a:pt x="59958" y="6002"/>
                      <a:pt x="60168" y="6002"/>
                    </a:cubicBezTo>
                    <a:lnTo>
                      <a:pt x="61659" y="6002"/>
                    </a:lnTo>
                    <a:cubicBezTo>
                      <a:pt x="61872" y="6002"/>
                      <a:pt x="62040" y="6077"/>
                      <a:pt x="62166" y="6224"/>
                    </a:cubicBezTo>
                    <a:cubicBezTo>
                      <a:pt x="62316" y="6350"/>
                      <a:pt x="62388" y="6519"/>
                      <a:pt x="62388" y="6729"/>
                    </a:cubicBezTo>
                    <a:lnTo>
                      <a:pt x="62388" y="8119"/>
                    </a:lnTo>
                    <a:cubicBezTo>
                      <a:pt x="62939" y="7404"/>
                      <a:pt x="63625" y="6824"/>
                      <a:pt x="64450" y="6382"/>
                    </a:cubicBezTo>
                    <a:cubicBezTo>
                      <a:pt x="65297" y="5919"/>
                      <a:pt x="66375" y="5687"/>
                      <a:pt x="67684" y="5687"/>
                    </a:cubicBezTo>
                    <a:cubicBezTo>
                      <a:pt x="69059" y="5687"/>
                      <a:pt x="70221" y="5991"/>
                      <a:pt x="71173" y="6603"/>
                    </a:cubicBezTo>
                    <a:cubicBezTo>
                      <a:pt x="72147" y="7192"/>
                      <a:pt x="72876" y="8024"/>
                      <a:pt x="73361" y="9098"/>
                    </a:cubicBezTo>
                    <a:cubicBezTo>
                      <a:pt x="73848" y="10152"/>
                      <a:pt x="74090" y="11384"/>
                      <a:pt x="74090" y="12795"/>
                    </a:cubicBezTo>
                    <a:lnTo>
                      <a:pt x="74090" y="21703"/>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3"/>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3"/>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8" y="20661"/>
                      <a:pt x="80390" y="19840"/>
                    </a:cubicBezTo>
                    <a:cubicBezTo>
                      <a:pt x="80052" y="18998"/>
                      <a:pt x="79882" y="18007"/>
                      <a:pt x="79882" y="16870"/>
                    </a:cubicBezTo>
                    <a:lnTo>
                      <a:pt x="79882" y="8530"/>
                    </a:lnTo>
                    <a:lnTo>
                      <a:pt x="77409" y="8530"/>
                    </a:lnTo>
                    <a:cubicBezTo>
                      <a:pt x="77198" y="8530"/>
                      <a:pt x="77017" y="8467"/>
                      <a:pt x="76870" y="8340"/>
                    </a:cubicBezTo>
                    <a:cubicBezTo>
                      <a:pt x="76743" y="8193"/>
                      <a:pt x="76679" y="8013"/>
                      <a:pt x="76679" y="7803"/>
                    </a:cubicBezTo>
                    <a:lnTo>
                      <a:pt x="76679" y="6729"/>
                    </a:lnTo>
                    <a:cubicBezTo>
                      <a:pt x="76679" y="6519"/>
                      <a:pt x="76743" y="6350"/>
                      <a:pt x="76870" y="6224"/>
                    </a:cubicBezTo>
                    <a:cubicBezTo>
                      <a:pt x="77017" y="6077"/>
                      <a:pt x="77198" y="6002"/>
                      <a:pt x="77409" y="6002"/>
                    </a:cubicBezTo>
                    <a:lnTo>
                      <a:pt x="79882" y="6002"/>
                    </a:lnTo>
                    <a:lnTo>
                      <a:pt x="79882" y="727"/>
                    </a:lnTo>
                    <a:cubicBezTo>
                      <a:pt x="79882" y="517"/>
                      <a:pt x="79946" y="347"/>
                      <a:pt x="80073" y="221"/>
                    </a:cubicBezTo>
                    <a:cubicBezTo>
                      <a:pt x="80220" y="75"/>
                      <a:pt x="80401" y="0"/>
                      <a:pt x="80612" y="0"/>
                    </a:cubicBezTo>
                    <a:lnTo>
                      <a:pt x="82102" y="0"/>
                    </a:lnTo>
                    <a:cubicBezTo>
                      <a:pt x="82313" y="0"/>
                      <a:pt x="82483" y="75"/>
                      <a:pt x="82610" y="221"/>
                    </a:cubicBezTo>
                    <a:cubicBezTo>
                      <a:pt x="82757" y="347"/>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3"/>
                      <a:pt x="87272" y="8340"/>
                    </a:cubicBezTo>
                    <a:cubicBezTo>
                      <a:pt x="87145" y="8467"/>
                      <a:pt x="86975" y="8530"/>
                      <a:pt x="86764" y="8530"/>
                    </a:cubicBezTo>
                    <a:lnTo>
                      <a:pt x="82832" y="8530"/>
                    </a:lnTo>
                    <a:lnTo>
                      <a:pt x="82832" y="16649"/>
                    </a:lnTo>
                    <a:cubicBezTo>
                      <a:pt x="82832" y="17640"/>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3"/>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9" name="Freeform 158">
                <a:extLst>
                  <a:ext uri="{FF2B5EF4-FFF2-40B4-BE49-F238E27FC236}">
                    <a16:creationId xmlns:a16="http://schemas.microsoft.com/office/drawing/2014/main" id="{D4885822-AA08-9C81-AF87-E608F422EC2B}"/>
                  </a:ext>
                </a:extLst>
              </p:cNvPr>
              <p:cNvSpPr/>
              <p:nvPr/>
            </p:nvSpPr>
            <p:spPr>
              <a:xfrm>
                <a:off x="2776903" y="6017918"/>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5 h 29380"/>
                  <a:gd name="csX38" fmla="*/ 27149 w 87810"/>
                  <a:gd name="csY38" fmla="*/ 26505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6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6 h 29380"/>
                  <a:gd name="csX55" fmla="*/ 31969 w 87810"/>
                  <a:gd name="csY55" fmla="*/ 6413 h 29380"/>
                  <a:gd name="csX56" fmla="*/ 34030 w 87810"/>
                  <a:gd name="csY56" fmla="*/ 8119 h 29380"/>
                  <a:gd name="csX57" fmla="*/ 34030 w 87810"/>
                  <a:gd name="csY57" fmla="*/ 6761 h 29380"/>
                  <a:gd name="csX58" fmla="*/ 34221 w 87810"/>
                  <a:gd name="csY58" fmla="*/ 6224 h 29380"/>
                  <a:gd name="csX59" fmla="*/ 34760 w 87810"/>
                  <a:gd name="csY59" fmla="*/ 6002 h 29380"/>
                  <a:gd name="csX60" fmla="*/ 36218 w 87810"/>
                  <a:gd name="csY60" fmla="*/ 6002 h 29380"/>
                  <a:gd name="csX61" fmla="*/ 36758 w 87810"/>
                  <a:gd name="csY61" fmla="*/ 6224 h 29380"/>
                  <a:gd name="csX62" fmla="*/ 36979 w 87810"/>
                  <a:gd name="csY62" fmla="*/ 6761 h 29380"/>
                  <a:gd name="csX63" fmla="*/ 36979 w 87810"/>
                  <a:gd name="csY63" fmla="*/ 22083 h 29380"/>
                  <a:gd name="csX64" fmla="*/ 36250 w 87810"/>
                  <a:gd name="csY64" fmla="*/ 25842 h 29380"/>
                  <a:gd name="csX65" fmla="*/ 33903 w 87810"/>
                  <a:gd name="csY65" fmla="*/ 28433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5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6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2 h 29380"/>
                  <a:gd name="csX101" fmla="*/ 45975 w 87810"/>
                  <a:gd name="csY101" fmla="*/ 19713 h 29380"/>
                  <a:gd name="csX102" fmla="*/ 48258 w 87810"/>
                  <a:gd name="csY102" fmla="*/ 20408 h 29380"/>
                  <a:gd name="csX103" fmla="*/ 50161 w 87810"/>
                  <a:gd name="csY103" fmla="*/ 20061 h 29380"/>
                  <a:gd name="csX104" fmla="*/ 51397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4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6 h 29380"/>
                  <a:gd name="csX137" fmla="*/ 71173 w 87810"/>
                  <a:gd name="csY137" fmla="*/ 6603 h 29380"/>
                  <a:gd name="csX138" fmla="*/ 73361 w 87810"/>
                  <a:gd name="csY138" fmla="*/ 9098 h 29380"/>
                  <a:gd name="csX139" fmla="*/ 74090 w 87810"/>
                  <a:gd name="csY139" fmla="*/ 12795 h 29380"/>
                  <a:gd name="csX140" fmla="*/ 74090 w 87810"/>
                  <a:gd name="csY140" fmla="*/ 21704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4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4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2 w 87810"/>
                  <a:gd name="csY158" fmla="*/ 16870 h 29380"/>
                  <a:gd name="csX159" fmla="*/ 79882 w 87810"/>
                  <a:gd name="csY159" fmla="*/ 8530 h 29380"/>
                  <a:gd name="csX160" fmla="*/ 77409 w 87810"/>
                  <a:gd name="csY160" fmla="*/ 8530 h 29380"/>
                  <a:gd name="csX161" fmla="*/ 76870 w 87810"/>
                  <a:gd name="csY161" fmla="*/ 8340 h 29380"/>
                  <a:gd name="csX162" fmla="*/ 76679 w 87810"/>
                  <a:gd name="csY162" fmla="*/ 7803 h 29380"/>
                  <a:gd name="csX163" fmla="*/ 76679 w 87810"/>
                  <a:gd name="csY163" fmla="*/ 6729 h 29380"/>
                  <a:gd name="csX164" fmla="*/ 76870 w 87810"/>
                  <a:gd name="csY164" fmla="*/ 6224 h 29380"/>
                  <a:gd name="csX165" fmla="*/ 77409 w 87810"/>
                  <a:gd name="csY165" fmla="*/ 6002 h 29380"/>
                  <a:gd name="csX166" fmla="*/ 79882 w 87810"/>
                  <a:gd name="csY166" fmla="*/ 6002 h 29380"/>
                  <a:gd name="csX167" fmla="*/ 79882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4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8"/>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8"/>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3"/>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5"/>
                    </a:cubicBezTo>
                    <a:cubicBezTo>
                      <a:pt x="26229" y="25894"/>
                      <a:pt x="26621" y="26232"/>
                      <a:pt x="27149" y="26505"/>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6"/>
                      <a:pt x="28829" y="22556"/>
                    </a:cubicBezTo>
                    <a:cubicBezTo>
                      <a:pt x="27645" y="22556"/>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6"/>
                      <a:pt x="28829" y="5686"/>
                    </a:cubicBezTo>
                    <a:cubicBezTo>
                      <a:pt x="30098" y="5686"/>
                      <a:pt x="31144" y="5928"/>
                      <a:pt x="31969" y="6413"/>
                    </a:cubicBezTo>
                    <a:cubicBezTo>
                      <a:pt x="32814" y="6876"/>
                      <a:pt x="33502" y="7444"/>
                      <a:pt x="34030" y="8119"/>
                    </a:cubicBezTo>
                    <a:lnTo>
                      <a:pt x="34030" y="6761"/>
                    </a:lnTo>
                    <a:cubicBezTo>
                      <a:pt x="34030" y="6551"/>
                      <a:pt x="34094" y="6370"/>
                      <a:pt x="34221" y="6224"/>
                    </a:cubicBezTo>
                    <a:cubicBezTo>
                      <a:pt x="34368" y="6077"/>
                      <a:pt x="34549" y="6002"/>
                      <a:pt x="34760" y="6002"/>
                    </a:cubicBezTo>
                    <a:lnTo>
                      <a:pt x="36218" y="6002"/>
                    </a:lnTo>
                    <a:cubicBezTo>
                      <a:pt x="36429" y="6002"/>
                      <a:pt x="36610" y="6077"/>
                      <a:pt x="36758" y="6224"/>
                    </a:cubicBezTo>
                    <a:cubicBezTo>
                      <a:pt x="36905" y="6370"/>
                      <a:pt x="36979" y="6551"/>
                      <a:pt x="36979" y="6761"/>
                    </a:cubicBezTo>
                    <a:lnTo>
                      <a:pt x="36979" y="22083"/>
                    </a:lnTo>
                    <a:cubicBezTo>
                      <a:pt x="36979" y="23493"/>
                      <a:pt x="36737" y="24748"/>
                      <a:pt x="36250" y="25842"/>
                    </a:cubicBezTo>
                    <a:cubicBezTo>
                      <a:pt x="35786" y="26936"/>
                      <a:pt x="35002" y="27801"/>
                      <a:pt x="33903" y="28433"/>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6" y="14932"/>
                      <a:pt x="33967" y="14575"/>
                      <a:pt x="33967" y="14153"/>
                    </a:cubicBezTo>
                    <a:cubicBezTo>
                      <a:pt x="33967" y="13711"/>
                      <a:pt x="33956"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7"/>
                      <a:pt x="25563" y="10836"/>
                    </a:cubicBezTo>
                    <a:cubicBezTo>
                      <a:pt x="25289" y="11594"/>
                      <a:pt x="25130" y="12416"/>
                      <a:pt x="25087" y="13300"/>
                    </a:cubicBezTo>
                    <a:cubicBezTo>
                      <a:pt x="25067" y="13848"/>
                      <a:pt x="25067" y="14406"/>
                      <a:pt x="25087" y="14975"/>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8"/>
                      <a:pt x="43429" y="7214"/>
                      <a:pt x="44484" y="6603"/>
                    </a:cubicBezTo>
                    <a:cubicBezTo>
                      <a:pt x="45562" y="5991"/>
                      <a:pt x="46822" y="5686"/>
                      <a:pt x="48258" y="5686"/>
                    </a:cubicBezTo>
                    <a:cubicBezTo>
                      <a:pt x="49866" y="5686"/>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2"/>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7"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4"/>
                    </a:cubicBezTo>
                    <a:lnTo>
                      <a:pt x="59439" y="6729"/>
                    </a:lnTo>
                    <a:cubicBezTo>
                      <a:pt x="59439" y="6519"/>
                      <a:pt x="59502" y="6350"/>
                      <a:pt x="59629" y="6224"/>
                    </a:cubicBezTo>
                    <a:cubicBezTo>
                      <a:pt x="59779" y="6077"/>
                      <a:pt x="59958" y="6002"/>
                      <a:pt x="60168" y="6002"/>
                    </a:cubicBezTo>
                    <a:lnTo>
                      <a:pt x="61659" y="6002"/>
                    </a:lnTo>
                    <a:cubicBezTo>
                      <a:pt x="61872" y="6002"/>
                      <a:pt x="62040" y="6077"/>
                      <a:pt x="62166" y="6224"/>
                    </a:cubicBezTo>
                    <a:cubicBezTo>
                      <a:pt x="62316" y="6350"/>
                      <a:pt x="62388" y="6519"/>
                      <a:pt x="62388" y="6729"/>
                    </a:cubicBezTo>
                    <a:lnTo>
                      <a:pt x="62388" y="8119"/>
                    </a:lnTo>
                    <a:cubicBezTo>
                      <a:pt x="62939" y="7404"/>
                      <a:pt x="63625" y="6824"/>
                      <a:pt x="64450" y="6382"/>
                    </a:cubicBezTo>
                    <a:cubicBezTo>
                      <a:pt x="65297" y="5919"/>
                      <a:pt x="66375" y="5686"/>
                      <a:pt x="67684" y="5686"/>
                    </a:cubicBezTo>
                    <a:cubicBezTo>
                      <a:pt x="69059" y="5686"/>
                      <a:pt x="70221" y="5991"/>
                      <a:pt x="71173" y="6603"/>
                    </a:cubicBezTo>
                    <a:cubicBezTo>
                      <a:pt x="72147" y="7192"/>
                      <a:pt x="72876" y="8024"/>
                      <a:pt x="73361" y="9098"/>
                    </a:cubicBezTo>
                    <a:cubicBezTo>
                      <a:pt x="73848" y="10152"/>
                      <a:pt x="74090" y="11384"/>
                      <a:pt x="74090" y="12795"/>
                    </a:cubicBezTo>
                    <a:lnTo>
                      <a:pt x="74090" y="21704"/>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4"/>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4"/>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8" y="20661"/>
                      <a:pt x="80390" y="19840"/>
                    </a:cubicBezTo>
                    <a:cubicBezTo>
                      <a:pt x="80052" y="18998"/>
                      <a:pt x="79882" y="18007"/>
                      <a:pt x="79882" y="16870"/>
                    </a:cubicBezTo>
                    <a:lnTo>
                      <a:pt x="79882" y="8530"/>
                    </a:lnTo>
                    <a:lnTo>
                      <a:pt x="77409" y="8530"/>
                    </a:lnTo>
                    <a:cubicBezTo>
                      <a:pt x="77198" y="8530"/>
                      <a:pt x="77017" y="8467"/>
                      <a:pt x="76870" y="8340"/>
                    </a:cubicBezTo>
                    <a:cubicBezTo>
                      <a:pt x="76743" y="8194"/>
                      <a:pt x="76679" y="8013"/>
                      <a:pt x="76679" y="7803"/>
                    </a:cubicBezTo>
                    <a:lnTo>
                      <a:pt x="76679" y="6729"/>
                    </a:lnTo>
                    <a:cubicBezTo>
                      <a:pt x="76679" y="6519"/>
                      <a:pt x="76743" y="6350"/>
                      <a:pt x="76870" y="6224"/>
                    </a:cubicBezTo>
                    <a:cubicBezTo>
                      <a:pt x="77017" y="6077"/>
                      <a:pt x="77198" y="6002"/>
                      <a:pt x="77409" y="6002"/>
                    </a:cubicBezTo>
                    <a:lnTo>
                      <a:pt x="79882" y="6002"/>
                    </a:lnTo>
                    <a:lnTo>
                      <a:pt x="79882" y="727"/>
                    </a:lnTo>
                    <a:cubicBezTo>
                      <a:pt x="79882" y="517"/>
                      <a:pt x="79946" y="347"/>
                      <a:pt x="80073" y="221"/>
                    </a:cubicBezTo>
                    <a:cubicBezTo>
                      <a:pt x="80220" y="74"/>
                      <a:pt x="80401" y="0"/>
                      <a:pt x="80612" y="0"/>
                    </a:cubicBezTo>
                    <a:lnTo>
                      <a:pt x="82102" y="0"/>
                    </a:lnTo>
                    <a:cubicBezTo>
                      <a:pt x="82313" y="0"/>
                      <a:pt x="82483" y="74"/>
                      <a:pt x="82610" y="221"/>
                    </a:cubicBezTo>
                    <a:cubicBezTo>
                      <a:pt x="82757" y="347"/>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4"/>
                      <a:pt x="87272" y="8340"/>
                    </a:cubicBezTo>
                    <a:cubicBezTo>
                      <a:pt x="87145" y="8467"/>
                      <a:pt x="86975" y="8530"/>
                      <a:pt x="86764" y="8530"/>
                    </a:cubicBezTo>
                    <a:lnTo>
                      <a:pt x="82832" y="8530"/>
                    </a:lnTo>
                    <a:lnTo>
                      <a:pt x="82832" y="16649"/>
                    </a:lnTo>
                    <a:cubicBezTo>
                      <a:pt x="82832" y="17640"/>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4"/>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0" name="Freeform 159">
                <a:extLst>
                  <a:ext uri="{FF2B5EF4-FFF2-40B4-BE49-F238E27FC236}">
                    <a16:creationId xmlns:a16="http://schemas.microsoft.com/office/drawing/2014/main" id="{AE41E015-BFAA-F59E-2052-158793B76E42}"/>
                  </a:ext>
                </a:extLst>
              </p:cNvPr>
              <p:cNvSpPr/>
              <p:nvPr/>
            </p:nvSpPr>
            <p:spPr>
              <a:xfrm>
                <a:off x="3092528" y="5743927"/>
                <a:ext cx="130981" cy="23693"/>
              </a:xfrm>
              <a:custGeom>
                <a:avLst/>
                <a:gdLst>
                  <a:gd name="csX0" fmla="*/ 5106 w 130981"/>
                  <a:gd name="csY0" fmla="*/ 23378 h 23693"/>
                  <a:gd name="csX1" fmla="*/ 4440 w 130981"/>
                  <a:gd name="csY1" fmla="*/ 23157 h 23693"/>
                  <a:gd name="csX2" fmla="*/ 4123 w 130981"/>
                  <a:gd name="csY2" fmla="*/ 22525 h 23693"/>
                  <a:gd name="csX3" fmla="*/ 32 w 130981"/>
                  <a:gd name="csY3" fmla="*/ 2243 h 23693"/>
                  <a:gd name="csX4" fmla="*/ 0 w 130981"/>
                  <a:gd name="csY4" fmla="*/ 2022 h 23693"/>
                  <a:gd name="csX5" fmla="*/ 0 w 130981"/>
                  <a:gd name="csY5" fmla="*/ 1895 h 23693"/>
                  <a:gd name="csX6" fmla="*/ 190 w 130981"/>
                  <a:gd name="csY6" fmla="*/ 1453 h 23693"/>
                  <a:gd name="csX7" fmla="*/ 634 w 130981"/>
                  <a:gd name="csY7" fmla="*/ 1264 h 23693"/>
                  <a:gd name="csX8" fmla="*/ 2283 w 130981"/>
                  <a:gd name="csY8" fmla="*/ 1264 h 23693"/>
                  <a:gd name="csX9" fmla="*/ 3044 w 130981"/>
                  <a:gd name="csY9" fmla="*/ 1801 h 23693"/>
                  <a:gd name="csX10" fmla="*/ 6279 w 130981"/>
                  <a:gd name="csY10" fmla="*/ 18102 h 23693"/>
                  <a:gd name="csX11" fmla="*/ 9704 w 130981"/>
                  <a:gd name="csY11" fmla="*/ 6919 h 23693"/>
                  <a:gd name="csX12" fmla="*/ 10021 w 130981"/>
                  <a:gd name="csY12" fmla="*/ 6413 h 23693"/>
                  <a:gd name="csX13" fmla="*/ 10719 w 130981"/>
                  <a:gd name="csY13" fmla="*/ 6160 h 23693"/>
                  <a:gd name="csX14" fmla="*/ 11892 w 130981"/>
                  <a:gd name="csY14" fmla="*/ 6160 h 23693"/>
                  <a:gd name="csX15" fmla="*/ 12590 w 130981"/>
                  <a:gd name="csY15" fmla="*/ 6413 h 23693"/>
                  <a:gd name="csX16" fmla="*/ 12875 w 130981"/>
                  <a:gd name="csY16" fmla="*/ 6919 h 23693"/>
                  <a:gd name="csX17" fmla="*/ 16332 w 130981"/>
                  <a:gd name="csY17" fmla="*/ 18102 h 23693"/>
                  <a:gd name="csX18" fmla="*/ 19535 w 130981"/>
                  <a:gd name="csY18" fmla="*/ 1801 h 23693"/>
                  <a:gd name="csX19" fmla="*/ 20328 w 130981"/>
                  <a:gd name="csY19" fmla="*/ 1264 h 23693"/>
                  <a:gd name="csX20" fmla="*/ 21977 w 130981"/>
                  <a:gd name="csY20" fmla="*/ 1264 h 23693"/>
                  <a:gd name="csX21" fmla="*/ 22421 w 130981"/>
                  <a:gd name="csY21" fmla="*/ 1453 h 23693"/>
                  <a:gd name="csX22" fmla="*/ 22611 w 130981"/>
                  <a:gd name="csY22" fmla="*/ 1895 h 23693"/>
                  <a:gd name="csX23" fmla="*/ 22579 w 130981"/>
                  <a:gd name="csY23" fmla="*/ 2022 h 23693"/>
                  <a:gd name="csX24" fmla="*/ 22579 w 130981"/>
                  <a:gd name="csY24" fmla="*/ 2243 h 23693"/>
                  <a:gd name="csX25" fmla="*/ 18489 w 130981"/>
                  <a:gd name="csY25" fmla="*/ 22525 h 23693"/>
                  <a:gd name="csX26" fmla="*/ 18140 w 130981"/>
                  <a:gd name="csY26" fmla="*/ 23157 h 23693"/>
                  <a:gd name="csX27" fmla="*/ 17505 w 130981"/>
                  <a:gd name="csY27" fmla="*/ 23378 h 23693"/>
                  <a:gd name="csX28" fmla="*/ 16269 w 130981"/>
                  <a:gd name="csY28" fmla="*/ 23378 h 23693"/>
                  <a:gd name="csX29" fmla="*/ 15571 w 130981"/>
                  <a:gd name="csY29" fmla="*/ 23157 h 23693"/>
                  <a:gd name="csX30" fmla="*/ 15222 w 130981"/>
                  <a:gd name="csY30" fmla="*/ 22588 h 23693"/>
                  <a:gd name="csX31" fmla="*/ 11290 w 130981"/>
                  <a:gd name="csY31" fmla="*/ 10552 h 23693"/>
                  <a:gd name="csX32" fmla="*/ 7389 w 130981"/>
                  <a:gd name="csY32" fmla="*/ 22588 h 23693"/>
                  <a:gd name="csX33" fmla="*/ 7009 w 130981"/>
                  <a:gd name="csY33" fmla="*/ 23157 h 23693"/>
                  <a:gd name="csX34" fmla="*/ 6343 w 130981"/>
                  <a:gd name="csY34" fmla="*/ 23378 h 23693"/>
                  <a:gd name="csX35" fmla="*/ 5106 w 130981"/>
                  <a:gd name="csY35" fmla="*/ 23378 h 23693"/>
                  <a:gd name="csX36" fmla="*/ 32420 w 130981"/>
                  <a:gd name="csY36" fmla="*/ 23694 h 23693"/>
                  <a:gd name="csX37" fmla="*/ 28392 w 130981"/>
                  <a:gd name="csY37" fmla="*/ 22778 h 23693"/>
                  <a:gd name="csX38" fmla="*/ 25918 w 130981"/>
                  <a:gd name="csY38" fmla="*/ 20250 h 23693"/>
                  <a:gd name="csX39" fmla="*/ 24967 w 130981"/>
                  <a:gd name="csY39" fmla="*/ 16522 h 23693"/>
                  <a:gd name="csX40" fmla="*/ 24935 w 130981"/>
                  <a:gd name="csY40" fmla="*/ 15164 h 23693"/>
                  <a:gd name="csX41" fmla="*/ 24967 w 130981"/>
                  <a:gd name="csY41" fmla="*/ 13806 h 23693"/>
                  <a:gd name="csX42" fmla="*/ 25918 w 130981"/>
                  <a:gd name="csY42" fmla="*/ 10078 h 23693"/>
                  <a:gd name="csX43" fmla="*/ 28424 w 130981"/>
                  <a:gd name="csY43" fmla="*/ 7550 h 23693"/>
                  <a:gd name="csX44" fmla="*/ 32420 w 130981"/>
                  <a:gd name="csY44" fmla="*/ 6634 h 23693"/>
                  <a:gd name="csX45" fmla="*/ 36415 w 130981"/>
                  <a:gd name="csY45" fmla="*/ 7550 h 23693"/>
                  <a:gd name="csX46" fmla="*/ 38889 w 130981"/>
                  <a:gd name="csY46" fmla="*/ 10078 h 23693"/>
                  <a:gd name="csX47" fmla="*/ 39872 w 130981"/>
                  <a:gd name="csY47" fmla="*/ 13806 h 23693"/>
                  <a:gd name="csX48" fmla="*/ 39904 w 130981"/>
                  <a:gd name="csY48" fmla="*/ 15164 h 23693"/>
                  <a:gd name="csX49" fmla="*/ 39872 w 130981"/>
                  <a:gd name="csY49" fmla="*/ 16522 h 23693"/>
                  <a:gd name="csX50" fmla="*/ 38921 w 130981"/>
                  <a:gd name="csY50" fmla="*/ 20250 h 23693"/>
                  <a:gd name="csX51" fmla="*/ 36447 w 130981"/>
                  <a:gd name="csY51" fmla="*/ 22778 h 23693"/>
                  <a:gd name="csX52" fmla="*/ 32420 w 130981"/>
                  <a:gd name="csY52" fmla="*/ 23694 h 23693"/>
                  <a:gd name="csX53" fmla="*/ 32420 w 130981"/>
                  <a:gd name="csY53" fmla="*/ 21261 h 23693"/>
                  <a:gd name="csX54" fmla="*/ 35559 w 130981"/>
                  <a:gd name="csY54" fmla="*/ 20029 h 23693"/>
                  <a:gd name="csX55" fmla="*/ 36828 w 130981"/>
                  <a:gd name="csY55" fmla="*/ 16364 h 23693"/>
                  <a:gd name="csX56" fmla="*/ 36859 w 130981"/>
                  <a:gd name="csY56" fmla="*/ 15164 h 23693"/>
                  <a:gd name="csX57" fmla="*/ 36828 w 130981"/>
                  <a:gd name="csY57" fmla="*/ 13964 h 23693"/>
                  <a:gd name="csX58" fmla="*/ 35559 w 130981"/>
                  <a:gd name="csY58" fmla="*/ 10330 h 23693"/>
                  <a:gd name="csX59" fmla="*/ 32420 w 130981"/>
                  <a:gd name="csY59" fmla="*/ 9067 h 23693"/>
                  <a:gd name="csX60" fmla="*/ 29248 w 130981"/>
                  <a:gd name="csY60" fmla="*/ 10330 h 23693"/>
                  <a:gd name="csX61" fmla="*/ 28011 w 130981"/>
                  <a:gd name="csY61" fmla="*/ 13964 h 23693"/>
                  <a:gd name="csX62" fmla="*/ 27980 w 130981"/>
                  <a:gd name="csY62" fmla="*/ 15164 h 23693"/>
                  <a:gd name="csX63" fmla="*/ 28011 w 130981"/>
                  <a:gd name="csY63" fmla="*/ 16364 h 23693"/>
                  <a:gd name="csX64" fmla="*/ 29248 w 130981"/>
                  <a:gd name="csY64" fmla="*/ 20029 h 23693"/>
                  <a:gd name="csX65" fmla="*/ 32420 w 130981"/>
                  <a:gd name="csY65" fmla="*/ 21261 h 23693"/>
                  <a:gd name="csX66" fmla="*/ 44604 w 130981"/>
                  <a:gd name="csY66" fmla="*/ 23378 h 23693"/>
                  <a:gd name="csX67" fmla="*/ 44065 w 130981"/>
                  <a:gd name="csY67" fmla="*/ 23188 h 23693"/>
                  <a:gd name="csX68" fmla="*/ 43875 w 130981"/>
                  <a:gd name="csY68" fmla="*/ 22651 h 23693"/>
                  <a:gd name="csX69" fmla="*/ 43875 w 130981"/>
                  <a:gd name="csY69" fmla="*/ 7708 h 23693"/>
                  <a:gd name="csX70" fmla="*/ 44065 w 130981"/>
                  <a:gd name="csY70" fmla="*/ 7171 h 23693"/>
                  <a:gd name="csX71" fmla="*/ 44604 w 130981"/>
                  <a:gd name="csY71" fmla="*/ 6950 h 23693"/>
                  <a:gd name="csX72" fmla="*/ 46063 w 130981"/>
                  <a:gd name="csY72" fmla="*/ 6950 h 23693"/>
                  <a:gd name="csX73" fmla="*/ 46602 w 130981"/>
                  <a:gd name="csY73" fmla="*/ 7171 h 23693"/>
                  <a:gd name="csX74" fmla="*/ 46824 w 130981"/>
                  <a:gd name="csY74" fmla="*/ 7708 h 23693"/>
                  <a:gd name="csX75" fmla="*/ 46824 w 130981"/>
                  <a:gd name="csY75" fmla="*/ 9098 h 23693"/>
                  <a:gd name="csX76" fmla="*/ 48568 w 130981"/>
                  <a:gd name="csY76" fmla="*/ 7487 h 23693"/>
                  <a:gd name="csX77" fmla="*/ 51232 w 130981"/>
                  <a:gd name="csY77" fmla="*/ 6950 h 23693"/>
                  <a:gd name="csX78" fmla="*/ 52501 w 130981"/>
                  <a:gd name="csY78" fmla="*/ 6950 h 23693"/>
                  <a:gd name="csX79" fmla="*/ 53008 w 130981"/>
                  <a:gd name="csY79" fmla="*/ 7171 h 23693"/>
                  <a:gd name="csX80" fmla="*/ 53198 w 130981"/>
                  <a:gd name="csY80" fmla="*/ 7677 h 23693"/>
                  <a:gd name="csX81" fmla="*/ 53198 w 130981"/>
                  <a:gd name="csY81" fmla="*/ 8972 h 23693"/>
                  <a:gd name="csX82" fmla="*/ 53008 w 130981"/>
                  <a:gd name="csY82" fmla="*/ 9477 h 23693"/>
                  <a:gd name="csX83" fmla="*/ 52501 w 130981"/>
                  <a:gd name="csY83" fmla="*/ 9667 h 23693"/>
                  <a:gd name="csX84" fmla="*/ 50598 w 130981"/>
                  <a:gd name="csY84" fmla="*/ 9667 h 23693"/>
                  <a:gd name="csX85" fmla="*/ 47902 w 130981"/>
                  <a:gd name="csY85" fmla="*/ 10678 h 23693"/>
                  <a:gd name="csX86" fmla="*/ 46919 w 130981"/>
                  <a:gd name="csY86" fmla="*/ 13363 h 23693"/>
                  <a:gd name="csX87" fmla="*/ 46919 w 130981"/>
                  <a:gd name="csY87" fmla="*/ 22651 h 23693"/>
                  <a:gd name="csX88" fmla="*/ 46697 w 130981"/>
                  <a:gd name="csY88" fmla="*/ 23188 h 23693"/>
                  <a:gd name="csX89" fmla="*/ 46158 w 130981"/>
                  <a:gd name="csY89" fmla="*/ 23378 h 23693"/>
                  <a:gd name="csX90" fmla="*/ 44604 w 130981"/>
                  <a:gd name="csY90" fmla="*/ 23378 h 23693"/>
                  <a:gd name="csX91" fmla="*/ 56685 w 130981"/>
                  <a:gd name="csY91" fmla="*/ 23378 h 23693"/>
                  <a:gd name="csX92" fmla="*/ 56145 w 130981"/>
                  <a:gd name="csY92" fmla="*/ 23188 h 23693"/>
                  <a:gd name="csX93" fmla="*/ 55955 w 130981"/>
                  <a:gd name="csY93" fmla="*/ 22651 h 23693"/>
                  <a:gd name="csX94" fmla="*/ 55955 w 130981"/>
                  <a:gd name="csY94" fmla="*/ 1674 h 23693"/>
                  <a:gd name="csX95" fmla="*/ 56145 w 130981"/>
                  <a:gd name="csY95" fmla="*/ 1169 h 23693"/>
                  <a:gd name="csX96" fmla="*/ 56685 w 130981"/>
                  <a:gd name="csY96" fmla="*/ 948 h 23693"/>
                  <a:gd name="csX97" fmla="*/ 58175 w 130981"/>
                  <a:gd name="csY97" fmla="*/ 948 h 23693"/>
                  <a:gd name="csX98" fmla="*/ 58682 w 130981"/>
                  <a:gd name="csY98" fmla="*/ 1169 h 23693"/>
                  <a:gd name="csX99" fmla="*/ 58904 w 130981"/>
                  <a:gd name="csY99" fmla="*/ 1674 h 23693"/>
                  <a:gd name="csX100" fmla="*/ 58904 w 130981"/>
                  <a:gd name="csY100" fmla="*/ 12668 h 23693"/>
                  <a:gd name="csX101" fmla="*/ 65152 w 130981"/>
                  <a:gd name="csY101" fmla="*/ 7487 h 23693"/>
                  <a:gd name="csX102" fmla="*/ 65723 w 130981"/>
                  <a:gd name="csY102" fmla="*/ 7077 h 23693"/>
                  <a:gd name="csX103" fmla="*/ 66420 w 130981"/>
                  <a:gd name="csY103" fmla="*/ 6950 h 23693"/>
                  <a:gd name="csX104" fmla="*/ 68101 w 130981"/>
                  <a:gd name="csY104" fmla="*/ 6950 h 23693"/>
                  <a:gd name="csX105" fmla="*/ 68577 w 130981"/>
                  <a:gd name="csY105" fmla="*/ 7140 h 23693"/>
                  <a:gd name="csX106" fmla="*/ 68767 w 130981"/>
                  <a:gd name="csY106" fmla="*/ 7614 h 23693"/>
                  <a:gd name="csX107" fmla="*/ 68672 w 130981"/>
                  <a:gd name="csY107" fmla="*/ 7898 h 23693"/>
                  <a:gd name="csX108" fmla="*/ 68387 w 130981"/>
                  <a:gd name="csY108" fmla="*/ 8214 h 23693"/>
                  <a:gd name="csX109" fmla="*/ 61061 w 130981"/>
                  <a:gd name="csY109" fmla="*/ 14279 h 23693"/>
                  <a:gd name="csX110" fmla="*/ 69179 w 130981"/>
                  <a:gd name="csY110" fmla="*/ 22146 h 23693"/>
                  <a:gd name="csX111" fmla="*/ 69560 w 130981"/>
                  <a:gd name="csY111" fmla="*/ 22714 h 23693"/>
                  <a:gd name="csX112" fmla="*/ 69370 w 130981"/>
                  <a:gd name="csY112" fmla="*/ 23188 h 23693"/>
                  <a:gd name="csX113" fmla="*/ 68894 w 130981"/>
                  <a:gd name="csY113" fmla="*/ 23378 h 23693"/>
                  <a:gd name="csX114" fmla="*/ 67245 w 130981"/>
                  <a:gd name="csY114" fmla="*/ 23378 h 23693"/>
                  <a:gd name="csX115" fmla="*/ 66547 w 130981"/>
                  <a:gd name="csY115" fmla="*/ 23283 h 23693"/>
                  <a:gd name="csX116" fmla="*/ 65976 w 130981"/>
                  <a:gd name="csY116" fmla="*/ 22841 h 23693"/>
                  <a:gd name="csX117" fmla="*/ 58904 w 130981"/>
                  <a:gd name="csY117" fmla="*/ 16112 h 23693"/>
                  <a:gd name="csX118" fmla="*/ 58904 w 130981"/>
                  <a:gd name="csY118" fmla="*/ 22651 h 23693"/>
                  <a:gd name="csX119" fmla="*/ 58682 w 130981"/>
                  <a:gd name="csY119" fmla="*/ 23188 h 23693"/>
                  <a:gd name="csX120" fmla="*/ 58175 w 130981"/>
                  <a:gd name="csY120" fmla="*/ 23378 h 23693"/>
                  <a:gd name="csX121" fmla="*/ 56685 w 130981"/>
                  <a:gd name="csY121" fmla="*/ 23378 h 23693"/>
                  <a:gd name="csX122" fmla="*/ 74652 w 130981"/>
                  <a:gd name="csY122" fmla="*/ 23378 h 23693"/>
                  <a:gd name="csX123" fmla="*/ 74113 w 130981"/>
                  <a:gd name="csY123" fmla="*/ 23188 h 23693"/>
                  <a:gd name="csX124" fmla="*/ 73923 w 130981"/>
                  <a:gd name="csY124" fmla="*/ 22651 h 23693"/>
                  <a:gd name="csX125" fmla="*/ 73923 w 130981"/>
                  <a:gd name="csY125" fmla="*/ 9477 h 23693"/>
                  <a:gd name="csX126" fmla="*/ 71227 w 130981"/>
                  <a:gd name="csY126" fmla="*/ 9477 h 23693"/>
                  <a:gd name="csX127" fmla="*/ 70688 w 130981"/>
                  <a:gd name="csY127" fmla="*/ 9288 h 23693"/>
                  <a:gd name="csX128" fmla="*/ 70498 w 130981"/>
                  <a:gd name="csY128" fmla="*/ 8751 h 23693"/>
                  <a:gd name="csX129" fmla="*/ 70498 w 130981"/>
                  <a:gd name="csY129" fmla="*/ 7677 h 23693"/>
                  <a:gd name="csX130" fmla="*/ 70688 w 130981"/>
                  <a:gd name="csY130" fmla="*/ 7171 h 23693"/>
                  <a:gd name="csX131" fmla="*/ 71227 w 130981"/>
                  <a:gd name="csY131" fmla="*/ 6950 h 23693"/>
                  <a:gd name="csX132" fmla="*/ 73923 w 130981"/>
                  <a:gd name="csY132" fmla="*/ 6950 h 23693"/>
                  <a:gd name="csX133" fmla="*/ 73923 w 130981"/>
                  <a:gd name="csY133" fmla="*/ 5371 h 23693"/>
                  <a:gd name="csX134" fmla="*/ 74462 w 130981"/>
                  <a:gd name="csY134" fmla="*/ 2559 h 23693"/>
                  <a:gd name="csX135" fmla="*/ 76174 w 130981"/>
                  <a:gd name="csY135" fmla="*/ 663 h 23693"/>
                  <a:gd name="csX136" fmla="*/ 79377 w 130981"/>
                  <a:gd name="csY136" fmla="*/ 0 h 23693"/>
                  <a:gd name="csX137" fmla="*/ 81153 w 130981"/>
                  <a:gd name="csY137" fmla="*/ 0 h 23693"/>
                  <a:gd name="csX138" fmla="*/ 81661 w 130981"/>
                  <a:gd name="csY138" fmla="*/ 221 h 23693"/>
                  <a:gd name="csX139" fmla="*/ 81883 w 130981"/>
                  <a:gd name="csY139" fmla="*/ 727 h 23693"/>
                  <a:gd name="csX140" fmla="*/ 81883 w 130981"/>
                  <a:gd name="csY140" fmla="*/ 1801 h 23693"/>
                  <a:gd name="csX141" fmla="*/ 81661 w 130981"/>
                  <a:gd name="csY141" fmla="*/ 2338 h 23693"/>
                  <a:gd name="csX142" fmla="*/ 81153 w 130981"/>
                  <a:gd name="csY142" fmla="*/ 2527 h 23693"/>
                  <a:gd name="csX143" fmla="*/ 79441 w 130981"/>
                  <a:gd name="csY143" fmla="*/ 2527 h 23693"/>
                  <a:gd name="csX144" fmla="*/ 77411 w 130981"/>
                  <a:gd name="csY144" fmla="*/ 3317 h 23693"/>
                  <a:gd name="csX145" fmla="*/ 76872 w 130981"/>
                  <a:gd name="csY145" fmla="*/ 5529 h 23693"/>
                  <a:gd name="csX146" fmla="*/ 76872 w 130981"/>
                  <a:gd name="csY146" fmla="*/ 6950 h 23693"/>
                  <a:gd name="csX147" fmla="*/ 83659 w 130981"/>
                  <a:gd name="csY147" fmla="*/ 6950 h 23693"/>
                  <a:gd name="csX148" fmla="*/ 83659 w 130981"/>
                  <a:gd name="csY148" fmla="*/ 727 h 23693"/>
                  <a:gd name="csX149" fmla="*/ 83849 w 130981"/>
                  <a:gd name="csY149" fmla="*/ 221 h 23693"/>
                  <a:gd name="csX150" fmla="*/ 84388 w 130981"/>
                  <a:gd name="csY150" fmla="*/ 0 h 23693"/>
                  <a:gd name="csX151" fmla="*/ 85847 w 130981"/>
                  <a:gd name="csY151" fmla="*/ 0 h 23693"/>
                  <a:gd name="csX152" fmla="*/ 86386 w 130981"/>
                  <a:gd name="csY152" fmla="*/ 221 h 23693"/>
                  <a:gd name="csX153" fmla="*/ 86576 w 130981"/>
                  <a:gd name="csY153" fmla="*/ 727 h 23693"/>
                  <a:gd name="csX154" fmla="*/ 86576 w 130981"/>
                  <a:gd name="csY154" fmla="*/ 22651 h 23693"/>
                  <a:gd name="csX155" fmla="*/ 86386 w 130981"/>
                  <a:gd name="csY155" fmla="*/ 23188 h 23693"/>
                  <a:gd name="csX156" fmla="*/ 85847 w 130981"/>
                  <a:gd name="csY156" fmla="*/ 23378 h 23693"/>
                  <a:gd name="csX157" fmla="*/ 84388 w 130981"/>
                  <a:gd name="csY157" fmla="*/ 23378 h 23693"/>
                  <a:gd name="csX158" fmla="*/ 83849 w 130981"/>
                  <a:gd name="csY158" fmla="*/ 23188 h 23693"/>
                  <a:gd name="csX159" fmla="*/ 83659 w 130981"/>
                  <a:gd name="csY159" fmla="*/ 22651 h 23693"/>
                  <a:gd name="csX160" fmla="*/ 83659 w 130981"/>
                  <a:gd name="csY160" fmla="*/ 9477 h 23693"/>
                  <a:gd name="csX161" fmla="*/ 76872 w 130981"/>
                  <a:gd name="csY161" fmla="*/ 9477 h 23693"/>
                  <a:gd name="csX162" fmla="*/ 76872 w 130981"/>
                  <a:gd name="csY162" fmla="*/ 22651 h 23693"/>
                  <a:gd name="csX163" fmla="*/ 76650 w 130981"/>
                  <a:gd name="csY163" fmla="*/ 23188 h 23693"/>
                  <a:gd name="csX164" fmla="*/ 76143 w 130981"/>
                  <a:gd name="csY164" fmla="*/ 23378 h 23693"/>
                  <a:gd name="csX165" fmla="*/ 74652 w 130981"/>
                  <a:gd name="csY165" fmla="*/ 23378 h 23693"/>
                  <a:gd name="csX166" fmla="*/ 98045 w 130981"/>
                  <a:gd name="csY166" fmla="*/ 23694 h 23693"/>
                  <a:gd name="csX167" fmla="*/ 94017 w 130981"/>
                  <a:gd name="csY167" fmla="*/ 22778 h 23693"/>
                  <a:gd name="csX168" fmla="*/ 91544 w 130981"/>
                  <a:gd name="csY168" fmla="*/ 20250 h 23693"/>
                  <a:gd name="csX169" fmla="*/ 90592 w 130981"/>
                  <a:gd name="csY169" fmla="*/ 16522 h 23693"/>
                  <a:gd name="csX170" fmla="*/ 90561 w 130981"/>
                  <a:gd name="csY170" fmla="*/ 15164 h 23693"/>
                  <a:gd name="csX171" fmla="*/ 90592 w 130981"/>
                  <a:gd name="csY171" fmla="*/ 13806 h 23693"/>
                  <a:gd name="csX172" fmla="*/ 91544 w 130981"/>
                  <a:gd name="csY172" fmla="*/ 10078 h 23693"/>
                  <a:gd name="csX173" fmla="*/ 94049 w 130981"/>
                  <a:gd name="csY173" fmla="*/ 7550 h 23693"/>
                  <a:gd name="csX174" fmla="*/ 98045 w 130981"/>
                  <a:gd name="csY174" fmla="*/ 6634 h 23693"/>
                  <a:gd name="csX175" fmla="*/ 102041 w 130981"/>
                  <a:gd name="csY175" fmla="*/ 7550 h 23693"/>
                  <a:gd name="csX176" fmla="*/ 104514 w 130981"/>
                  <a:gd name="csY176" fmla="*/ 10078 h 23693"/>
                  <a:gd name="csX177" fmla="*/ 105497 w 130981"/>
                  <a:gd name="csY177" fmla="*/ 13806 h 23693"/>
                  <a:gd name="csX178" fmla="*/ 105529 w 130981"/>
                  <a:gd name="csY178" fmla="*/ 15164 h 23693"/>
                  <a:gd name="csX179" fmla="*/ 105497 w 130981"/>
                  <a:gd name="csY179" fmla="*/ 16522 h 23693"/>
                  <a:gd name="csX180" fmla="*/ 104546 w 130981"/>
                  <a:gd name="csY180" fmla="*/ 20250 h 23693"/>
                  <a:gd name="csX181" fmla="*/ 102072 w 130981"/>
                  <a:gd name="csY181" fmla="*/ 22778 h 23693"/>
                  <a:gd name="csX182" fmla="*/ 98045 w 130981"/>
                  <a:gd name="csY182" fmla="*/ 23694 h 23693"/>
                  <a:gd name="csX183" fmla="*/ 98045 w 130981"/>
                  <a:gd name="csY183" fmla="*/ 21261 h 23693"/>
                  <a:gd name="csX184" fmla="*/ 101184 w 130981"/>
                  <a:gd name="csY184" fmla="*/ 20029 h 23693"/>
                  <a:gd name="csX185" fmla="*/ 102453 w 130981"/>
                  <a:gd name="csY185" fmla="*/ 16364 h 23693"/>
                  <a:gd name="csX186" fmla="*/ 102485 w 130981"/>
                  <a:gd name="csY186" fmla="*/ 15164 h 23693"/>
                  <a:gd name="csX187" fmla="*/ 102453 w 130981"/>
                  <a:gd name="csY187" fmla="*/ 13964 h 23693"/>
                  <a:gd name="csX188" fmla="*/ 101184 w 130981"/>
                  <a:gd name="csY188" fmla="*/ 10330 h 23693"/>
                  <a:gd name="csX189" fmla="*/ 98045 w 130981"/>
                  <a:gd name="csY189" fmla="*/ 9067 h 23693"/>
                  <a:gd name="csX190" fmla="*/ 94874 w 130981"/>
                  <a:gd name="csY190" fmla="*/ 10330 h 23693"/>
                  <a:gd name="csX191" fmla="*/ 93637 w 130981"/>
                  <a:gd name="csY191" fmla="*/ 13964 h 23693"/>
                  <a:gd name="csX192" fmla="*/ 93605 w 130981"/>
                  <a:gd name="csY192" fmla="*/ 15164 h 23693"/>
                  <a:gd name="csX193" fmla="*/ 93637 w 130981"/>
                  <a:gd name="csY193" fmla="*/ 16364 h 23693"/>
                  <a:gd name="csX194" fmla="*/ 94874 w 130981"/>
                  <a:gd name="csY194" fmla="*/ 20029 h 23693"/>
                  <a:gd name="csX195" fmla="*/ 98045 w 130981"/>
                  <a:gd name="csY195" fmla="*/ 21261 h 23693"/>
                  <a:gd name="csX196" fmla="*/ 113444 w 130981"/>
                  <a:gd name="csY196" fmla="*/ 23378 h 23693"/>
                  <a:gd name="csX197" fmla="*/ 112809 w 130981"/>
                  <a:gd name="csY197" fmla="*/ 23188 h 23693"/>
                  <a:gd name="csX198" fmla="*/ 112429 w 130981"/>
                  <a:gd name="csY198" fmla="*/ 22588 h 23693"/>
                  <a:gd name="csX199" fmla="*/ 107926 w 130981"/>
                  <a:gd name="csY199" fmla="*/ 7929 h 23693"/>
                  <a:gd name="csX200" fmla="*/ 107862 w 130981"/>
                  <a:gd name="csY200" fmla="*/ 7614 h 23693"/>
                  <a:gd name="csX201" fmla="*/ 108053 w 130981"/>
                  <a:gd name="csY201" fmla="*/ 7140 h 23693"/>
                  <a:gd name="csX202" fmla="*/ 108528 w 130981"/>
                  <a:gd name="csY202" fmla="*/ 6950 h 23693"/>
                  <a:gd name="csX203" fmla="*/ 109924 w 130981"/>
                  <a:gd name="csY203" fmla="*/ 6950 h 23693"/>
                  <a:gd name="csX204" fmla="*/ 110463 w 130981"/>
                  <a:gd name="csY204" fmla="*/ 7140 h 23693"/>
                  <a:gd name="csX205" fmla="*/ 110716 w 130981"/>
                  <a:gd name="csY205" fmla="*/ 7487 h 23693"/>
                  <a:gd name="csX206" fmla="*/ 114237 w 130981"/>
                  <a:gd name="csY206" fmla="*/ 19397 h 23693"/>
                  <a:gd name="csX207" fmla="*/ 118010 w 130981"/>
                  <a:gd name="csY207" fmla="*/ 7614 h 23693"/>
                  <a:gd name="csX208" fmla="*/ 118264 w 130981"/>
                  <a:gd name="csY208" fmla="*/ 7171 h 23693"/>
                  <a:gd name="csX209" fmla="*/ 118898 w 130981"/>
                  <a:gd name="csY209" fmla="*/ 6950 h 23693"/>
                  <a:gd name="csX210" fmla="*/ 119977 w 130981"/>
                  <a:gd name="csY210" fmla="*/ 6950 h 23693"/>
                  <a:gd name="csX211" fmla="*/ 120611 w 130981"/>
                  <a:gd name="csY211" fmla="*/ 7171 h 23693"/>
                  <a:gd name="csX212" fmla="*/ 120865 w 130981"/>
                  <a:gd name="csY212" fmla="*/ 7614 h 23693"/>
                  <a:gd name="csX213" fmla="*/ 124638 w 130981"/>
                  <a:gd name="csY213" fmla="*/ 19397 h 23693"/>
                  <a:gd name="csX214" fmla="*/ 128159 w 130981"/>
                  <a:gd name="csY214" fmla="*/ 7487 h 23693"/>
                  <a:gd name="csX215" fmla="*/ 128381 w 130981"/>
                  <a:gd name="csY215" fmla="*/ 7140 h 23693"/>
                  <a:gd name="csX216" fmla="*/ 128920 w 130981"/>
                  <a:gd name="csY216" fmla="*/ 6950 h 23693"/>
                  <a:gd name="csX217" fmla="*/ 130315 w 130981"/>
                  <a:gd name="csY217" fmla="*/ 6950 h 23693"/>
                  <a:gd name="csX218" fmla="*/ 130791 w 130981"/>
                  <a:gd name="csY218" fmla="*/ 7140 h 23693"/>
                  <a:gd name="csX219" fmla="*/ 130981 w 130981"/>
                  <a:gd name="csY219" fmla="*/ 7614 h 23693"/>
                  <a:gd name="csX220" fmla="*/ 130918 w 130981"/>
                  <a:gd name="csY220" fmla="*/ 7929 h 23693"/>
                  <a:gd name="csX221" fmla="*/ 126414 w 130981"/>
                  <a:gd name="csY221" fmla="*/ 22588 h 23693"/>
                  <a:gd name="csX222" fmla="*/ 126065 w 130981"/>
                  <a:gd name="csY222" fmla="*/ 23188 h 23693"/>
                  <a:gd name="csX223" fmla="*/ 125399 w 130981"/>
                  <a:gd name="csY223" fmla="*/ 23378 h 23693"/>
                  <a:gd name="csX224" fmla="*/ 124163 w 130981"/>
                  <a:gd name="csY224" fmla="*/ 23378 h 23693"/>
                  <a:gd name="csX225" fmla="*/ 123465 w 130981"/>
                  <a:gd name="csY225" fmla="*/ 23188 h 23693"/>
                  <a:gd name="csX226" fmla="*/ 123116 w 130981"/>
                  <a:gd name="csY226" fmla="*/ 22588 h 23693"/>
                  <a:gd name="csX227" fmla="*/ 119438 w 130981"/>
                  <a:gd name="csY227" fmla="*/ 11278 h 23693"/>
                  <a:gd name="csX228" fmla="*/ 115759 w 130981"/>
                  <a:gd name="csY228" fmla="*/ 22588 h 23693"/>
                  <a:gd name="csX229" fmla="*/ 115378 w 130981"/>
                  <a:gd name="csY229" fmla="*/ 23188 h 23693"/>
                  <a:gd name="csX230" fmla="*/ 114681 w 130981"/>
                  <a:gd name="csY230" fmla="*/ 23378 h 23693"/>
                  <a:gd name="csX231" fmla="*/ 113444 w 130981"/>
                  <a:gd name="csY231" fmla="*/ 23378 h 236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Lst>
                <a:rect l="l" t="t" r="r" b="b"/>
                <a:pathLst>
                  <a:path w="130981" h="23693">
                    <a:moveTo>
                      <a:pt x="5106" y="23378"/>
                    </a:moveTo>
                    <a:cubicBezTo>
                      <a:pt x="4832" y="23378"/>
                      <a:pt x="4610" y="23303"/>
                      <a:pt x="4440" y="23157"/>
                    </a:cubicBezTo>
                    <a:cubicBezTo>
                      <a:pt x="4292" y="23010"/>
                      <a:pt x="4186" y="22798"/>
                      <a:pt x="4123" y="22525"/>
                    </a:cubicBezTo>
                    <a:lnTo>
                      <a:pt x="32" y="2243"/>
                    </a:lnTo>
                    <a:cubicBezTo>
                      <a:pt x="11" y="2159"/>
                      <a:pt x="0" y="2085"/>
                      <a:pt x="0" y="2022"/>
                    </a:cubicBezTo>
                    <a:cubicBezTo>
                      <a:pt x="0" y="1959"/>
                      <a:pt x="0" y="1916"/>
                      <a:pt x="0" y="1895"/>
                    </a:cubicBezTo>
                    <a:cubicBezTo>
                      <a:pt x="0" y="1726"/>
                      <a:pt x="63" y="1580"/>
                      <a:pt x="190" y="1453"/>
                    </a:cubicBezTo>
                    <a:cubicBezTo>
                      <a:pt x="317" y="1327"/>
                      <a:pt x="464" y="1264"/>
                      <a:pt x="634" y="1264"/>
                    </a:cubicBezTo>
                    <a:lnTo>
                      <a:pt x="2283" y="1264"/>
                    </a:lnTo>
                    <a:cubicBezTo>
                      <a:pt x="2727" y="1264"/>
                      <a:pt x="2981" y="1442"/>
                      <a:pt x="3044" y="1801"/>
                    </a:cubicBezTo>
                    <a:lnTo>
                      <a:pt x="6279" y="18102"/>
                    </a:lnTo>
                    <a:lnTo>
                      <a:pt x="9704" y="6919"/>
                    </a:lnTo>
                    <a:cubicBezTo>
                      <a:pt x="9767" y="6729"/>
                      <a:pt x="9874" y="6560"/>
                      <a:pt x="10021" y="6413"/>
                    </a:cubicBezTo>
                    <a:cubicBezTo>
                      <a:pt x="10191" y="6244"/>
                      <a:pt x="10422" y="6160"/>
                      <a:pt x="10719" y="6160"/>
                    </a:cubicBezTo>
                    <a:lnTo>
                      <a:pt x="11892" y="6160"/>
                    </a:lnTo>
                    <a:cubicBezTo>
                      <a:pt x="12209" y="6160"/>
                      <a:pt x="12443" y="6244"/>
                      <a:pt x="12590" y="6413"/>
                    </a:cubicBezTo>
                    <a:cubicBezTo>
                      <a:pt x="12737" y="6560"/>
                      <a:pt x="12832" y="6729"/>
                      <a:pt x="12875" y="6919"/>
                    </a:cubicBezTo>
                    <a:lnTo>
                      <a:pt x="16332" y="18102"/>
                    </a:lnTo>
                    <a:lnTo>
                      <a:pt x="19535" y="1801"/>
                    </a:lnTo>
                    <a:cubicBezTo>
                      <a:pt x="19599" y="1442"/>
                      <a:pt x="19864" y="1264"/>
                      <a:pt x="20328" y="1264"/>
                    </a:cubicBezTo>
                    <a:lnTo>
                      <a:pt x="21977" y="1264"/>
                    </a:lnTo>
                    <a:cubicBezTo>
                      <a:pt x="22147" y="1264"/>
                      <a:pt x="22294" y="1327"/>
                      <a:pt x="22421" y="1453"/>
                    </a:cubicBezTo>
                    <a:cubicBezTo>
                      <a:pt x="22548" y="1580"/>
                      <a:pt x="22611" y="1726"/>
                      <a:pt x="22611" y="1895"/>
                    </a:cubicBezTo>
                    <a:cubicBezTo>
                      <a:pt x="22611" y="1916"/>
                      <a:pt x="22600" y="1959"/>
                      <a:pt x="22579" y="2022"/>
                    </a:cubicBezTo>
                    <a:cubicBezTo>
                      <a:pt x="22579" y="2085"/>
                      <a:pt x="22579" y="2159"/>
                      <a:pt x="22579" y="2243"/>
                    </a:cubicBezTo>
                    <a:lnTo>
                      <a:pt x="18489" y="22525"/>
                    </a:lnTo>
                    <a:cubicBezTo>
                      <a:pt x="18425" y="22798"/>
                      <a:pt x="18310" y="23010"/>
                      <a:pt x="18140" y="23157"/>
                    </a:cubicBezTo>
                    <a:cubicBezTo>
                      <a:pt x="17993" y="23303"/>
                      <a:pt x="17780" y="23378"/>
                      <a:pt x="17505" y="23378"/>
                    </a:cubicBezTo>
                    <a:lnTo>
                      <a:pt x="16269" y="23378"/>
                    </a:lnTo>
                    <a:cubicBezTo>
                      <a:pt x="15972" y="23378"/>
                      <a:pt x="15741" y="23303"/>
                      <a:pt x="15571" y="23157"/>
                    </a:cubicBezTo>
                    <a:cubicBezTo>
                      <a:pt x="15401" y="23010"/>
                      <a:pt x="15286" y="22820"/>
                      <a:pt x="15222" y="22588"/>
                    </a:cubicBezTo>
                    <a:lnTo>
                      <a:pt x="11290" y="10552"/>
                    </a:lnTo>
                    <a:lnTo>
                      <a:pt x="7389" y="22588"/>
                    </a:lnTo>
                    <a:cubicBezTo>
                      <a:pt x="7305" y="22820"/>
                      <a:pt x="7178" y="23010"/>
                      <a:pt x="7009" y="23157"/>
                    </a:cubicBezTo>
                    <a:cubicBezTo>
                      <a:pt x="6861" y="23303"/>
                      <a:pt x="6639" y="23378"/>
                      <a:pt x="6343" y="23378"/>
                    </a:cubicBezTo>
                    <a:lnTo>
                      <a:pt x="5106" y="23378"/>
                    </a:lnTo>
                    <a:close/>
                    <a:moveTo>
                      <a:pt x="32420" y="23694"/>
                    </a:moveTo>
                    <a:cubicBezTo>
                      <a:pt x="30814" y="23694"/>
                      <a:pt x="29470" y="23389"/>
                      <a:pt x="28392" y="22778"/>
                    </a:cubicBezTo>
                    <a:cubicBezTo>
                      <a:pt x="27314" y="22166"/>
                      <a:pt x="26489" y="21324"/>
                      <a:pt x="25918" y="20250"/>
                    </a:cubicBezTo>
                    <a:cubicBezTo>
                      <a:pt x="25348" y="19156"/>
                      <a:pt x="25031" y="17912"/>
                      <a:pt x="24967" y="16522"/>
                    </a:cubicBezTo>
                    <a:cubicBezTo>
                      <a:pt x="24947" y="16164"/>
                      <a:pt x="24935" y="15712"/>
                      <a:pt x="24935" y="15164"/>
                    </a:cubicBezTo>
                    <a:cubicBezTo>
                      <a:pt x="24935" y="14595"/>
                      <a:pt x="24947" y="14142"/>
                      <a:pt x="24967" y="13806"/>
                    </a:cubicBezTo>
                    <a:cubicBezTo>
                      <a:pt x="25031" y="12395"/>
                      <a:pt x="25348" y="11152"/>
                      <a:pt x="25918" y="10078"/>
                    </a:cubicBezTo>
                    <a:cubicBezTo>
                      <a:pt x="26510" y="9004"/>
                      <a:pt x="27345" y="8162"/>
                      <a:pt x="28424" y="7550"/>
                    </a:cubicBezTo>
                    <a:cubicBezTo>
                      <a:pt x="29502" y="6939"/>
                      <a:pt x="30834" y="6634"/>
                      <a:pt x="32420" y="6634"/>
                    </a:cubicBezTo>
                    <a:cubicBezTo>
                      <a:pt x="34005" y="6634"/>
                      <a:pt x="35337" y="6939"/>
                      <a:pt x="36415" y="7550"/>
                    </a:cubicBezTo>
                    <a:cubicBezTo>
                      <a:pt x="37494" y="8162"/>
                      <a:pt x="38318" y="9004"/>
                      <a:pt x="38889" y="10078"/>
                    </a:cubicBezTo>
                    <a:cubicBezTo>
                      <a:pt x="39480" y="11152"/>
                      <a:pt x="39809" y="12395"/>
                      <a:pt x="39872" y="13806"/>
                    </a:cubicBezTo>
                    <a:cubicBezTo>
                      <a:pt x="39892" y="14142"/>
                      <a:pt x="39904" y="14595"/>
                      <a:pt x="39904" y="15164"/>
                    </a:cubicBezTo>
                    <a:cubicBezTo>
                      <a:pt x="39904" y="15712"/>
                      <a:pt x="39892" y="16164"/>
                      <a:pt x="39872" y="16522"/>
                    </a:cubicBezTo>
                    <a:cubicBezTo>
                      <a:pt x="39809" y="17912"/>
                      <a:pt x="39492" y="19156"/>
                      <a:pt x="38921" y="20250"/>
                    </a:cubicBezTo>
                    <a:cubicBezTo>
                      <a:pt x="38350" y="21324"/>
                      <a:pt x="37525" y="22166"/>
                      <a:pt x="36447" y="22778"/>
                    </a:cubicBezTo>
                    <a:cubicBezTo>
                      <a:pt x="35369" y="23389"/>
                      <a:pt x="34026" y="23694"/>
                      <a:pt x="32420" y="23694"/>
                    </a:cubicBezTo>
                    <a:close/>
                    <a:moveTo>
                      <a:pt x="32420" y="21261"/>
                    </a:moveTo>
                    <a:cubicBezTo>
                      <a:pt x="33731" y="21261"/>
                      <a:pt x="34778" y="20851"/>
                      <a:pt x="35559" y="20029"/>
                    </a:cubicBezTo>
                    <a:cubicBezTo>
                      <a:pt x="36341" y="19187"/>
                      <a:pt x="36764" y="17964"/>
                      <a:pt x="36828" y="16364"/>
                    </a:cubicBezTo>
                    <a:cubicBezTo>
                      <a:pt x="36848" y="16049"/>
                      <a:pt x="36859" y="15649"/>
                      <a:pt x="36859" y="15164"/>
                    </a:cubicBezTo>
                    <a:cubicBezTo>
                      <a:pt x="36859" y="14679"/>
                      <a:pt x="36848" y="14279"/>
                      <a:pt x="36828" y="13964"/>
                    </a:cubicBezTo>
                    <a:cubicBezTo>
                      <a:pt x="36764" y="12364"/>
                      <a:pt x="36341" y="11152"/>
                      <a:pt x="35559" y="10330"/>
                    </a:cubicBezTo>
                    <a:cubicBezTo>
                      <a:pt x="34778" y="9489"/>
                      <a:pt x="33731" y="9067"/>
                      <a:pt x="32420" y="9067"/>
                    </a:cubicBezTo>
                    <a:cubicBezTo>
                      <a:pt x="31108" y="9067"/>
                      <a:pt x="30052" y="9489"/>
                      <a:pt x="29248" y="10330"/>
                    </a:cubicBezTo>
                    <a:cubicBezTo>
                      <a:pt x="28467" y="11152"/>
                      <a:pt x="28054" y="12364"/>
                      <a:pt x="28011" y="13964"/>
                    </a:cubicBezTo>
                    <a:cubicBezTo>
                      <a:pt x="27991" y="14279"/>
                      <a:pt x="27980" y="14679"/>
                      <a:pt x="27980" y="15164"/>
                    </a:cubicBezTo>
                    <a:cubicBezTo>
                      <a:pt x="27980" y="15649"/>
                      <a:pt x="27991" y="16049"/>
                      <a:pt x="28011" y="16364"/>
                    </a:cubicBezTo>
                    <a:cubicBezTo>
                      <a:pt x="28054" y="17964"/>
                      <a:pt x="28467" y="19187"/>
                      <a:pt x="29248" y="20029"/>
                    </a:cubicBezTo>
                    <a:cubicBezTo>
                      <a:pt x="30052" y="20851"/>
                      <a:pt x="31108" y="21261"/>
                      <a:pt x="32420" y="21261"/>
                    </a:cubicBezTo>
                    <a:close/>
                    <a:moveTo>
                      <a:pt x="44604" y="23378"/>
                    </a:moveTo>
                    <a:cubicBezTo>
                      <a:pt x="44393" y="23378"/>
                      <a:pt x="44215" y="23315"/>
                      <a:pt x="44065" y="23188"/>
                    </a:cubicBezTo>
                    <a:cubicBezTo>
                      <a:pt x="43938" y="23042"/>
                      <a:pt x="43875" y="22861"/>
                      <a:pt x="43875" y="22651"/>
                    </a:cubicBezTo>
                    <a:lnTo>
                      <a:pt x="43875" y="7708"/>
                    </a:lnTo>
                    <a:cubicBezTo>
                      <a:pt x="43875" y="7499"/>
                      <a:pt x="43938" y="7318"/>
                      <a:pt x="44065" y="7171"/>
                    </a:cubicBezTo>
                    <a:cubicBezTo>
                      <a:pt x="44215" y="7025"/>
                      <a:pt x="44393" y="6950"/>
                      <a:pt x="44604" y="6950"/>
                    </a:cubicBezTo>
                    <a:lnTo>
                      <a:pt x="46063" y="6950"/>
                    </a:lnTo>
                    <a:cubicBezTo>
                      <a:pt x="46276" y="6950"/>
                      <a:pt x="46455" y="7025"/>
                      <a:pt x="46602" y="7171"/>
                    </a:cubicBezTo>
                    <a:cubicBezTo>
                      <a:pt x="46752" y="7318"/>
                      <a:pt x="46824" y="7499"/>
                      <a:pt x="46824" y="7708"/>
                    </a:cubicBezTo>
                    <a:lnTo>
                      <a:pt x="46824" y="9098"/>
                    </a:lnTo>
                    <a:cubicBezTo>
                      <a:pt x="47248" y="8383"/>
                      <a:pt x="47830" y="7846"/>
                      <a:pt x="48568" y="7487"/>
                    </a:cubicBezTo>
                    <a:cubicBezTo>
                      <a:pt x="49309" y="7128"/>
                      <a:pt x="50197" y="6950"/>
                      <a:pt x="51232" y="6950"/>
                    </a:cubicBezTo>
                    <a:lnTo>
                      <a:pt x="52501" y="6950"/>
                    </a:lnTo>
                    <a:cubicBezTo>
                      <a:pt x="52714" y="6950"/>
                      <a:pt x="52881" y="7025"/>
                      <a:pt x="53008" y="7171"/>
                    </a:cubicBezTo>
                    <a:cubicBezTo>
                      <a:pt x="53135" y="7298"/>
                      <a:pt x="53198" y="7467"/>
                      <a:pt x="53198" y="7677"/>
                    </a:cubicBezTo>
                    <a:lnTo>
                      <a:pt x="53198" y="8972"/>
                    </a:lnTo>
                    <a:cubicBezTo>
                      <a:pt x="53198" y="9182"/>
                      <a:pt x="53135" y="9351"/>
                      <a:pt x="53008" y="9477"/>
                    </a:cubicBezTo>
                    <a:cubicBezTo>
                      <a:pt x="52881" y="9604"/>
                      <a:pt x="52714" y="9667"/>
                      <a:pt x="52501" y="9667"/>
                    </a:cubicBezTo>
                    <a:lnTo>
                      <a:pt x="50598" y="9667"/>
                    </a:lnTo>
                    <a:cubicBezTo>
                      <a:pt x="49456" y="9667"/>
                      <a:pt x="48559" y="10003"/>
                      <a:pt x="47902" y="10678"/>
                    </a:cubicBezTo>
                    <a:cubicBezTo>
                      <a:pt x="47248" y="11330"/>
                      <a:pt x="46919" y="12226"/>
                      <a:pt x="46919" y="13363"/>
                    </a:cubicBezTo>
                    <a:lnTo>
                      <a:pt x="46919" y="22651"/>
                    </a:lnTo>
                    <a:cubicBezTo>
                      <a:pt x="46919" y="22861"/>
                      <a:pt x="46847" y="23042"/>
                      <a:pt x="46697" y="23188"/>
                    </a:cubicBezTo>
                    <a:cubicBezTo>
                      <a:pt x="46550" y="23315"/>
                      <a:pt x="46371" y="23378"/>
                      <a:pt x="46158" y="23378"/>
                    </a:cubicBezTo>
                    <a:lnTo>
                      <a:pt x="44604" y="23378"/>
                    </a:lnTo>
                    <a:close/>
                    <a:moveTo>
                      <a:pt x="56685" y="23378"/>
                    </a:moveTo>
                    <a:cubicBezTo>
                      <a:pt x="56472" y="23378"/>
                      <a:pt x="56293" y="23315"/>
                      <a:pt x="56145" y="23188"/>
                    </a:cubicBezTo>
                    <a:cubicBezTo>
                      <a:pt x="56019" y="23042"/>
                      <a:pt x="55955" y="22861"/>
                      <a:pt x="55955" y="22651"/>
                    </a:cubicBezTo>
                    <a:lnTo>
                      <a:pt x="55955" y="1674"/>
                    </a:lnTo>
                    <a:cubicBezTo>
                      <a:pt x="55955" y="1464"/>
                      <a:pt x="56019" y="1295"/>
                      <a:pt x="56145" y="1169"/>
                    </a:cubicBezTo>
                    <a:cubicBezTo>
                      <a:pt x="56293" y="1022"/>
                      <a:pt x="56472" y="948"/>
                      <a:pt x="56685" y="948"/>
                    </a:cubicBezTo>
                    <a:lnTo>
                      <a:pt x="58175" y="948"/>
                    </a:lnTo>
                    <a:cubicBezTo>
                      <a:pt x="58386" y="948"/>
                      <a:pt x="58556" y="1022"/>
                      <a:pt x="58682" y="1169"/>
                    </a:cubicBezTo>
                    <a:cubicBezTo>
                      <a:pt x="58830" y="1295"/>
                      <a:pt x="58904" y="1464"/>
                      <a:pt x="58904" y="1674"/>
                    </a:cubicBezTo>
                    <a:lnTo>
                      <a:pt x="58904" y="12668"/>
                    </a:lnTo>
                    <a:lnTo>
                      <a:pt x="65152" y="7487"/>
                    </a:lnTo>
                    <a:cubicBezTo>
                      <a:pt x="65406" y="7277"/>
                      <a:pt x="65596" y="7140"/>
                      <a:pt x="65723" y="7077"/>
                    </a:cubicBezTo>
                    <a:cubicBezTo>
                      <a:pt x="65870" y="6993"/>
                      <a:pt x="66103" y="6950"/>
                      <a:pt x="66420" y="6950"/>
                    </a:cubicBezTo>
                    <a:lnTo>
                      <a:pt x="68101" y="6950"/>
                    </a:lnTo>
                    <a:cubicBezTo>
                      <a:pt x="68291" y="6950"/>
                      <a:pt x="68450" y="7013"/>
                      <a:pt x="68577" y="7140"/>
                    </a:cubicBezTo>
                    <a:cubicBezTo>
                      <a:pt x="68704" y="7266"/>
                      <a:pt x="68767" y="7424"/>
                      <a:pt x="68767" y="7614"/>
                    </a:cubicBezTo>
                    <a:cubicBezTo>
                      <a:pt x="68767" y="7697"/>
                      <a:pt x="68735" y="7792"/>
                      <a:pt x="68672" y="7898"/>
                    </a:cubicBezTo>
                    <a:cubicBezTo>
                      <a:pt x="68629" y="8004"/>
                      <a:pt x="68534" y="8108"/>
                      <a:pt x="68387" y="8214"/>
                    </a:cubicBezTo>
                    <a:lnTo>
                      <a:pt x="61061" y="14279"/>
                    </a:lnTo>
                    <a:lnTo>
                      <a:pt x="69179" y="22146"/>
                    </a:lnTo>
                    <a:cubicBezTo>
                      <a:pt x="69433" y="22356"/>
                      <a:pt x="69560" y="22545"/>
                      <a:pt x="69560" y="22714"/>
                    </a:cubicBezTo>
                    <a:cubicBezTo>
                      <a:pt x="69560" y="22904"/>
                      <a:pt x="69497" y="23062"/>
                      <a:pt x="69370" y="23188"/>
                    </a:cubicBezTo>
                    <a:cubicBezTo>
                      <a:pt x="69243" y="23315"/>
                      <a:pt x="69084" y="23378"/>
                      <a:pt x="68894" y="23378"/>
                    </a:cubicBezTo>
                    <a:lnTo>
                      <a:pt x="67245" y="23378"/>
                    </a:lnTo>
                    <a:cubicBezTo>
                      <a:pt x="66928" y="23378"/>
                      <a:pt x="66694" y="23346"/>
                      <a:pt x="66547" y="23283"/>
                    </a:cubicBezTo>
                    <a:cubicBezTo>
                      <a:pt x="66398" y="23200"/>
                      <a:pt x="66207" y="23051"/>
                      <a:pt x="65976" y="22841"/>
                    </a:cubicBezTo>
                    <a:lnTo>
                      <a:pt x="58904" y="16112"/>
                    </a:lnTo>
                    <a:lnTo>
                      <a:pt x="58904" y="22651"/>
                    </a:lnTo>
                    <a:cubicBezTo>
                      <a:pt x="58904" y="22861"/>
                      <a:pt x="58830" y="23042"/>
                      <a:pt x="58682" y="23188"/>
                    </a:cubicBezTo>
                    <a:cubicBezTo>
                      <a:pt x="58556" y="23315"/>
                      <a:pt x="58386" y="23378"/>
                      <a:pt x="58175" y="23378"/>
                    </a:cubicBezTo>
                    <a:lnTo>
                      <a:pt x="56685" y="23378"/>
                    </a:lnTo>
                    <a:close/>
                    <a:moveTo>
                      <a:pt x="74652" y="23378"/>
                    </a:moveTo>
                    <a:cubicBezTo>
                      <a:pt x="74441" y="23378"/>
                      <a:pt x="74263" y="23315"/>
                      <a:pt x="74113" y="23188"/>
                    </a:cubicBezTo>
                    <a:cubicBezTo>
                      <a:pt x="73986" y="23042"/>
                      <a:pt x="73923" y="22861"/>
                      <a:pt x="73923" y="22651"/>
                    </a:cubicBezTo>
                    <a:lnTo>
                      <a:pt x="73923" y="9477"/>
                    </a:lnTo>
                    <a:lnTo>
                      <a:pt x="71227" y="9477"/>
                    </a:lnTo>
                    <a:cubicBezTo>
                      <a:pt x="71016" y="9477"/>
                      <a:pt x="70837" y="9414"/>
                      <a:pt x="70688" y="9288"/>
                    </a:cubicBezTo>
                    <a:cubicBezTo>
                      <a:pt x="70561" y="9141"/>
                      <a:pt x="70498" y="8961"/>
                      <a:pt x="70498" y="8751"/>
                    </a:cubicBezTo>
                    <a:lnTo>
                      <a:pt x="70498" y="7677"/>
                    </a:lnTo>
                    <a:cubicBezTo>
                      <a:pt x="70498" y="7467"/>
                      <a:pt x="70561" y="7298"/>
                      <a:pt x="70688" y="7171"/>
                    </a:cubicBezTo>
                    <a:cubicBezTo>
                      <a:pt x="70837" y="7025"/>
                      <a:pt x="71016" y="6950"/>
                      <a:pt x="71227" y="6950"/>
                    </a:cubicBezTo>
                    <a:lnTo>
                      <a:pt x="73923" y="6950"/>
                    </a:lnTo>
                    <a:lnTo>
                      <a:pt x="73923" y="5371"/>
                    </a:lnTo>
                    <a:cubicBezTo>
                      <a:pt x="73923" y="4296"/>
                      <a:pt x="74104" y="3360"/>
                      <a:pt x="74462" y="2559"/>
                    </a:cubicBezTo>
                    <a:cubicBezTo>
                      <a:pt x="74822" y="1738"/>
                      <a:pt x="75393" y="1106"/>
                      <a:pt x="76174" y="663"/>
                    </a:cubicBezTo>
                    <a:cubicBezTo>
                      <a:pt x="76978" y="221"/>
                      <a:pt x="78045" y="0"/>
                      <a:pt x="79377" y="0"/>
                    </a:cubicBezTo>
                    <a:lnTo>
                      <a:pt x="81153" y="0"/>
                    </a:lnTo>
                    <a:cubicBezTo>
                      <a:pt x="81366" y="0"/>
                      <a:pt x="81534" y="74"/>
                      <a:pt x="81661" y="221"/>
                    </a:cubicBezTo>
                    <a:cubicBezTo>
                      <a:pt x="81810" y="347"/>
                      <a:pt x="81883" y="517"/>
                      <a:pt x="81883" y="727"/>
                    </a:cubicBezTo>
                    <a:lnTo>
                      <a:pt x="81883" y="1801"/>
                    </a:lnTo>
                    <a:cubicBezTo>
                      <a:pt x="81883" y="2011"/>
                      <a:pt x="81810" y="2191"/>
                      <a:pt x="81661" y="2338"/>
                    </a:cubicBezTo>
                    <a:cubicBezTo>
                      <a:pt x="81534" y="2464"/>
                      <a:pt x="81366" y="2527"/>
                      <a:pt x="81153" y="2527"/>
                    </a:cubicBezTo>
                    <a:lnTo>
                      <a:pt x="79441" y="2527"/>
                    </a:lnTo>
                    <a:cubicBezTo>
                      <a:pt x="78449" y="2527"/>
                      <a:pt x="77771" y="2791"/>
                      <a:pt x="77411" y="3317"/>
                    </a:cubicBezTo>
                    <a:cubicBezTo>
                      <a:pt x="77053" y="3823"/>
                      <a:pt x="76872" y="4560"/>
                      <a:pt x="76872" y="5529"/>
                    </a:cubicBezTo>
                    <a:lnTo>
                      <a:pt x="76872" y="6950"/>
                    </a:lnTo>
                    <a:lnTo>
                      <a:pt x="83659" y="6950"/>
                    </a:lnTo>
                    <a:lnTo>
                      <a:pt x="83659" y="727"/>
                    </a:lnTo>
                    <a:cubicBezTo>
                      <a:pt x="83659" y="517"/>
                      <a:pt x="83722" y="347"/>
                      <a:pt x="83849" y="221"/>
                    </a:cubicBezTo>
                    <a:cubicBezTo>
                      <a:pt x="83998" y="74"/>
                      <a:pt x="84177" y="0"/>
                      <a:pt x="84388" y="0"/>
                    </a:cubicBezTo>
                    <a:lnTo>
                      <a:pt x="85847" y="0"/>
                    </a:lnTo>
                    <a:cubicBezTo>
                      <a:pt x="86080" y="0"/>
                      <a:pt x="86259" y="74"/>
                      <a:pt x="86386" y="221"/>
                    </a:cubicBezTo>
                    <a:cubicBezTo>
                      <a:pt x="86513" y="347"/>
                      <a:pt x="86576" y="517"/>
                      <a:pt x="86576" y="727"/>
                    </a:cubicBezTo>
                    <a:lnTo>
                      <a:pt x="86576" y="22651"/>
                    </a:lnTo>
                    <a:cubicBezTo>
                      <a:pt x="86576" y="22861"/>
                      <a:pt x="86513" y="23042"/>
                      <a:pt x="86386" y="23188"/>
                    </a:cubicBezTo>
                    <a:cubicBezTo>
                      <a:pt x="86259" y="23315"/>
                      <a:pt x="86080" y="23378"/>
                      <a:pt x="85847" y="23378"/>
                    </a:cubicBezTo>
                    <a:lnTo>
                      <a:pt x="84388" y="23378"/>
                    </a:lnTo>
                    <a:cubicBezTo>
                      <a:pt x="84177" y="23378"/>
                      <a:pt x="83998" y="23315"/>
                      <a:pt x="83849" y="23188"/>
                    </a:cubicBezTo>
                    <a:cubicBezTo>
                      <a:pt x="83722" y="23042"/>
                      <a:pt x="83659" y="22861"/>
                      <a:pt x="83659" y="22651"/>
                    </a:cubicBezTo>
                    <a:lnTo>
                      <a:pt x="83659" y="9477"/>
                    </a:lnTo>
                    <a:lnTo>
                      <a:pt x="76872" y="9477"/>
                    </a:lnTo>
                    <a:lnTo>
                      <a:pt x="76872" y="22651"/>
                    </a:lnTo>
                    <a:cubicBezTo>
                      <a:pt x="76872" y="22861"/>
                      <a:pt x="76800" y="23042"/>
                      <a:pt x="76650" y="23188"/>
                    </a:cubicBezTo>
                    <a:cubicBezTo>
                      <a:pt x="76523" y="23315"/>
                      <a:pt x="76355" y="23378"/>
                      <a:pt x="76143" y="23378"/>
                    </a:cubicBezTo>
                    <a:lnTo>
                      <a:pt x="74652" y="23378"/>
                    </a:lnTo>
                    <a:close/>
                    <a:moveTo>
                      <a:pt x="98045" y="23694"/>
                    </a:moveTo>
                    <a:cubicBezTo>
                      <a:pt x="96439" y="23694"/>
                      <a:pt x="95096" y="23389"/>
                      <a:pt x="94017" y="22778"/>
                    </a:cubicBezTo>
                    <a:cubicBezTo>
                      <a:pt x="92939" y="22166"/>
                      <a:pt x="92115" y="21324"/>
                      <a:pt x="91544" y="20250"/>
                    </a:cubicBezTo>
                    <a:cubicBezTo>
                      <a:pt x="90973" y="19156"/>
                      <a:pt x="90656" y="17912"/>
                      <a:pt x="90592" y="16522"/>
                    </a:cubicBezTo>
                    <a:cubicBezTo>
                      <a:pt x="90572" y="16164"/>
                      <a:pt x="90561" y="15712"/>
                      <a:pt x="90561" y="15164"/>
                    </a:cubicBezTo>
                    <a:cubicBezTo>
                      <a:pt x="90561" y="14595"/>
                      <a:pt x="90572" y="14142"/>
                      <a:pt x="90592" y="13806"/>
                    </a:cubicBezTo>
                    <a:cubicBezTo>
                      <a:pt x="90656" y="12395"/>
                      <a:pt x="90973" y="11152"/>
                      <a:pt x="91544" y="10078"/>
                    </a:cubicBezTo>
                    <a:cubicBezTo>
                      <a:pt x="92135" y="9004"/>
                      <a:pt x="92971" y="8162"/>
                      <a:pt x="94049" y="7550"/>
                    </a:cubicBezTo>
                    <a:cubicBezTo>
                      <a:pt x="95127" y="6939"/>
                      <a:pt x="96459" y="6634"/>
                      <a:pt x="98045" y="6634"/>
                    </a:cubicBezTo>
                    <a:cubicBezTo>
                      <a:pt x="99631" y="6634"/>
                      <a:pt x="100963" y="6939"/>
                      <a:pt x="102041" y="7550"/>
                    </a:cubicBezTo>
                    <a:cubicBezTo>
                      <a:pt x="103119" y="8162"/>
                      <a:pt x="103943" y="9004"/>
                      <a:pt x="104514" y="10078"/>
                    </a:cubicBezTo>
                    <a:cubicBezTo>
                      <a:pt x="105106" y="11152"/>
                      <a:pt x="105434" y="12395"/>
                      <a:pt x="105497" y="13806"/>
                    </a:cubicBezTo>
                    <a:cubicBezTo>
                      <a:pt x="105518" y="14142"/>
                      <a:pt x="105529" y="14595"/>
                      <a:pt x="105529" y="15164"/>
                    </a:cubicBezTo>
                    <a:cubicBezTo>
                      <a:pt x="105529" y="15712"/>
                      <a:pt x="105518" y="16164"/>
                      <a:pt x="105497" y="16522"/>
                    </a:cubicBezTo>
                    <a:cubicBezTo>
                      <a:pt x="105434" y="17912"/>
                      <a:pt x="105117" y="19156"/>
                      <a:pt x="104546" y="20250"/>
                    </a:cubicBezTo>
                    <a:cubicBezTo>
                      <a:pt x="103975" y="21324"/>
                      <a:pt x="103151" y="22166"/>
                      <a:pt x="102072" y="22778"/>
                    </a:cubicBezTo>
                    <a:cubicBezTo>
                      <a:pt x="100994" y="23389"/>
                      <a:pt x="99651" y="23694"/>
                      <a:pt x="98045" y="23694"/>
                    </a:cubicBezTo>
                    <a:close/>
                    <a:moveTo>
                      <a:pt x="98045" y="21261"/>
                    </a:moveTo>
                    <a:cubicBezTo>
                      <a:pt x="99357" y="21261"/>
                      <a:pt x="100403" y="20851"/>
                      <a:pt x="101184" y="20029"/>
                    </a:cubicBezTo>
                    <a:cubicBezTo>
                      <a:pt x="101966" y="19187"/>
                      <a:pt x="102390" y="17964"/>
                      <a:pt x="102453" y="16364"/>
                    </a:cubicBezTo>
                    <a:cubicBezTo>
                      <a:pt x="102473" y="16049"/>
                      <a:pt x="102485" y="15649"/>
                      <a:pt x="102485" y="15164"/>
                    </a:cubicBezTo>
                    <a:cubicBezTo>
                      <a:pt x="102485" y="14679"/>
                      <a:pt x="102473" y="14279"/>
                      <a:pt x="102453" y="13964"/>
                    </a:cubicBezTo>
                    <a:cubicBezTo>
                      <a:pt x="102390" y="12364"/>
                      <a:pt x="101966" y="11152"/>
                      <a:pt x="101184" y="10330"/>
                    </a:cubicBezTo>
                    <a:cubicBezTo>
                      <a:pt x="100403" y="9489"/>
                      <a:pt x="99357" y="9067"/>
                      <a:pt x="98045" y="9067"/>
                    </a:cubicBezTo>
                    <a:cubicBezTo>
                      <a:pt x="96733" y="9067"/>
                      <a:pt x="95678" y="9489"/>
                      <a:pt x="94874" y="10330"/>
                    </a:cubicBezTo>
                    <a:cubicBezTo>
                      <a:pt x="94092" y="11152"/>
                      <a:pt x="93680" y="12364"/>
                      <a:pt x="93637" y="13964"/>
                    </a:cubicBezTo>
                    <a:cubicBezTo>
                      <a:pt x="93616" y="14279"/>
                      <a:pt x="93605" y="14679"/>
                      <a:pt x="93605" y="15164"/>
                    </a:cubicBezTo>
                    <a:cubicBezTo>
                      <a:pt x="93605" y="15649"/>
                      <a:pt x="93616" y="16049"/>
                      <a:pt x="93637" y="16364"/>
                    </a:cubicBezTo>
                    <a:cubicBezTo>
                      <a:pt x="93680" y="17964"/>
                      <a:pt x="94092" y="19187"/>
                      <a:pt x="94874" y="20029"/>
                    </a:cubicBezTo>
                    <a:cubicBezTo>
                      <a:pt x="95678" y="20851"/>
                      <a:pt x="96733" y="21261"/>
                      <a:pt x="98045" y="21261"/>
                    </a:cubicBezTo>
                    <a:close/>
                    <a:moveTo>
                      <a:pt x="113444" y="23378"/>
                    </a:moveTo>
                    <a:cubicBezTo>
                      <a:pt x="113167" y="23378"/>
                      <a:pt x="112957" y="23315"/>
                      <a:pt x="112809" y="23188"/>
                    </a:cubicBezTo>
                    <a:cubicBezTo>
                      <a:pt x="112660" y="23042"/>
                      <a:pt x="112533" y="22841"/>
                      <a:pt x="112429" y="22588"/>
                    </a:cubicBezTo>
                    <a:lnTo>
                      <a:pt x="107926" y="7929"/>
                    </a:lnTo>
                    <a:cubicBezTo>
                      <a:pt x="107883" y="7823"/>
                      <a:pt x="107862" y="7720"/>
                      <a:pt x="107862" y="7614"/>
                    </a:cubicBezTo>
                    <a:cubicBezTo>
                      <a:pt x="107862" y="7424"/>
                      <a:pt x="107926" y="7266"/>
                      <a:pt x="108053" y="7140"/>
                    </a:cubicBezTo>
                    <a:cubicBezTo>
                      <a:pt x="108200" y="7013"/>
                      <a:pt x="108358" y="6950"/>
                      <a:pt x="108528" y="6950"/>
                    </a:cubicBezTo>
                    <a:lnTo>
                      <a:pt x="109924" y="6950"/>
                    </a:lnTo>
                    <a:cubicBezTo>
                      <a:pt x="110155" y="6950"/>
                      <a:pt x="110336" y="7013"/>
                      <a:pt x="110463" y="7140"/>
                    </a:cubicBezTo>
                    <a:cubicBezTo>
                      <a:pt x="110590" y="7266"/>
                      <a:pt x="110673" y="7381"/>
                      <a:pt x="110716" y="7487"/>
                    </a:cubicBezTo>
                    <a:lnTo>
                      <a:pt x="114237" y="19397"/>
                    </a:lnTo>
                    <a:lnTo>
                      <a:pt x="118010" y="7614"/>
                    </a:lnTo>
                    <a:cubicBezTo>
                      <a:pt x="118051" y="7467"/>
                      <a:pt x="118137" y="7318"/>
                      <a:pt x="118264" y="7171"/>
                    </a:cubicBezTo>
                    <a:cubicBezTo>
                      <a:pt x="118411" y="7025"/>
                      <a:pt x="118622" y="6950"/>
                      <a:pt x="118898" y="6950"/>
                    </a:cubicBezTo>
                    <a:lnTo>
                      <a:pt x="119977" y="6950"/>
                    </a:lnTo>
                    <a:cubicBezTo>
                      <a:pt x="120251" y="6950"/>
                      <a:pt x="120461" y="7025"/>
                      <a:pt x="120611" y="7171"/>
                    </a:cubicBezTo>
                    <a:cubicBezTo>
                      <a:pt x="120758" y="7318"/>
                      <a:pt x="120842" y="7467"/>
                      <a:pt x="120865" y="7614"/>
                    </a:cubicBezTo>
                    <a:lnTo>
                      <a:pt x="124638" y="19397"/>
                    </a:lnTo>
                    <a:lnTo>
                      <a:pt x="128159" y="7487"/>
                    </a:lnTo>
                    <a:cubicBezTo>
                      <a:pt x="128179" y="7381"/>
                      <a:pt x="128254" y="7266"/>
                      <a:pt x="128381" y="7140"/>
                    </a:cubicBezTo>
                    <a:cubicBezTo>
                      <a:pt x="128507" y="7013"/>
                      <a:pt x="128686" y="6950"/>
                      <a:pt x="128920" y="6950"/>
                    </a:cubicBezTo>
                    <a:lnTo>
                      <a:pt x="130315" y="6950"/>
                    </a:lnTo>
                    <a:cubicBezTo>
                      <a:pt x="130505" y="6950"/>
                      <a:pt x="130664" y="7013"/>
                      <a:pt x="130791" y="7140"/>
                    </a:cubicBezTo>
                    <a:cubicBezTo>
                      <a:pt x="130918" y="7266"/>
                      <a:pt x="130981" y="7424"/>
                      <a:pt x="130981" y="7614"/>
                    </a:cubicBezTo>
                    <a:cubicBezTo>
                      <a:pt x="130981" y="7720"/>
                      <a:pt x="130958" y="7823"/>
                      <a:pt x="130918" y="7929"/>
                    </a:cubicBezTo>
                    <a:lnTo>
                      <a:pt x="126414" y="22588"/>
                    </a:lnTo>
                    <a:cubicBezTo>
                      <a:pt x="126351" y="22841"/>
                      <a:pt x="126233" y="23042"/>
                      <a:pt x="126065" y="23188"/>
                    </a:cubicBezTo>
                    <a:cubicBezTo>
                      <a:pt x="125916" y="23315"/>
                      <a:pt x="125694" y="23378"/>
                      <a:pt x="125399" y="23378"/>
                    </a:cubicBezTo>
                    <a:lnTo>
                      <a:pt x="124163" y="23378"/>
                    </a:lnTo>
                    <a:cubicBezTo>
                      <a:pt x="123886" y="23378"/>
                      <a:pt x="123655" y="23315"/>
                      <a:pt x="123465" y="23188"/>
                    </a:cubicBezTo>
                    <a:cubicBezTo>
                      <a:pt x="123295" y="23042"/>
                      <a:pt x="123180" y="22841"/>
                      <a:pt x="123116" y="22588"/>
                    </a:cubicBezTo>
                    <a:lnTo>
                      <a:pt x="119438" y="11278"/>
                    </a:lnTo>
                    <a:lnTo>
                      <a:pt x="115759" y="22588"/>
                    </a:lnTo>
                    <a:cubicBezTo>
                      <a:pt x="115673" y="22841"/>
                      <a:pt x="115546" y="23042"/>
                      <a:pt x="115378" y="23188"/>
                    </a:cubicBezTo>
                    <a:cubicBezTo>
                      <a:pt x="115208" y="23315"/>
                      <a:pt x="114975" y="23378"/>
                      <a:pt x="114681" y="23378"/>
                    </a:cubicBezTo>
                    <a:lnTo>
                      <a:pt x="113444" y="23378"/>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1" name="Freeform 160">
                <a:extLst>
                  <a:ext uri="{FF2B5EF4-FFF2-40B4-BE49-F238E27FC236}">
                    <a16:creationId xmlns:a16="http://schemas.microsoft.com/office/drawing/2014/main" id="{540A3915-DF17-2B5E-6DC9-AA98FE5080A4}"/>
                  </a:ext>
                </a:extLst>
              </p:cNvPr>
              <p:cNvSpPr/>
              <p:nvPr/>
            </p:nvSpPr>
            <p:spPr>
              <a:xfrm>
                <a:off x="2402510" y="6214102"/>
                <a:ext cx="9060" cy="18052"/>
              </a:xfrm>
              <a:custGeom>
                <a:avLst/>
                <a:gdLst>
                  <a:gd name="csX0" fmla="*/ 0 w 9060"/>
                  <a:gd name="csY0" fmla="*/ 0 h 18052"/>
                  <a:gd name="csX1" fmla="*/ 9061 w 9060"/>
                  <a:gd name="csY1" fmla="*/ 9026 h 18052"/>
                  <a:gd name="csX2" fmla="*/ 0 w 9060"/>
                  <a:gd name="csY2" fmla="*/ 18052 h 18052"/>
                </a:gdLst>
                <a:ahLst/>
                <a:cxnLst>
                  <a:cxn ang="0">
                    <a:pos x="csX0" y="csY0"/>
                  </a:cxn>
                  <a:cxn ang="0">
                    <a:pos x="csX1" y="csY1"/>
                  </a:cxn>
                  <a:cxn ang="0">
                    <a:pos x="csX2" y="csY2"/>
                  </a:cxn>
                </a:cxnLst>
                <a:rect l="l" t="t" r="r" b="b"/>
                <a:pathLst>
                  <a:path w="9060" h="18052">
                    <a:moveTo>
                      <a:pt x="0" y="0"/>
                    </a:moveTo>
                    <a:lnTo>
                      <a:pt x="9061" y="9026"/>
                    </a:lnTo>
                    <a:lnTo>
                      <a:pt x="0" y="18052"/>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2" name="Freeform 161">
                <a:extLst>
                  <a:ext uri="{FF2B5EF4-FFF2-40B4-BE49-F238E27FC236}">
                    <a16:creationId xmlns:a16="http://schemas.microsoft.com/office/drawing/2014/main" id="{D640E6FE-3A52-EFCC-0532-9D5ECB95295E}"/>
                  </a:ext>
                </a:extLst>
              </p:cNvPr>
              <p:cNvSpPr/>
              <p:nvPr/>
            </p:nvSpPr>
            <p:spPr>
              <a:xfrm>
                <a:off x="2370797" y="6223129"/>
                <a:ext cx="40773" cy="11282"/>
              </a:xfrm>
              <a:custGeom>
                <a:avLst/>
                <a:gdLst>
                  <a:gd name="csX0" fmla="*/ 0 w 40773"/>
                  <a:gd name="csY0" fmla="*/ 11283 h 11282"/>
                  <a:gd name="csX1" fmla="*/ 0 w 40773"/>
                  <a:gd name="csY1" fmla="*/ 9026 h 11282"/>
                  <a:gd name="csX2" fmla="*/ 2655 w 40773"/>
                  <a:gd name="csY2" fmla="*/ 2645 h 11282"/>
                  <a:gd name="csX3" fmla="*/ 9061 w 40773"/>
                  <a:gd name="csY3" fmla="*/ 0 h 11282"/>
                  <a:gd name="csX4" fmla="*/ 40774 w 40773"/>
                  <a:gd name="csY4" fmla="*/ 0 h 11282"/>
                </a:gdLst>
                <a:ahLst/>
                <a:cxnLst>
                  <a:cxn ang="0">
                    <a:pos x="csX0" y="csY0"/>
                  </a:cxn>
                  <a:cxn ang="0">
                    <a:pos x="csX1" y="csY1"/>
                  </a:cxn>
                  <a:cxn ang="0">
                    <a:pos x="csX2" y="csY2"/>
                  </a:cxn>
                  <a:cxn ang="0">
                    <a:pos x="csX3" y="csY3"/>
                  </a:cxn>
                  <a:cxn ang="0">
                    <a:pos x="csX4" y="csY4"/>
                  </a:cxn>
                </a:cxnLst>
                <a:rect l="l" t="t" r="r" b="b"/>
                <a:pathLst>
                  <a:path w="40773" h="11282">
                    <a:moveTo>
                      <a:pt x="0" y="11283"/>
                    </a:moveTo>
                    <a:lnTo>
                      <a:pt x="0" y="9026"/>
                    </a:lnTo>
                    <a:cubicBezTo>
                      <a:pt x="0" y="6632"/>
                      <a:pt x="954" y="4337"/>
                      <a:pt x="2655" y="2645"/>
                    </a:cubicBezTo>
                    <a:cubicBezTo>
                      <a:pt x="4354" y="950"/>
                      <a:pt x="6657" y="0"/>
                      <a:pt x="9061" y="0"/>
                    </a:cubicBezTo>
                    <a:lnTo>
                      <a:pt x="40774"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3" name="Freeform 162">
                <a:extLst>
                  <a:ext uri="{FF2B5EF4-FFF2-40B4-BE49-F238E27FC236}">
                    <a16:creationId xmlns:a16="http://schemas.microsoft.com/office/drawing/2014/main" id="{6074FBB7-B992-A0A0-071B-FEE8BD961608}"/>
                  </a:ext>
                </a:extLst>
              </p:cNvPr>
              <p:cNvSpPr/>
              <p:nvPr/>
            </p:nvSpPr>
            <p:spPr>
              <a:xfrm>
                <a:off x="2370797" y="6241181"/>
                <a:ext cx="9060" cy="18052"/>
              </a:xfrm>
              <a:custGeom>
                <a:avLst/>
                <a:gdLst>
                  <a:gd name="csX0" fmla="*/ 9061 w 9060"/>
                  <a:gd name="csY0" fmla="*/ 18052 h 18052"/>
                  <a:gd name="csX1" fmla="*/ 0 w 9060"/>
                  <a:gd name="csY1" fmla="*/ 9026 h 18052"/>
                  <a:gd name="csX2" fmla="*/ 9061 w 9060"/>
                  <a:gd name="csY2" fmla="*/ 0 h 18052"/>
                </a:gdLst>
                <a:ahLst/>
                <a:cxnLst>
                  <a:cxn ang="0">
                    <a:pos x="csX0" y="csY0"/>
                  </a:cxn>
                  <a:cxn ang="0">
                    <a:pos x="csX1" y="csY1"/>
                  </a:cxn>
                  <a:cxn ang="0">
                    <a:pos x="csX2" y="csY2"/>
                  </a:cxn>
                </a:cxnLst>
                <a:rect l="l" t="t" r="r" b="b"/>
                <a:pathLst>
                  <a:path w="9060" h="18052">
                    <a:moveTo>
                      <a:pt x="9061" y="18052"/>
                    </a:moveTo>
                    <a:lnTo>
                      <a:pt x="0" y="9026"/>
                    </a:lnTo>
                    <a:lnTo>
                      <a:pt x="9061"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4" name="Freeform 163">
                <a:extLst>
                  <a:ext uri="{FF2B5EF4-FFF2-40B4-BE49-F238E27FC236}">
                    <a16:creationId xmlns:a16="http://schemas.microsoft.com/office/drawing/2014/main" id="{0C2AD125-FE39-63EA-2922-E98274F3672D}"/>
                  </a:ext>
                </a:extLst>
              </p:cNvPr>
              <p:cNvSpPr/>
              <p:nvPr/>
            </p:nvSpPr>
            <p:spPr>
              <a:xfrm>
                <a:off x="2370797" y="6238925"/>
                <a:ext cx="40773" cy="11282"/>
              </a:xfrm>
              <a:custGeom>
                <a:avLst/>
                <a:gdLst>
                  <a:gd name="csX0" fmla="*/ 40774 w 40773"/>
                  <a:gd name="csY0" fmla="*/ 0 h 11282"/>
                  <a:gd name="csX1" fmla="*/ 40774 w 40773"/>
                  <a:gd name="csY1" fmla="*/ 2257 h 11282"/>
                  <a:gd name="csX2" fmla="*/ 38119 w 40773"/>
                  <a:gd name="csY2" fmla="*/ 8638 h 11282"/>
                  <a:gd name="csX3" fmla="*/ 31713 w 40773"/>
                  <a:gd name="csY3" fmla="*/ 11283 h 11282"/>
                  <a:gd name="csX4" fmla="*/ 0 w 40773"/>
                  <a:gd name="csY4" fmla="*/ 11283 h 11282"/>
                </a:gdLst>
                <a:ahLst/>
                <a:cxnLst>
                  <a:cxn ang="0">
                    <a:pos x="csX0" y="csY0"/>
                  </a:cxn>
                  <a:cxn ang="0">
                    <a:pos x="csX1" y="csY1"/>
                  </a:cxn>
                  <a:cxn ang="0">
                    <a:pos x="csX2" y="csY2"/>
                  </a:cxn>
                  <a:cxn ang="0">
                    <a:pos x="csX3" y="csY3"/>
                  </a:cxn>
                  <a:cxn ang="0">
                    <a:pos x="csX4" y="csY4"/>
                  </a:cxn>
                </a:cxnLst>
                <a:rect l="l" t="t" r="r" b="b"/>
                <a:pathLst>
                  <a:path w="40773" h="11282">
                    <a:moveTo>
                      <a:pt x="40774" y="0"/>
                    </a:moveTo>
                    <a:lnTo>
                      <a:pt x="40774" y="2257"/>
                    </a:lnTo>
                    <a:cubicBezTo>
                      <a:pt x="40774" y="4651"/>
                      <a:pt x="39820" y="6946"/>
                      <a:pt x="38119" y="8638"/>
                    </a:cubicBezTo>
                    <a:cubicBezTo>
                      <a:pt x="36420" y="10333"/>
                      <a:pt x="34116" y="11283"/>
                      <a:pt x="31713" y="11283"/>
                    </a:cubicBezTo>
                    <a:lnTo>
                      <a:pt x="0" y="1128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5" name="Rectangle 164">
                <a:extLst>
                  <a:ext uri="{FF2B5EF4-FFF2-40B4-BE49-F238E27FC236}">
                    <a16:creationId xmlns:a16="http://schemas.microsoft.com/office/drawing/2014/main" id="{2267FE99-F853-E0A9-F44A-CEEFA08EA338}"/>
                  </a:ext>
                </a:extLst>
              </p:cNvPr>
              <p:cNvSpPr/>
              <p:nvPr/>
            </p:nvSpPr>
            <p:spPr>
              <a:xfrm>
                <a:off x="2237150" y="6322417"/>
                <a:ext cx="679562" cy="112827"/>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6" name="Freeform 165">
                <a:extLst>
                  <a:ext uri="{FF2B5EF4-FFF2-40B4-BE49-F238E27FC236}">
                    <a16:creationId xmlns:a16="http://schemas.microsoft.com/office/drawing/2014/main" id="{44062030-6DC7-F8F6-7AD6-D2B42E0D1A90}"/>
                  </a:ext>
                </a:extLst>
              </p:cNvPr>
              <p:cNvSpPr/>
              <p:nvPr/>
            </p:nvSpPr>
            <p:spPr>
              <a:xfrm>
                <a:off x="2355149" y="6369940"/>
                <a:ext cx="221985" cy="22746"/>
              </a:xfrm>
              <a:custGeom>
                <a:avLst/>
                <a:gdLst>
                  <a:gd name="csX0" fmla="*/ 761 w 221985"/>
                  <a:gd name="csY0" fmla="*/ 22430 h 22746"/>
                  <a:gd name="csX1" fmla="*/ 222 w 221985"/>
                  <a:gd name="csY1" fmla="*/ 22209 h 22746"/>
                  <a:gd name="csX2" fmla="*/ 0 w 221985"/>
                  <a:gd name="csY2" fmla="*/ 21672 h 22746"/>
                  <a:gd name="csX3" fmla="*/ 0 w 221985"/>
                  <a:gd name="csY3" fmla="*/ 1074 h 22746"/>
                  <a:gd name="csX4" fmla="*/ 222 w 221985"/>
                  <a:gd name="csY4" fmla="*/ 537 h 22746"/>
                  <a:gd name="csX5" fmla="*/ 761 w 221985"/>
                  <a:gd name="csY5" fmla="*/ 316 h 22746"/>
                  <a:gd name="csX6" fmla="*/ 3742 w 221985"/>
                  <a:gd name="csY6" fmla="*/ 316 h 22746"/>
                  <a:gd name="csX7" fmla="*/ 4281 w 221985"/>
                  <a:gd name="csY7" fmla="*/ 537 h 22746"/>
                  <a:gd name="csX8" fmla="*/ 4503 w 221985"/>
                  <a:gd name="csY8" fmla="*/ 1074 h 22746"/>
                  <a:gd name="csX9" fmla="*/ 4503 w 221985"/>
                  <a:gd name="csY9" fmla="*/ 21672 h 22746"/>
                  <a:gd name="csX10" fmla="*/ 4281 w 221985"/>
                  <a:gd name="csY10" fmla="*/ 22209 h 22746"/>
                  <a:gd name="csX11" fmla="*/ 3742 w 221985"/>
                  <a:gd name="csY11" fmla="*/ 22430 h 22746"/>
                  <a:gd name="csX12" fmla="*/ 761 w 221985"/>
                  <a:gd name="csY12" fmla="*/ 22430 h 22746"/>
                  <a:gd name="csX13" fmla="*/ 16550 w 221985"/>
                  <a:gd name="csY13" fmla="*/ 22430 h 22746"/>
                  <a:gd name="csX14" fmla="*/ 13347 w 221985"/>
                  <a:gd name="csY14" fmla="*/ 21767 h 22746"/>
                  <a:gd name="csX15" fmla="*/ 11412 w 221985"/>
                  <a:gd name="csY15" fmla="*/ 19808 h 22746"/>
                  <a:gd name="csX16" fmla="*/ 10778 w 221985"/>
                  <a:gd name="csY16" fmla="*/ 16523 h 22746"/>
                  <a:gd name="csX17" fmla="*/ 10778 w 221985"/>
                  <a:gd name="csY17" fmla="*/ 9351 h 22746"/>
                  <a:gd name="csX18" fmla="*/ 8272 w 221985"/>
                  <a:gd name="csY18" fmla="*/ 9351 h 22746"/>
                  <a:gd name="csX19" fmla="*/ 7733 w 221985"/>
                  <a:gd name="csY19" fmla="*/ 9130 h 22746"/>
                  <a:gd name="csX20" fmla="*/ 7511 w 221985"/>
                  <a:gd name="csY20" fmla="*/ 8593 h 22746"/>
                  <a:gd name="csX21" fmla="*/ 7511 w 221985"/>
                  <a:gd name="csY21" fmla="*/ 6761 h 22746"/>
                  <a:gd name="csX22" fmla="*/ 7733 w 221985"/>
                  <a:gd name="csY22" fmla="*/ 6224 h 22746"/>
                  <a:gd name="csX23" fmla="*/ 8272 w 221985"/>
                  <a:gd name="csY23" fmla="*/ 6002 h 22746"/>
                  <a:gd name="csX24" fmla="*/ 10778 w 221985"/>
                  <a:gd name="csY24" fmla="*/ 6002 h 22746"/>
                  <a:gd name="csX25" fmla="*/ 10778 w 221985"/>
                  <a:gd name="csY25" fmla="*/ 758 h 22746"/>
                  <a:gd name="csX26" fmla="*/ 10968 w 221985"/>
                  <a:gd name="csY26" fmla="*/ 221 h 22746"/>
                  <a:gd name="csX27" fmla="*/ 11539 w 221985"/>
                  <a:gd name="csY27" fmla="*/ 0 h 22746"/>
                  <a:gd name="csX28" fmla="*/ 14108 w 221985"/>
                  <a:gd name="csY28" fmla="*/ 0 h 22746"/>
                  <a:gd name="csX29" fmla="*/ 14647 w 221985"/>
                  <a:gd name="csY29" fmla="*/ 221 h 22746"/>
                  <a:gd name="csX30" fmla="*/ 14869 w 221985"/>
                  <a:gd name="csY30" fmla="*/ 758 h 22746"/>
                  <a:gd name="csX31" fmla="*/ 14869 w 221985"/>
                  <a:gd name="csY31" fmla="*/ 6002 h 22746"/>
                  <a:gd name="csX32" fmla="*/ 18833 w 221985"/>
                  <a:gd name="csY32" fmla="*/ 6002 h 22746"/>
                  <a:gd name="csX33" fmla="*/ 19372 w 221985"/>
                  <a:gd name="csY33" fmla="*/ 6224 h 22746"/>
                  <a:gd name="csX34" fmla="*/ 19594 w 221985"/>
                  <a:gd name="csY34" fmla="*/ 6761 h 22746"/>
                  <a:gd name="csX35" fmla="*/ 19594 w 221985"/>
                  <a:gd name="csY35" fmla="*/ 8593 h 22746"/>
                  <a:gd name="csX36" fmla="*/ 19372 w 221985"/>
                  <a:gd name="csY36" fmla="*/ 9130 h 22746"/>
                  <a:gd name="csX37" fmla="*/ 18833 w 221985"/>
                  <a:gd name="csY37" fmla="*/ 9351 h 22746"/>
                  <a:gd name="csX38" fmla="*/ 14869 w 221985"/>
                  <a:gd name="csY38" fmla="*/ 9351 h 22746"/>
                  <a:gd name="csX39" fmla="*/ 14869 w 221985"/>
                  <a:gd name="csY39" fmla="*/ 16207 h 22746"/>
                  <a:gd name="csX40" fmla="*/ 15313 w 221985"/>
                  <a:gd name="csY40" fmla="*/ 18228 h 22746"/>
                  <a:gd name="csX41" fmla="*/ 16930 w 221985"/>
                  <a:gd name="csY41" fmla="*/ 18955 h 22746"/>
                  <a:gd name="csX42" fmla="*/ 19118 w 221985"/>
                  <a:gd name="csY42" fmla="*/ 18955 h 22746"/>
                  <a:gd name="csX43" fmla="*/ 19657 w 221985"/>
                  <a:gd name="csY43" fmla="*/ 19176 h 22746"/>
                  <a:gd name="csX44" fmla="*/ 19879 w 221985"/>
                  <a:gd name="csY44" fmla="*/ 19713 h 22746"/>
                  <a:gd name="csX45" fmla="*/ 19879 w 221985"/>
                  <a:gd name="csY45" fmla="*/ 21672 h 22746"/>
                  <a:gd name="csX46" fmla="*/ 19657 w 221985"/>
                  <a:gd name="csY46" fmla="*/ 22209 h 22746"/>
                  <a:gd name="csX47" fmla="*/ 19118 w 221985"/>
                  <a:gd name="csY47" fmla="*/ 22430 h 22746"/>
                  <a:gd name="csX48" fmla="*/ 16550 w 221985"/>
                  <a:gd name="csY48" fmla="*/ 22430 h 22746"/>
                  <a:gd name="csX49" fmla="*/ 29797 w 221985"/>
                  <a:gd name="csY49" fmla="*/ 22746 h 22746"/>
                  <a:gd name="csX50" fmla="*/ 24215 w 221985"/>
                  <a:gd name="csY50" fmla="*/ 20724 h 22746"/>
                  <a:gd name="csX51" fmla="*/ 21995 w 221985"/>
                  <a:gd name="csY51" fmla="*/ 14974 h 22746"/>
                  <a:gd name="csX52" fmla="*/ 21963 w 221985"/>
                  <a:gd name="csY52" fmla="*/ 14185 h 22746"/>
                  <a:gd name="csX53" fmla="*/ 21995 w 221985"/>
                  <a:gd name="csY53" fmla="*/ 13395 h 22746"/>
                  <a:gd name="csX54" fmla="*/ 23073 w 221985"/>
                  <a:gd name="csY54" fmla="*/ 9288 h 22746"/>
                  <a:gd name="csX55" fmla="*/ 25769 w 221985"/>
                  <a:gd name="csY55" fmla="*/ 6634 h 22746"/>
                  <a:gd name="csX56" fmla="*/ 29797 w 221985"/>
                  <a:gd name="csY56" fmla="*/ 5687 h 22746"/>
                  <a:gd name="csX57" fmla="*/ 34109 w 221985"/>
                  <a:gd name="csY57" fmla="*/ 6761 h 22746"/>
                  <a:gd name="csX58" fmla="*/ 36742 w 221985"/>
                  <a:gd name="csY58" fmla="*/ 9699 h 22746"/>
                  <a:gd name="csX59" fmla="*/ 37630 w 221985"/>
                  <a:gd name="csY59" fmla="*/ 14027 h 22746"/>
                  <a:gd name="csX60" fmla="*/ 37630 w 221985"/>
                  <a:gd name="csY60" fmla="*/ 14690 h 22746"/>
                  <a:gd name="csX61" fmla="*/ 37408 w 221985"/>
                  <a:gd name="csY61" fmla="*/ 15227 h 22746"/>
                  <a:gd name="csX62" fmla="*/ 36837 w 221985"/>
                  <a:gd name="csY62" fmla="*/ 15448 h 22746"/>
                  <a:gd name="csX63" fmla="*/ 26308 w 221985"/>
                  <a:gd name="csY63" fmla="*/ 15448 h 22746"/>
                  <a:gd name="csX64" fmla="*/ 26308 w 221985"/>
                  <a:gd name="csY64" fmla="*/ 15543 h 22746"/>
                  <a:gd name="csX65" fmla="*/ 26308 w 221985"/>
                  <a:gd name="csY65" fmla="*/ 15701 h 22746"/>
                  <a:gd name="csX66" fmla="*/ 26720 w 221985"/>
                  <a:gd name="csY66" fmla="*/ 17755 h 22746"/>
                  <a:gd name="csX67" fmla="*/ 27894 w 221985"/>
                  <a:gd name="csY67" fmla="*/ 19239 h 22746"/>
                  <a:gd name="csX68" fmla="*/ 29765 w 221985"/>
                  <a:gd name="csY68" fmla="*/ 19808 h 22746"/>
                  <a:gd name="csX69" fmla="*/ 31255 w 221985"/>
                  <a:gd name="csY69" fmla="*/ 19555 h 22746"/>
                  <a:gd name="csX70" fmla="*/ 32238 w 221985"/>
                  <a:gd name="csY70" fmla="*/ 18923 h 22746"/>
                  <a:gd name="csX71" fmla="*/ 32778 w 221985"/>
                  <a:gd name="csY71" fmla="*/ 18355 h 22746"/>
                  <a:gd name="csX72" fmla="*/ 33221 w 221985"/>
                  <a:gd name="csY72" fmla="*/ 17912 h 22746"/>
                  <a:gd name="csX73" fmla="*/ 33761 w 221985"/>
                  <a:gd name="csY73" fmla="*/ 17818 h 22746"/>
                  <a:gd name="csX74" fmla="*/ 36488 w 221985"/>
                  <a:gd name="csY74" fmla="*/ 17818 h 22746"/>
                  <a:gd name="csX75" fmla="*/ 36995 w 221985"/>
                  <a:gd name="csY75" fmla="*/ 18007 h 22746"/>
                  <a:gd name="csX76" fmla="*/ 37186 w 221985"/>
                  <a:gd name="csY76" fmla="*/ 18481 h 22746"/>
                  <a:gd name="csX77" fmla="*/ 36646 w 221985"/>
                  <a:gd name="csY77" fmla="*/ 19713 h 22746"/>
                  <a:gd name="csX78" fmla="*/ 35251 w 221985"/>
                  <a:gd name="csY78" fmla="*/ 21135 h 22746"/>
                  <a:gd name="csX79" fmla="*/ 32936 w 221985"/>
                  <a:gd name="csY79" fmla="*/ 22304 h 22746"/>
                  <a:gd name="csX80" fmla="*/ 29797 w 221985"/>
                  <a:gd name="csY80" fmla="*/ 22746 h 22746"/>
                  <a:gd name="csX81" fmla="*/ 26308 w 221985"/>
                  <a:gd name="csY81" fmla="*/ 12795 h 22746"/>
                  <a:gd name="csX82" fmla="*/ 33317 w 221985"/>
                  <a:gd name="csY82" fmla="*/ 12795 h 22746"/>
                  <a:gd name="csX83" fmla="*/ 33317 w 221985"/>
                  <a:gd name="csY83" fmla="*/ 12700 h 22746"/>
                  <a:gd name="csX84" fmla="*/ 32904 w 221985"/>
                  <a:gd name="csY84" fmla="*/ 10552 h 22746"/>
                  <a:gd name="csX85" fmla="*/ 31699 w 221985"/>
                  <a:gd name="csY85" fmla="*/ 9098 h 22746"/>
                  <a:gd name="csX86" fmla="*/ 29797 w 221985"/>
                  <a:gd name="csY86" fmla="*/ 8561 h 22746"/>
                  <a:gd name="csX87" fmla="*/ 27894 w 221985"/>
                  <a:gd name="csY87" fmla="*/ 9098 h 22746"/>
                  <a:gd name="csX88" fmla="*/ 26689 w 221985"/>
                  <a:gd name="csY88" fmla="*/ 10552 h 22746"/>
                  <a:gd name="csX89" fmla="*/ 26308 w 221985"/>
                  <a:gd name="csY89" fmla="*/ 12700 h 22746"/>
                  <a:gd name="csX90" fmla="*/ 26308 w 221985"/>
                  <a:gd name="csY90" fmla="*/ 12795 h 22746"/>
                  <a:gd name="csX91" fmla="*/ 41757 w 221985"/>
                  <a:gd name="csY91" fmla="*/ 22430 h 22746"/>
                  <a:gd name="csX92" fmla="*/ 41218 w 221985"/>
                  <a:gd name="csY92" fmla="*/ 22209 h 22746"/>
                  <a:gd name="csX93" fmla="*/ 40996 w 221985"/>
                  <a:gd name="csY93" fmla="*/ 21672 h 22746"/>
                  <a:gd name="csX94" fmla="*/ 40996 w 221985"/>
                  <a:gd name="csY94" fmla="*/ 6761 h 22746"/>
                  <a:gd name="csX95" fmla="*/ 41218 w 221985"/>
                  <a:gd name="csY95" fmla="*/ 6224 h 22746"/>
                  <a:gd name="csX96" fmla="*/ 41757 w 221985"/>
                  <a:gd name="csY96" fmla="*/ 6002 h 22746"/>
                  <a:gd name="csX97" fmla="*/ 44230 w 221985"/>
                  <a:gd name="csY97" fmla="*/ 6002 h 22746"/>
                  <a:gd name="csX98" fmla="*/ 44769 w 221985"/>
                  <a:gd name="csY98" fmla="*/ 6224 h 22746"/>
                  <a:gd name="csX99" fmla="*/ 44992 w 221985"/>
                  <a:gd name="csY99" fmla="*/ 6761 h 22746"/>
                  <a:gd name="csX100" fmla="*/ 44992 w 221985"/>
                  <a:gd name="csY100" fmla="*/ 7835 h 22746"/>
                  <a:gd name="csX101" fmla="*/ 46767 w 221985"/>
                  <a:gd name="csY101" fmla="*/ 6350 h 22746"/>
                  <a:gd name="csX102" fmla="*/ 49463 w 221985"/>
                  <a:gd name="csY102" fmla="*/ 5687 h 22746"/>
                  <a:gd name="csX103" fmla="*/ 54505 w 221985"/>
                  <a:gd name="csY103" fmla="*/ 8498 h 22746"/>
                  <a:gd name="csX104" fmla="*/ 56598 w 221985"/>
                  <a:gd name="csY104" fmla="*/ 6476 h 22746"/>
                  <a:gd name="csX105" fmla="*/ 59675 w 221985"/>
                  <a:gd name="csY105" fmla="*/ 5687 h 22746"/>
                  <a:gd name="csX106" fmla="*/ 62656 w 221985"/>
                  <a:gd name="csY106" fmla="*/ 6445 h 22746"/>
                  <a:gd name="csX107" fmla="*/ 64780 w 221985"/>
                  <a:gd name="csY107" fmla="*/ 8751 h 22746"/>
                  <a:gd name="csX108" fmla="*/ 65573 w 221985"/>
                  <a:gd name="csY108" fmla="*/ 12605 h 22746"/>
                  <a:gd name="csX109" fmla="*/ 65573 w 221985"/>
                  <a:gd name="csY109" fmla="*/ 21672 h 22746"/>
                  <a:gd name="csX110" fmla="*/ 65351 w 221985"/>
                  <a:gd name="csY110" fmla="*/ 22209 h 22746"/>
                  <a:gd name="csX111" fmla="*/ 64812 w 221985"/>
                  <a:gd name="csY111" fmla="*/ 22430 h 22746"/>
                  <a:gd name="csX112" fmla="*/ 62212 w 221985"/>
                  <a:gd name="csY112" fmla="*/ 22430 h 22746"/>
                  <a:gd name="csX113" fmla="*/ 61672 w 221985"/>
                  <a:gd name="csY113" fmla="*/ 22209 h 22746"/>
                  <a:gd name="csX114" fmla="*/ 61451 w 221985"/>
                  <a:gd name="csY114" fmla="*/ 21672 h 22746"/>
                  <a:gd name="csX115" fmla="*/ 61451 w 221985"/>
                  <a:gd name="csY115" fmla="*/ 12858 h 22746"/>
                  <a:gd name="csX116" fmla="*/ 61038 w 221985"/>
                  <a:gd name="csY116" fmla="*/ 10615 h 22746"/>
                  <a:gd name="csX117" fmla="*/ 59928 w 221985"/>
                  <a:gd name="csY117" fmla="*/ 9414 h 22746"/>
                  <a:gd name="csX118" fmla="*/ 58374 w 221985"/>
                  <a:gd name="csY118" fmla="*/ 9067 h 22746"/>
                  <a:gd name="csX119" fmla="*/ 56979 w 221985"/>
                  <a:gd name="csY119" fmla="*/ 9414 h 22746"/>
                  <a:gd name="csX120" fmla="*/ 55837 w 221985"/>
                  <a:gd name="csY120" fmla="*/ 10615 h 22746"/>
                  <a:gd name="csX121" fmla="*/ 55393 w 221985"/>
                  <a:gd name="csY121" fmla="*/ 12858 h 22746"/>
                  <a:gd name="csX122" fmla="*/ 55393 w 221985"/>
                  <a:gd name="csY122" fmla="*/ 21672 h 22746"/>
                  <a:gd name="csX123" fmla="*/ 55171 w 221985"/>
                  <a:gd name="csY123" fmla="*/ 22209 h 22746"/>
                  <a:gd name="csX124" fmla="*/ 54632 w 221985"/>
                  <a:gd name="csY124" fmla="*/ 22430 h 22746"/>
                  <a:gd name="csX125" fmla="*/ 52032 w 221985"/>
                  <a:gd name="csY125" fmla="*/ 22430 h 22746"/>
                  <a:gd name="csX126" fmla="*/ 51461 w 221985"/>
                  <a:gd name="csY126" fmla="*/ 22209 h 22746"/>
                  <a:gd name="csX127" fmla="*/ 51271 w 221985"/>
                  <a:gd name="csY127" fmla="*/ 21672 h 22746"/>
                  <a:gd name="csX128" fmla="*/ 51271 w 221985"/>
                  <a:gd name="csY128" fmla="*/ 12858 h 22746"/>
                  <a:gd name="csX129" fmla="*/ 50827 w 221985"/>
                  <a:gd name="csY129" fmla="*/ 10615 h 22746"/>
                  <a:gd name="csX130" fmla="*/ 49685 w 221985"/>
                  <a:gd name="csY130" fmla="*/ 9414 h 22746"/>
                  <a:gd name="csX131" fmla="*/ 48195 w 221985"/>
                  <a:gd name="csY131" fmla="*/ 9067 h 22746"/>
                  <a:gd name="csX132" fmla="*/ 46767 w 221985"/>
                  <a:gd name="csY132" fmla="*/ 9446 h 22746"/>
                  <a:gd name="csX133" fmla="*/ 45626 w 221985"/>
                  <a:gd name="csY133" fmla="*/ 10615 h 22746"/>
                  <a:gd name="csX134" fmla="*/ 45182 w 221985"/>
                  <a:gd name="csY134" fmla="*/ 12858 h 22746"/>
                  <a:gd name="csX135" fmla="*/ 45182 w 221985"/>
                  <a:gd name="csY135" fmla="*/ 21672 h 22746"/>
                  <a:gd name="csX136" fmla="*/ 44960 w 221985"/>
                  <a:gd name="csY136" fmla="*/ 22209 h 22746"/>
                  <a:gd name="csX137" fmla="*/ 44421 w 221985"/>
                  <a:gd name="csY137" fmla="*/ 22430 h 22746"/>
                  <a:gd name="csX138" fmla="*/ 41757 w 221985"/>
                  <a:gd name="csY138" fmla="*/ 22430 h 22746"/>
                  <a:gd name="csX139" fmla="*/ 70751 w 221985"/>
                  <a:gd name="csY139" fmla="*/ 22430 h 22746"/>
                  <a:gd name="csX140" fmla="*/ 70212 w 221985"/>
                  <a:gd name="csY140" fmla="*/ 22209 h 22746"/>
                  <a:gd name="csX141" fmla="*/ 69990 w 221985"/>
                  <a:gd name="csY141" fmla="*/ 21672 h 22746"/>
                  <a:gd name="csX142" fmla="*/ 69990 w 221985"/>
                  <a:gd name="csY142" fmla="*/ 1106 h 22746"/>
                  <a:gd name="csX143" fmla="*/ 70212 w 221985"/>
                  <a:gd name="csY143" fmla="*/ 537 h 22746"/>
                  <a:gd name="csX144" fmla="*/ 70751 w 221985"/>
                  <a:gd name="csY144" fmla="*/ 316 h 22746"/>
                  <a:gd name="csX145" fmla="*/ 79251 w 221985"/>
                  <a:gd name="csY145" fmla="*/ 316 h 22746"/>
                  <a:gd name="csX146" fmla="*/ 83563 w 221985"/>
                  <a:gd name="csY146" fmla="*/ 1106 h 22746"/>
                  <a:gd name="csX147" fmla="*/ 86418 w 221985"/>
                  <a:gd name="csY147" fmla="*/ 3443 h 22746"/>
                  <a:gd name="csX148" fmla="*/ 87432 w 221985"/>
                  <a:gd name="csY148" fmla="*/ 7329 h 22746"/>
                  <a:gd name="csX149" fmla="*/ 86418 w 221985"/>
                  <a:gd name="csY149" fmla="*/ 11247 h 22746"/>
                  <a:gd name="csX150" fmla="*/ 83563 w 221985"/>
                  <a:gd name="csY150" fmla="*/ 13521 h 22746"/>
                  <a:gd name="csX151" fmla="*/ 79251 w 221985"/>
                  <a:gd name="csY151" fmla="*/ 14279 h 22746"/>
                  <a:gd name="csX152" fmla="*/ 74525 w 221985"/>
                  <a:gd name="csY152" fmla="*/ 14279 h 22746"/>
                  <a:gd name="csX153" fmla="*/ 74525 w 221985"/>
                  <a:gd name="csY153" fmla="*/ 21672 h 22746"/>
                  <a:gd name="csX154" fmla="*/ 74303 w 221985"/>
                  <a:gd name="csY154" fmla="*/ 22209 h 22746"/>
                  <a:gd name="csX155" fmla="*/ 73764 w 221985"/>
                  <a:gd name="csY155" fmla="*/ 22430 h 22746"/>
                  <a:gd name="csX156" fmla="*/ 70751 w 221985"/>
                  <a:gd name="csY156" fmla="*/ 22430 h 22746"/>
                  <a:gd name="csX157" fmla="*/ 74462 w 221985"/>
                  <a:gd name="csY157" fmla="*/ 10773 h 22746"/>
                  <a:gd name="csX158" fmla="*/ 79092 w 221985"/>
                  <a:gd name="csY158" fmla="*/ 10773 h 22746"/>
                  <a:gd name="csX159" fmla="*/ 81914 w 221985"/>
                  <a:gd name="csY159" fmla="*/ 9920 h 22746"/>
                  <a:gd name="csX160" fmla="*/ 82897 w 221985"/>
                  <a:gd name="csY160" fmla="*/ 7329 h 22746"/>
                  <a:gd name="csX161" fmla="*/ 81978 w 221985"/>
                  <a:gd name="csY161" fmla="*/ 4802 h 22746"/>
                  <a:gd name="csX162" fmla="*/ 79092 w 221985"/>
                  <a:gd name="csY162" fmla="*/ 3823 h 22746"/>
                  <a:gd name="csX163" fmla="*/ 74462 w 221985"/>
                  <a:gd name="csY163" fmla="*/ 3823 h 22746"/>
                  <a:gd name="csX164" fmla="*/ 74462 w 221985"/>
                  <a:gd name="csY164" fmla="*/ 10773 h 22746"/>
                  <a:gd name="csX165" fmla="*/ 91276 w 221985"/>
                  <a:gd name="csY165" fmla="*/ 22430 h 22746"/>
                  <a:gd name="csX166" fmla="*/ 90737 w 221985"/>
                  <a:gd name="csY166" fmla="*/ 22209 h 22746"/>
                  <a:gd name="csX167" fmla="*/ 90515 w 221985"/>
                  <a:gd name="csY167" fmla="*/ 21672 h 22746"/>
                  <a:gd name="csX168" fmla="*/ 90515 w 221985"/>
                  <a:gd name="csY168" fmla="*/ 6792 h 22746"/>
                  <a:gd name="csX169" fmla="*/ 90737 w 221985"/>
                  <a:gd name="csY169" fmla="*/ 6224 h 22746"/>
                  <a:gd name="csX170" fmla="*/ 91276 w 221985"/>
                  <a:gd name="csY170" fmla="*/ 6002 h 22746"/>
                  <a:gd name="csX171" fmla="*/ 93845 w 221985"/>
                  <a:gd name="csY171" fmla="*/ 6002 h 22746"/>
                  <a:gd name="csX172" fmla="*/ 94384 w 221985"/>
                  <a:gd name="csY172" fmla="*/ 6224 h 22746"/>
                  <a:gd name="csX173" fmla="*/ 94638 w 221985"/>
                  <a:gd name="csY173" fmla="*/ 6792 h 22746"/>
                  <a:gd name="csX174" fmla="*/ 94638 w 221985"/>
                  <a:gd name="csY174" fmla="*/ 8087 h 22746"/>
                  <a:gd name="csX175" fmla="*/ 96509 w 221985"/>
                  <a:gd name="csY175" fmla="*/ 6540 h 22746"/>
                  <a:gd name="csX176" fmla="*/ 99205 w 221985"/>
                  <a:gd name="csY176" fmla="*/ 6002 h 22746"/>
                  <a:gd name="csX177" fmla="*/ 100505 w 221985"/>
                  <a:gd name="csY177" fmla="*/ 6002 h 22746"/>
                  <a:gd name="csX178" fmla="*/ 101044 w 221985"/>
                  <a:gd name="csY178" fmla="*/ 6224 h 22746"/>
                  <a:gd name="csX179" fmla="*/ 101266 w 221985"/>
                  <a:gd name="csY179" fmla="*/ 6761 h 22746"/>
                  <a:gd name="csX180" fmla="*/ 101266 w 221985"/>
                  <a:gd name="csY180" fmla="*/ 9035 h 22746"/>
                  <a:gd name="csX181" fmla="*/ 101044 w 221985"/>
                  <a:gd name="csY181" fmla="*/ 9572 h 22746"/>
                  <a:gd name="csX182" fmla="*/ 100505 w 221985"/>
                  <a:gd name="csY182" fmla="*/ 9793 h 22746"/>
                  <a:gd name="csX183" fmla="*/ 98031 w 221985"/>
                  <a:gd name="csY183" fmla="*/ 9793 h 22746"/>
                  <a:gd name="csX184" fmla="*/ 95653 w 221985"/>
                  <a:gd name="csY184" fmla="*/ 10646 h 22746"/>
                  <a:gd name="csX185" fmla="*/ 94828 w 221985"/>
                  <a:gd name="csY185" fmla="*/ 12984 h 22746"/>
                  <a:gd name="csX186" fmla="*/ 94828 w 221985"/>
                  <a:gd name="csY186" fmla="*/ 21672 h 22746"/>
                  <a:gd name="csX187" fmla="*/ 94606 w 221985"/>
                  <a:gd name="csY187" fmla="*/ 22209 h 22746"/>
                  <a:gd name="csX188" fmla="*/ 94036 w 221985"/>
                  <a:gd name="csY188" fmla="*/ 22430 h 22746"/>
                  <a:gd name="csX189" fmla="*/ 91276 w 221985"/>
                  <a:gd name="csY189" fmla="*/ 22430 h 22746"/>
                  <a:gd name="csX190" fmla="*/ 110816 w 221985"/>
                  <a:gd name="csY190" fmla="*/ 22746 h 22746"/>
                  <a:gd name="csX191" fmla="*/ 106535 w 221985"/>
                  <a:gd name="csY191" fmla="*/ 21861 h 22746"/>
                  <a:gd name="csX192" fmla="*/ 103903 w 221985"/>
                  <a:gd name="csY192" fmla="*/ 19366 h 22746"/>
                  <a:gd name="csX193" fmla="*/ 102888 w 221985"/>
                  <a:gd name="csY193" fmla="*/ 15606 h 22746"/>
                  <a:gd name="csX194" fmla="*/ 102856 w 221985"/>
                  <a:gd name="csY194" fmla="*/ 14216 h 22746"/>
                  <a:gd name="csX195" fmla="*/ 102888 w 221985"/>
                  <a:gd name="csY195" fmla="*/ 12826 h 22746"/>
                  <a:gd name="csX196" fmla="*/ 103934 w 221985"/>
                  <a:gd name="csY196" fmla="*/ 9067 h 22746"/>
                  <a:gd name="csX197" fmla="*/ 106598 w 221985"/>
                  <a:gd name="csY197" fmla="*/ 6571 h 22746"/>
                  <a:gd name="csX198" fmla="*/ 110816 w 221985"/>
                  <a:gd name="csY198" fmla="*/ 5687 h 22746"/>
                  <a:gd name="csX199" fmla="*/ 115002 w 221985"/>
                  <a:gd name="csY199" fmla="*/ 6571 h 22746"/>
                  <a:gd name="csX200" fmla="*/ 117666 w 221985"/>
                  <a:gd name="csY200" fmla="*/ 9067 h 22746"/>
                  <a:gd name="csX201" fmla="*/ 118744 w 221985"/>
                  <a:gd name="csY201" fmla="*/ 12826 h 22746"/>
                  <a:gd name="csX202" fmla="*/ 118776 w 221985"/>
                  <a:gd name="csY202" fmla="*/ 14216 h 22746"/>
                  <a:gd name="csX203" fmla="*/ 118744 w 221985"/>
                  <a:gd name="csY203" fmla="*/ 15606 h 22746"/>
                  <a:gd name="csX204" fmla="*/ 117698 w 221985"/>
                  <a:gd name="csY204" fmla="*/ 19366 h 22746"/>
                  <a:gd name="csX205" fmla="*/ 115066 w 221985"/>
                  <a:gd name="csY205" fmla="*/ 21861 h 22746"/>
                  <a:gd name="csX206" fmla="*/ 110816 w 221985"/>
                  <a:gd name="csY206" fmla="*/ 22746 h 22746"/>
                  <a:gd name="csX207" fmla="*/ 110816 w 221985"/>
                  <a:gd name="csY207" fmla="*/ 19619 h 22746"/>
                  <a:gd name="csX208" fmla="*/ 113417 w 221985"/>
                  <a:gd name="csY208" fmla="*/ 18576 h 22746"/>
                  <a:gd name="csX209" fmla="*/ 114431 w 221985"/>
                  <a:gd name="csY209" fmla="*/ 15448 h 22746"/>
                  <a:gd name="csX210" fmla="*/ 114463 w 221985"/>
                  <a:gd name="csY210" fmla="*/ 14216 h 22746"/>
                  <a:gd name="csX211" fmla="*/ 114431 w 221985"/>
                  <a:gd name="csY211" fmla="*/ 12984 h 22746"/>
                  <a:gd name="csX212" fmla="*/ 113417 w 221985"/>
                  <a:gd name="csY212" fmla="*/ 9888 h 22746"/>
                  <a:gd name="csX213" fmla="*/ 110816 w 221985"/>
                  <a:gd name="csY213" fmla="*/ 8814 h 22746"/>
                  <a:gd name="csX214" fmla="*/ 108216 w 221985"/>
                  <a:gd name="csY214" fmla="*/ 9888 h 22746"/>
                  <a:gd name="csX215" fmla="*/ 107201 w 221985"/>
                  <a:gd name="csY215" fmla="*/ 12984 h 22746"/>
                  <a:gd name="csX216" fmla="*/ 107169 w 221985"/>
                  <a:gd name="csY216" fmla="*/ 14216 h 22746"/>
                  <a:gd name="csX217" fmla="*/ 107201 w 221985"/>
                  <a:gd name="csY217" fmla="*/ 15448 h 22746"/>
                  <a:gd name="csX218" fmla="*/ 108216 w 221985"/>
                  <a:gd name="csY218" fmla="*/ 18576 h 22746"/>
                  <a:gd name="csX219" fmla="*/ 110816 w 221985"/>
                  <a:gd name="csY219" fmla="*/ 19619 h 22746"/>
                  <a:gd name="csX220" fmla="*/ 129425 w 221985"/>
                  <a:gd name="csY220" fmla="*/ 22746 h 22746"/>
                  <a:gd name="csX221" fmla="*/ 125397 w 221985"/>
                  <a:gd name="csY221" fmla="*/ 21893 h 22746"/>
                  <a:gd name="csX222" fmla="*/ 122702 w 221985"/>
                  <a:gd name="csY222" fmla="*/ 19429 h 22746"/>
                  <a:gd name="csX223" fmla="*/ 121655 w 221985"/>
                  <a:gd name="csY223" fmla="*/ 15480 h 22746"/>
                  <a:gd name="csX224" fmla="*/ 121623 w 221985"/>
                  <a:gd name="csY224" fmla="*/ 14248 h 22746"/>
                  <a:gd name="csX225" fmla="*/ 121655 w 221985"/>
                  <a:gd name="csY225" fmla="*/ 12953 h 22746"/>
                  <a:gd name="csX226" fmla="*/ 122702 w 221985"/>
                  <a:gd name="csY226" fmla="*/ 9035 h 22746"/>
                  <a:gd name="csX227" fmla="*/ 125397 w 221985"/>
                  <a:gd name="csY227" fmla="*/ 6540 h 22746"/>
                  <a:gd name="csX228" fmla="*/ 129425 w 221985"/>
                  <a:gd name="csY228" fmla="*/ 5687 h 22746"/>
                  <a:gd name="csX229" fmla="*/ 132882 w 221985"/>
                  <a:gd name="csY229" fmla="*/ 6255 h 22746"/>
                  <a:gd name="csX230" fmla="*/ 135228 w 221985"/>
                  <a:gd name="csY230" fmla="*/ 7677 h 22746"/>
                  <a:gd name="csX231" fmla="*/ 136592 w 221985"/>
                  <a:gd name="csY231" fmla="*/ 9478 h 22746"/>
                  <a:gd name="csX232" fmla="*/ 137099 w 221985"/>
                  <a:gd name="csY232" fmla="*/ 11152 h 22746"/>
                  <a:gd name="csX233" fmla="*/ 136877 w 221985"/>
                  <a:gd name="csY233" fmla="*/ 11721 h 22746"/>
                  <a:gd name="csX234" fmla="*/ 136338 w 221985"/>
                  <a:gd name="csY234" fmla="*/ 11910 h 22746"/>
                  <a:gd name="csX235" fmla="*/ 133548 w 221985"/>
                  <a:gd name="csY235" fmla="*/ 11910 h 22746"/>
                  <a:gd name="csX236" fmla="*/ 133040 w 221985"/>
                  <a:gd name="csY236" fmla="*/ 11752 h 22746"/>
                  <a:gd name="csX237" fmla="*/ 132723 w 221985"/>
                  <a:gd name="csY237" fmla="*/ 11278 h 22746"/>
                  <a:gd name="csX238" fmla="*/ 131454 w 221985"/>
                  <a:gd name="csY238" fmla="*/ 9509 h 22746"/>
                  <a:gd name="csX239" fmla="*/ 129488 w 221985"/>
                  <a:gd name="csY239" fmla="*/ 8972 h 22746"/>
                  <a:gd name="csX240" fmla="*/ 126951 w 221985"/>
                  <a:gd name="csY240" fmla="*/ 9983 h 22746"/>
                  <a:gd name="csX241" fmla="*/ 125968 w 221985"/>
                  <a:gd name="csY241" fmla="*/ 13111 h 22746"/>
                  <a:gd name="csX242" fmla="*/ 125968 w 221985"/>
                  <a:gd name="csY242" fmla="*/ 15322 h 22746"/>
                  <a:gd name="csX243" fmla="*/ 126951 w 221985"/>
                  <a:gd name="csY243" fmla="*/ 18481 h 22746"/>
                  <a:gd name="csX244" fmla="*/ 129488 w 221985"/>
                  <a:gd name="csY244" fmla="*/ 19461 h 22746"/>
                  <a:gd name="csX245" fmla="*/ 131486 w 221985"/>
                  <a:gd name="csY245" fmla="*/ 18955 h 22746"/>
                  <a:gd name="csX246" fmla="*/ 132723 w 221985"/>
                  <a:gd name="csY246" fmla="*/ 17154 h 22746"/>
                  <a:gd name="csX247" fmla="*/ 133040 w 221985"/>
                  <a:gd name="csY247" fmla="*/ 16680 h 22746"/>
                  <a:gd name="csX248" fmla="*/ 133548 w 221985"/>
                  <a:gd name="csY248" fmla="*/ 16523 h 22746"/>
                  <a:gd name="csX249" fmla="*/ 136338 w 221985"/>
                  <a:gd name="csY249" fmla="*/ 16523 h 22746"/>
                  <a:gd name="csX250" fmla="*/ 136877 w 221985"/>
                  <a:gd name="csY250" fmla="*/ 16744 h 22746"/>
                  <a:gd name="csX251" fmla="*/ 137099 w 221985"/>
                  <a:gd name="csY251" fmla="*/ 17281 h 22746"/>
                  <a:gd name="csX252" fmla="*/ 136782 w 221985"/>
                  <a:gd name="csY252" fmla="*/ 18576 h 22746"/>
                  <a:gd name="csX253" fmla="*/ 135926 w 221985"/>
                  <a:gd name="csY253" fmla="*/ 20029 h 22746"/>
                  <a:gd name="csX254" fmla="*/ 134467 w 221985"/>
                  <a:gd name="csY254" fmla="*/ 21388 h 22746"/>
                  <a:gd name="csX255" fmla="*/ 132311 w 221985"/>
                  <a:gd name="csY255" fmla="*/ 22367 h 22746"/>
                  <a:gd name="csX256" fmla="*/ 129425 w 221985"/>
                  <a:gd name="csY256" fmla="*/ 22746 h 22746"/>
                  <a:gd name="csX257" fmla="*/ 147510 w 221985"/>
                  <a:gd name="csY257" fmla="*/ 22746 h 22746"/>
                  <a:gd name="csX258" fmla="*/ 141929 w 221985"/>
                  <a:gd name="csY258" fmla="*/ 20724 h 22746"/>
                  <a:gd name="csX259" fmla="*/ 139709 w 221985"/>
                  <a:gd name="csY259" fmla="*/ 14974 h 22746"/>
                  <a:gd name="csX260" fmla="*/ 139677 w 221985"/>
                  <a:gd name="csY260" fmla="*/ 14185 h 22746"/>
                  <a:gd name="csX261" fmla="*/ 139709 w 221985"/>
                  <a:gd name="csY261" fmla="*/ 13395 h 22746"/>
                  <a:gd name="csX262" fmla="*/ 140787 w 221985"/>
                  <a:gd name="csY262" fmla="*/ 9288 h 22746"/>
                  <a:gd name="csX263" fmla="*/ 143483 w 221985"/>
                  <a:gd name="csY263" fmla="*/ 6634 h 22746"/>
                  <a:gd name="csX264" fmla="*/ 147510 w 221985"/>
                  <a:gd name="csY264" fmla="*/ 5687 h 22746"/>
                  <a:gd name="csX265" fmla="*/ 151823 w 221985"/>
                  <a:gd name="csY265" fmla="*/ 6761 h 22746"/>
                  <a:gd name="csX266" fmla="*/ 154455 w 221985"/>
                  <a:gd name="csY266" fmla="*/ 9699 h 22746"/>
                  <a:gd name="csX267" fmla="*/ 155343 w 221985"/>
                  <a:gd name="csY267" fmla="*/ 14027 h 22746"/>
                  <a:gd name="csX268" fmla="*/ 155343 w 221985"/>
                  <a:gd name="csY268" fmla="*/ 14690 h 22746"/>
                  <a:gd name="csX269" fmla="*/ 155121 w 221985"/>
                  <a:gd name="csY269" fmla="*/ 15227 h 22746"/>
                  <a:gd name="csX270" fmla="*/ 154551 w 221985"/>
                  <a:gd name="csY270" fmla="*/ 15448 h 22746"/>
                  <a:gd name="csX271" fmla="*/ 144022 w 221985"/>
                  <a:gd name="csY271" fmla="*/ 15448 h 22746"/>
                  <a:gd name="csX272" fmla="*/ 144022 w 221985"/>
                  <a:gd name="csY272" fmla="*/ 15543 h 22746"/>
                  <a:gd name="csX273" fmla="*/ 144022 w 221985"/>
                  <a:gd name="csY273" fmla="*/ 15701 h 22746"/>
                  <a:gd name="csX274" fmla="*/ 144434 w 221985"/>
                  <a:gd name="csY274" fmla="*/ 17755 h 22746"/>
                  <a:gd name="csX275" fmla="*/ 145608 w 221985"/>
                  <a:gd name="csY275" fmla="*/ 19239 h 22746"/>
                  <a:gd name="csX276" fmla="*/ 147479 w 221985"/>
                  <a:gd name="csY276" fmla="*/ 19808 h 22746"/>
                  <a:gd name="csX277" fmla="*/ 148969 w 221985"/>
                  <a:gd name="csY277" fmla="*/ 19555 h 22746"/>
                  <a:gd name="csX278" fmla="*/ 149952 w 221985"/>
                  <a:gd name="csY278" fmla="*/ 18923 h 22746"/>
                  <a:gd name="csX279" fmla="*/ 150491 w 221985"/>
                  <a:gd name="csY279" fmla="*/ 18355 h 22746"/>
                  <a:gd name="csX280" fmla="*/ 150935 w 221985"/>
                  <a:gd name="csY280" fmla="*/ 17912 h 22746"/>
                  <a:gd name="csX281" fmla="*/ 151474 w 221985"/>
                  <a:gd name="csY281" fmla="*/ 17818 h 22746"/>
                  <a:gd name="csX282" fmla="*/ 154202 w 221985"/>
                  <a:gd name="csY282" fmla="*/ 17818 h 22746"/>
                  <a:gd name="csX283" fmla="*/ 154709 w 221985"/>
                  <a:gd name="csY283" fmla="*/ 18007 h 22746"/>
                  <a:gd name="csX284" fmla="*/ 154899 w 221985"/>
                  <a:gd name="csY284" fmla="*/ 18481 h 22746"/>
                  <a:gd name="csX285" fmla="*/ 154360 w 221985"/>
                  <a:gd name="csY285" fmla="*/ 19713 h 22746"/>
                  <a:gd name="csX286" fmla="*/ 152965 w 221985"/>
                  <a:gd name="csY286" fmla="*/ 21135 h 22746"/>
                  <a:gd name="csX287" fmla="*/ 150650 w 221985"/>
                  <a:gd name="csY287" fmla="*/ 22304 h 22746"/>
                  <a:gd name="csX288" fmla="*/ 147510 w 221985"/>
                  <a:gd name="csY288" fmla="*/ 22746 h 22746"/>
                  <a:gd name="csX289" fmla="*/ 144022 w 221985"/>
                  <a:gd name="csY289" fmla="*/ 12795 h 22746"/>
                  <a:gd name="csX290" fmla="*/ 151030 w 221985"/>
                  <a:gd name="csY290" fmla="*/ 12795 h 22746"/>
                  <a:gd name="csX291" fmla="*/ 151030 w 221985"/>
                  <a:gd name="csY291" fmla="*/ 12700 h 22746"/>
                  <a:gd name="csX292" fmla="*/ 150618 w 221985"/>
                  <a:gd name="csY292" fmla="*/ 10552 h 22746"/>
                  <a:gd name="csX293" fmla="*/ 149413 w 221985"/>
                  <a:gd name="csY293" fmla="*/ 9098 h 22746"/>
                  <a:gd name="csX294" fmla="*/ 147510 w 221985"/>
                  <a:gd name="csY294" fmla="*/ 8561 h 22746"/>
                  <a:gd name="csX295" fmla="*/ 145608 w 221985"/>
                  <a:gd name="csY295" fmla="*/ 9098 h 22746"/>
                  <a:gd name="csX296" fmla="*/ 144402 w 221985"/>
                  <a:gd name="csY296" fmla="*/ 10552 h 22746"/>
                  <a:gd name="csX297" fmla="*/ 144022 w 221985"/>
                  <a:gd name="csY297" fmla="*/ 12700 h 22746"/>
                  <a:gd name="csX298" fmla="*/ 144022 w 221985"/>
                  <a:gd name="csY298" fmla="*/ 12795 h 22746"/>
                  <a:gd name="csX299" fmla="*/ 164957 w 221985"/>
                  <a:gd name="csY299" fmla="*/ 22746 h 22746"/>
                  <a:gd name="csX300" fmla="*/ 161690 w 221985"/>
                  <a:gd name="csY300" fmla="*/ 22304 h 22746"/>
                  <a:gd name="csX301" fmla="*/ 159502 w 221985"/>
                  <a:gd name="csY301" fmla="*/ 21198 h 22746"/>
                  <a:gd name="csX302" fmla="*/ 158234 w 221985"/>
                  <a:gd name="csY302" fmla="*/ 19871 h 22746"/>
                  <a:gd name="csX303" fmla="*/ 157790 w 221985"/>
                  <a:gd name="csY303" fmla="*/ 18765 h 22746"/>
                  <a:gd name="csX304" fmla="*/ 157980 w 221985"/>
                  <a:gd name="csY304" fmla="*/ 18228 h 22746"/>
                  <a:gd name="csX305" fmla="*/ 158519 w 221985"/>
                  <a:gd name="csY305" fmla="*/ 18007 h 22746"/>
                  <a:gd name="csX306" fmla="*/ 161025 w 221985"/>
                  <a:gd name="csY306" fmla="*/ 18007 h 22746"/>
                  <a:gd name="csX307" fmla="*/ 161246 w 221985"/>
                  <a:gd name="csY307" fmla="*/ 18039 h 22746"/>
                  <a:gd name="csX308" fmla="*/ 161500 w 221985"/>
                  <a:gd name="csY308" fmla="*/ 18228 h 22746"/>
                  <a:gd name="csX309" fmla="*/ 162356 w 221985"/>
                  <a:gd name="csY309" fmla="*/ 18955 h 22746"/>
                  <a:gd name="csX310" fmla="*/ 163466 w 221985"/>
                  <a:gd name="csY310" fmla="*/ 19619 h 22746"/>
                  <a:gd name="csX311" fmla="*/ 165052 w 221985"/>
                  <a:gd name="csY311" fmla="*/ 19871 h 22746"/>
                  <a:gd name="csX312" fmla="*/ 167113 w 221985"/>
                  <a:gd name="csY312" fmla="*/ 19397 h 22746"/>
                  <a:gd name="csX313" fmla="*/ 167970 w 221985"/>
                  <a:gd name="csY313" fmla="*/ 17976 h 22746"/>
                  <a:gd name="csX314" fmla="*/ 167589 w 221985"/>
                  <a:gd name="csY314" fmla="*/ 16902 h 22746"/>
                  <a:gd name="csX315" fmla="*/ 166257 w 221985"/>
                  <a:gd name="csY315" fmla="*/ 16175 h 22746"/>
                  <a:gd name="csX316" fmla="*/ 163466 w 221985"/>
                  <a:gd name="csY316" fmla="*/ 15448 h 22746"/>
                  <a:gd name="csX317" fmla="*/ 160517 w 221985"/>
                  <a:gd name="csY317" fmla="*/ 14406 h 22746"/>
                  <a:gd name="csX318" fmla="*/ 158773 w 221985"/>
                  <a:gd name="csY318" fmla="*/ 12826 h 22746"/>
                  <a:gd name="csX319" fmla="*/ 158202 w 221985"/>
                  <a:gd name="csY319" fmla="*/ 10615 h 22746"/>
                  <a:gd name="csX320" fmla="*/ 158931 w 221985"/>
                  <a:gd name="csY320" fmla="*/ 8277 h 22746"/>
                  <a:gd name="csX321" fmla="*/ 161151 w 221985"/>
                  <a:gd name="csY321" fmla="*/ 6413 h 22746"/>
                  <a:gd name="csX322" fmla="*/ 164830 w 221985"/>
                  <a:gd name="csY322" fmla="*/ 5687 h 22746"/>
                  <a:gd name="csX323" fmla="*/ 167811 w 221985"/>
                  <a:gd name="csY323" fmla="*/ 6129 h 22746"/>
                  <a:gd name="csX324" fmla="*/ 169904 w 221985"/>
                  <a:gd name="csY324" fmla="*/ 7171 h 22746"/>
                  <a:gd name="csX325" fmla="*/ 171204 w 221985"/>
                  <a:gd name="csY325" fmla="*/ 8467 h 22746"/>
                  <a:gd name="csX326" fmla="*/ 171680 w 221985"/>
                  <a:gd name="csY326" fmla="*/ 9572 h 22746"/>
                  <a:gd name="csX327" fmla="*/ 171490 w 221985"/>
                  <a:gd name="csY327" fmla="*/ 10141 h 22746"/>
                  <a:gd name="csX328" fmla="*/ 170982 w 221985"/>
                  <a:gd name="csY328" fmla="*/ 10330 h 22746"/>
                  <a:gd name="csX329" fmla="*/ 168636 w 221985"/>
                  <a:gd name="csY329" fmla="*/ 10330 h 22746"/>
                  <a:gd name="csX330" fmla="*/ 168350 w 221985"/>
                  <a:gd name="csY330" fmla="*/ 10267 h 22746"/>
                  <a:gd name="csX331" fmla="*/ 168096 w 221985"/>
                  <a:gd name="csY331" fmla="*/ 10109 h 22746"/>
                  <a:gd name="csX332" fmla="*/ 167335 w 221985"/>
                  <a:gd name="csY332" fmla="*/ 9446 h 22746"/>
                  <a:gd name="csX333" fmla="*/ 166321 w 221985"/>
                  <a:gd name="csY333" fmla="*/ 8846 h 22746"/>
                  <a:gd name="csX334" fmla="*/ 164798 w 221985"/>
                  <a:gd name="csY334" fmla="*/ 8561 h 22746"/>
                  <a:gd name="csX335" fmla="*/ 162959 w 221985"/>
                  <a:gd name="csY335" fmla="*/ 9098 h 22746"/>
                  <a:gd name="csX336" fmla="*/ 162325 w 221985"/>
                  <a:gd name="csY336" fmla="*/ 10394 h 22746"/>
                  <a:gd name="csX337" fmla="*/ 162610 w 221985"/>
                  <a:gd name="csY337" fmla="*/ 11341 h 22746"/>
                  <a:gd name="csX338" fmla="*/ 163847 w 221985"/>
                  <a:gd name="csY338" fmla="*/ 12068 h 22746"/>
                  <a:gd name="csX339" fmla="*/ 166638 w 221985"/>
                  <a:gd name="csY339" fmla="*/ 12795 h 22746"/>
                  <a:gd name="csX340" fmla="*/ 169999 w 221985"/>
                  <a:gd name="csY340" fmla="*/ 13932 h 22746"/>
                  <a:gd name="csX341" fmla="*/ 171775 w 221985"/>
                  <a:gd name="csY341" fmla="*/ 15638 h 22746"/>
                  <a:gd name="csX342" fmla="*/ 172314 w 221985"/>
                  <a:gd name="csY342" fmla="*/ 17755 h 22746"/>
                  <a:gd name="csX343" fmla="*/ 171458 w 221985"/>
                  <a:gd name="csY343" fmla="*/ 20314 h 22746"/>
                  <a:gd name="csX344" fmla="*/ 168984 w 221985"/>
                  <a:gd name="csY344" fmla="*/ 22114 h 22746"/>
                  <a:gd name="csX345" fmla="*/ 164957 w 221985"/>
                  <a:gd name="csY345" fmla="*/ 22746 h 22746"/>
                  <a:gd name="csX346" fmla="*/ 181837 w 221985"/>
                  <a:gd name="csY346" fmla="*/ 22746 h 22746"/>
                  <a:gd name="csX347" fmla="*/ 178571 w 221985"/>
                  <a:gd name="csY347" fmla="*/ 22304 h 22746"/>
                  <a:gd name="csX348" fmla="*/ 176383 w 221985"/>
                  <a:gd name="csY348" fmla="*/ 21198 h 22746"/>
                  <a:gd name="csX349" fmla="*/ 175114 w 221985"/>
                  <a:gd name="csY349" fmla="*/ 19871 h 22746"/>
                  <a:gd name="csX350" fmla="*/ 174670 w 221985"/>
                  <a:gd name="csY350" fmla="*/ 18765 h 22746"/>
                  <a:gd name="csX351" fmla="*/ 174860 w 221985"/>
                  <a:gd name="csY351" fmla="*/ 18228 h 22746"/>
                  <a:gd name="csX352" fmla="*/ 175399 w 221985"/>
                  <a:gd name="csY352" fmla="*/ 18007 h 22746"/>
                  <a:gd name="csX353" fmla="*/ 177905 w 221985"/>
                  <a:gd name="csY353" fmla="*/ 18007 h 22746"/>
                  <a:gd name="csX354" fmla="*/ 178127 w 221985"/>
                  <a:gd name="csY354" fmla="*/ 18039 h 22746"/>
                  <a:gd name="csX355" fmla="*/ 178380 w 221985"/>
                  <a:gd name="csY355" fmla="*/ 18228 h 22746"/>
                  <a:gd name="csX356" fmla="*/ 179237 w 221985"/>
                  <a:gd name="csY356" fmla="*/ 18955 h 22746"/>
                  <a:gd name="csX357" fmla="*/ 180347 w 221985"/>
                  <a:gd name="csY357" fmla="*/ 19619 h 22746"/>
                  <a:gd name="csX358" fmla="*/ 181932 w 221985"/>
                  <a:gd name="csY358" fmla="*/ 19871 h 22746"/>
                  <a:gd name="csX359" fmla="*/ 183994 w 221985"/>
                  <a:gd name="csY359" fmla="*/ 19397 h 22746"/>
                  <a:gd name="csX360" fmla="*/ 184850 w 221985"/>
                  <a:gd name="csY360" fmla="*/ 17976 h 22746"/>
                  <a:gd name="csX361" fmla="*/ 184469 w 221985"/>
                  <a:gd name="csY361" fmla="*/ 16902 h 22746"/>
                  <a:gd name="csX362" fmla="*/ 183137 w 221985"/>
                  <a:gd name="csY362" fmla="*/ 16175 h 22746"/>
                  <a:gd name="csX363" fmla="*/ 180347 w 221985"/>
                  <a:gd name="csY363" fmla="*/ 15448 h 22746"/>
                  <a:gd name="csX364" fmla="*/ 177397 w 221985"/>
                  <a:gd name="csY364" fmla="*/ 14406 h 22746"/>
                  <a:gd name="csX365" fmla="*/ 175653 w 221985"/>
                  <a:gd name="csY365" fmla="*/ 12826 h 22746"/>
                  <a:gd name="csX366" fmla="*/ 175082 w 221985"/>
                  <a:gd name="csY366" fmla="*/ 10615 h 22746"/>
                  <a:gd name="csX367" fmla="*/ 175812 w 221985"/>
                  <a:gd name="csY367" fmla="*/ 8277 h 22746"/>
                  <a:gd name="csX368" fmla="*/ 178032 w 221985"/>
                  <a:gd name="csY368" fmla="*/ 6413 h 22746"/>
                  <a:gd name="csX369" fmla="*/ 181710 w 221985"/>
                  <a:gd name="csY369" fmla="*/ 5687 h 22746"/>
                  <a:gd name="csX370" fmla="*/ 184691 w 221985"/>
                  <a:gd name="csY370" fmla="*/ 6129 h 22746"/>
                  <a:gd name="csX371" fmla="*/ 186784 w 221985"/>
                  <a:gd name="csY371" fmla="*/ 7171 h 22746"/>
                  <a:gd name="csX372" fmla="*/ 188085 w 221985"/>
                  <a:gd name="csY372" fmla="*/ 8467 h 22746"/>
                  <a:gd name="csX373" fmla="*/ 188560 w 221985"/>
                  <a:gd name="csY373" fmla="*/ 9572 h 22746"/>
                  <a:gd name="csX374" fmla="*/ 188370 w 221985"/>
                  <a:gd name="csY374" fmla="*/ 10141 h 22746"/>
                  <a:gd name="csX375" fmla="*/ 187863 w 221985"/>
                  <a:gd name="csY375" fmla="*/ 10330 h 22746"/>
                  <a:gd name="csX376" fmla="*/ 185516 w 221985"/>
                  <a:gd name="csY376" fmla="*/ 10330 h 22746"/>
                  <a:gd name="csX377" fmla="*/ 185231 w 221985"/>
                  <a:gd name="csY377" fmla="*/ 10267 h 22746"/>
                  <a:gd name="csX378" fmla="*/ 184977 w 221985"/>
                  <a:gd name="csY378" fmla="*/ 10109 h 22746"/>
                  <a:gd name="csX379" fmla="*/ 184216 w 221985"/>
                  <a:gd name="csY379" fmla="*/ 9446 h 22746"/>
                  <a:gd name="csX380" fmla="*/ 183201 w 221985"/>
                  <a:gd name="csY380" fmla="*/ 8846 h 22746"/>
                  <a:gd name="csX381" fmla="*/ 181679 w 221985"/>
                  <a:gd name="csY381" fmla="*/ 8561 h 22746"/>
                  <a:gd name="csX382" fmla="*/ 179839 w 221985"/>
                  <a:gd name="csY382" fmla="*/ 9098 h 22746"/>
                  <a:gd name="csX383" fmla="*/ 179205 w 221985"/>
                  <a:gd name="csY383" fmla="*/ 10394 h 22746"/>
                  <a:gd name="csX384" fmla="*/ 179490 w 221985"/>
                  <a:gd name="csY384" fmla="*/ 11341 h 22746"/>
                  <a:gd name="csX385" fmla="*/ 180727 w 221985"/>
                  <a:gd name="csY385" fmla="*/ 12068 h 22746"/>
                  <a:gd name="csX386" fmla="*/ 183518 w 221985"/>
                  <a:gd name="csY386" fmla="*/ 12795 h 22746"/>
                  <a:gd name="csX387" fmla="*/ 186880 w 221985"/>
                  <a:gd name="csY387" fmla="*/ 13932 h 22746"/>
                  <a:gd name="csX388" fmla="*/ 188655 w 221985"/>
                  <a:gd name="csY388" fmla="*/ 15638 h 22746"/>
                  <a:gd name="csX389" fmla="*/ 189195 w 221985"/>
                  <a:gd name="csY389" fmla="*/ 17755 h 22746"/>
                  <a:gd name="csX390" fmla="*/ 188338 w 221985"/>
                  <a:gd name="csY390" fmla="*/ 20314 h 22746"/>
                  <a:gd name="csX391" fmla="*/ 185865 w 221985"/>
                  <a:gd name="csY391" fmla="*/ 22114 h 22746"/>
                  <a:gd name="csX392" fmla="*/ 181837 w 221985"/>
                  <a:gd name="csY392" fmla="*/ 22746 h 22746"/>
                  <a:gd name="csX393" fmla="*/ 199762 w 221985"/>
                  <a:gd name="csY393" fmla="*/ 22746 h 22746"/>
                  <a:gd name="csX394" fmla="*/ 195481 w 221985"/>
                  <a:gd name="csY394" fmla="*/ 21861 h 22746"/>
                  <a:gd name="csX395" fmla="*/ 192848 w 221985"/>
                  <a:gd name="csY395" fmla="*/ 19366 h 22746"/>
                  <a:gd name="csX396" fmla="*/ 191834 w 221985"/>
                  <a:gd name="csY396" fmla="*/ 15606 h 22746"/>
                  <a:gd name="csX397" fmla="*/ 191802 w 221985"/>
                  <a:gd name="csY397" fmla="*/ 14216 h 22746"/>
                  <a:gd name="csX398" fmla="*/ 191834 w 221985"/>
                  <a:gd name="csY398" fmla="*/ 12826 h 22746"/>
                  <a:gd name="csX399" fmla="*/ 192880 w 221985"/>
                  <a:gd name="csY399" fmla="*/ 9067 h 22746"/>
                  <a:gd name="csX400" fmla="*/ 195544 w 221985"/>
                  <a:gd name="csY400" fmla="*/ 6571 h 22746"/>
                  <a:gd name="csX401" fmla="*/ 199762 w 221985"/>
                  <a:gd name="csY401" fmla="*/ 5687 h 22746"/>
                  <a:gd name="csX402" fmla="*/ 203948 w 221985"/>
                  <a:gd name="csY402" fmla="*/ 6571 h 22746"/>
                  <a:gd name="csX403" fmla="*/ 206612 w 221985"/>
                  <a:gd name="csY403" fmla="*/ 9067 h 22746"/>
                  <a:gd name="csX404" fmla="*/ 207690 w 221985"/>
                  <a:gd name="csY404" fmla="*/ 12826 h 22746"/>
                  <a:gd name="csX405" fmla="*/ 207722 w 221985"/>
                  <a:gd name="csY405" fmla="*/ 14216 h 22746"/>
                  <a:gd name="csX406" fmla="*/ 207690 w 221985"/>
                  <a:gd name="csY406" fmla="*/ 15606 h 22746"/>
                  <a:gd name="csX407" fmla="*/ 206643 w 221985"/>
                  <a:gd name="csY407" fmla="*/ 19366 h 22746"/>
                  <a:gd name="csX408" fmla="*/ 204011 w 221985"/>
                  <a:gd name="csY408" fmla="*/ 21861 h 22746"/>
                  <a:gd name="csX409" fmla="*/ 199762 w 221985"/>
                  <a:gd name="csY409" fmla="*/ 22746 h 22746"/>
                  <a:gd name="csX410" fmla="*/ 199762 w 221985"/>
                  <a:gd name="csY410" fmla="*/ 19619 h 22746"/>
                  <a:gd name="csX411" fmla="*/ 202362 w 221985"/>
                  <a:gd name="csY411" fmla="*/ 18576 h 22746"/>
                  <a:gd name="csX412" fmla="*/ 203377 w 221985"/>
                  <a:gd name="csY412" fmla="*/ 15448 h 22746"/>
                  <a:gd name="csX413" fmla="*/ 203409 w 221985"/>
                  <a:gd name="csY413" fmla="*/ 14216 h 22746"/>
                  <a:gd name="csX414" fmla="*/ 203377 w 221985"/>
                  <a:gd name="csY414" fmla="*/ 12984 h 22746"/>
                  <a:gd name="csX415" fmla="*/ 202362 w 221985"/>
                  <a:gd name="csY415" fmla="*/ 9888 h 22746"/>
                  <a:gd name="csX416" fmla="*/ 199762 w 221985"/>
                  <a:gd name="csY416" fmla="*/ 8814 h 22746"/>
                  <a:gd name="csX417" fmla="*/ 197161 w 221985"/>
                  <a:gd name="csY417" fmla="*/ 9888 h 22746"/>
                  <a:gd name="csX418" fmla="*/ 196147 w 221985"/>
                  <a:gd name="csY418" fmla="*/ 12984 h 22746"/>
                  <a:gd name="csX419" fmla="*/ 196115 w 221985"/>
                  <a:gd name="csY419" fmla="*/ 14216 h 22746"/>
                  <a:gd name="csX420" fmla="*/ 196147 w 221985"/>
                  <a:gd name="csY420" fmla="*/ 15448 h 22746"/>
                  <a:gd name="csX421" fmla="*/ 197161 w 221985"/>
                  <a:gd name="csY421" fmla="*/ 18576 h 22746"/>
                  <a:gd name="csX422" fmla="*/ 199762 w 221985"/>
                  <a:gd name="csY422" fmla="*/ 19619 h 22746"/>
                  <a:gd name="csX423" fmla="*/ 211996 w 221985"/>
                  <a:gd name="csY423" fmla="*/ 22430 h 22746"/>
                  <a:gd name="csX424" fmla="*/ 211457 w 221985"/>
                  <a:gd name="csY424" fmla="*/ 22209 h 22746"/>
                  <a:gd name="csX425" fmla="*/ 211235 w 221985"/>
                  <a:gd name="csY425" fmla="*/ 21672 h 22746"/>
                  <a:gd name="csX426" fmla="*/ 211235 w 221985"/>
                  <a:gd name="csY426" fmla="*/ 6792 h 22746"/>
                  <a:gd name="csX427" fmla="*/ 211457 w 221985"/>
                  <a:gd name="csY427" fmla="*/ 6224 h 22746"/>
                  <a:gd name="csX428" fmla="*/ 211996 w 221985"/>
                  <a:gd name="csY428" fmla="*/ 6002 h 22746"/>
                  <a:gd name="csX429" fmla="*/ 214565 w 221985"/>
                  <a:gd name="csY429" fmla="*/ 6002 h 22746"/>
                  <a:gd name="csX430" fmla="*/ 215104 w 221985"/>
                  <a:gd name="csY430" fmla="*/ 6224 h 22746"/>
                  <a:gd name="csX431" fmla="*/ 215358 w 221985"/>
                  <a:gd name="csY431" fmla="*/ 6792 h 22746"/>
                  <a:gd name="csX432" fmla="*/ 215358 w 221985"/>
                  <a:gd name="csY432" fmla="*/ 8087 h 22746"/>
                  <a:gd name="csX433" fmla="*/ 217229 w 221985"/>
                  <a:gd name="csY433" fmla="*/ 6540 h 22746"/>
                  <a:gd name="csX434" fmla="*/ 219924 w 221985"/>
                  <a:gd name="csY434" fmla="*/ 6002 h 22746"/>
                  <a:gd name="csX435" fmla="*/ 221225 w 221985"/>
                  <a:gd name="csY435" fmla="*/ 6002 h 22746"/>
                  <a:gd name="csX436" fmla="*/ 221764 w 221985"/>
                  <a:gd name="csY436" fmla="*/ 6224 h 22746"/>
                  <a:gd name="csX437" fmla="*/ 221986 w 221985"/>
                  <a:gd name="csY437" fmla="*/ 6761 h 22746"/>
                  <a:gd name="csX438" fmla="*/ 221986 w 221985"/>
                  <a:gd name="csY438" fmla="*/ 9035 h 22746"/>
                  <a:gd name="csX439" fmla="*/ 221764 w 221985"/>
                  <a:gd name="csY439" fmla="*/ 9572 h 22746"/>
                  <a:gd name="csX440" fmla="*/ 221225 w 221985"/>
                  <a:gd name="csY440" fmla="*/ 9793 h 22746"/>
                  <a:gd name="csX441" fmla="*/ 218751 w 221985"/>
                  <a:gd name="csY441" fmla="*/ 9793 h 22746"/>
                  <a:gd name="csX442" fmla="*/ 216373 w 221985"/>
                  <a:gd name="csY442" fmla="*/ 10646 h 22746"/>
                  <a:gd name="csX443" fmla="*/ 215548 w 221985"/>
                  <a:gd name="csY443" fmla="*/ 12984 h 22746"/>
                  <a:gd name="csX444" fmla="*/ 215548 w 221985"/>
                  <a:gd name="csY444" fmla="*/ 21672 h 22746"/>
                  <a:gd name="csX445" fmla="*/ 215326 w 221985"/>
                  <a:gd name="csY445" fmla="*/ 22209 h 22746"/>
                  <a:gd name="csX446" fmla="*/ 214755 w 221985"/>
                  <a:gd name="csY446" fmla="*/ 22430 h 22746"/>
                  <a:gd name="csX447" fmla="*/ 211996 w 221985"/>
                  <a:gd name="csY447" fmla="*/ 22430 h 22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Lst>
                <a:rect l="l" t="t" r="r" b="b"/>
                <a:pathLst>
                  <a:path w="221985" h="22746">
                    <a:moveTo>
                      <a:pt x="761" y="22430"/>
                    </a:moveTo>
                    <a:cubicBezTo>
                      <a:pt x="550" y="22430"/>
                      <a:pt x="369" y="22356"/>
                      <a:pt x="222" y="22209"/>
                    </a:cubicBezTo>
                    <a:cubicBezTo>
                      <a:pt x="75" y="22062"/>
                      <a:pt x="0" y="21882"/>
                      <a:pt x="0" y="21672"/>
                    </a:cubicBezTo>
                    <a:lnTo>
                      <a:pt x="0" y="1074"/>
                    </a:lnTo>
                    <a:cubicBezTo>
                      <a:pt x="0" y="864"/>
                      <a:pt x="75" y="684"/>
                      <a:pt x="222" y="537"/>
                    </a:cubicBezTo>
                    <a:cubicBezTo>
                      <a:pt x="369" y="390"/>
                      <a:pt x="550" y="316"/>
                      <a:pt x="761" y="316"/>
                    </a:cubicBezTo>
                    <a:lnTo>
                      <a:pt x="3742" y="316"/>
                    </a:lnTo>
                    <a:cubicBezTo>
                      <a:pt x="3975" y="316"/>
                      <a:pt x="4154" y="390"/>
                      <a:pt x="4281" y="537"/>
                    </a:cubicBezTo>
                    <a:cubicBezTo>
                      <a:pt x="4428" y="684"/>
                      <a:pt x="4503" y="864"/>
                      <a:pt x="4503" y="1074"/>
                    </a:cubicBezTo>
                    <a:lnTo>
                      <a:pt x="4503" y="21672"/>
                    </a:lnTo>
                    <a:cubicBezTo>
                      <a:pt x="4503" y="21882"/>
                      <a:pt x="4428" y="22062"/>
                      <a:pt x="4281" y="22209"/>
                    </a:cubicBezTo>
                    <a:cubicBezTo>
                      <a:pt x="4154" y="22356"/>
                      <a:pt x="3975" y="22430"/>
                      <a:pt x="3742" y="22430"/>
                    </a:cubicBezTo>
                    <a:lnTo>
                      <a:pt x="761" y="22430"/>
                    </a:lnTo>
                    <a:close/>
                    <a:moveTo>
                      <a:pt x="16550" y="22430"/>
                    </a:moveTo>
                    <a:cubicBezTo>
                      <a:pt x="15281" y="22430"/>
                      <a:pt x="14212" y="22209"/>
                      <a:pt x="13347" y="21767"/>
                    </a:cubicBezTo>
                    <a:cubicBezTo>
                      <a:pt x="12479" y="21324"/>
                      <a:pt x="11833" y="20672"/>
                      <a:pt x="11412" y="19808"/>
                    </a:cubicBezTo>
                    <a:cubicBezTo>
                      <a:pt x="10988" y="18923"/>
                      <a:pt x="10778" y="17829"/>
                      <a:pt x="10778" y="16523"/>
                    </a:cubicBezTo>
                    <a:lnTo>
                      <a:pt x="10778" y="9351"/>
                    </a:lnTo>
                    <a:lnTo>
                      <a:pt x="8272" y="9351"/>
                    </a:lnTo>
                    <a:cubicBezTo>
                      <a:pt x="8060" y="9351"/>
                      <a:pt x="7881" y="9277"/>
                      <a:pt x="7733" y="9130"/>
                    </a:cubicBezTo>
                    <a:cubicBezTo>
                      <a:pt x="7584" y="8983"/>
                      <a:pt x="7511" y="8803"/>
                      <a:pt x="7511" y="8593"/>
                    </a:cubicBezTo>
                    <a:lnTo>
                      <a:pt x="7511" y="6761"/>
                    </a:lnTo>
                    <a:cubicBezTo>
                      <a:pt x="7511" y="6551"/>
                      <a:pt x="7584" y="6370"/>
                      <a:pt x="7733" y="6224"/>
                    </a:cubicBezTo>
                    <a:cubicBezTo>
                      <a:pt x="7881" y="6077"/>
                      <a:pt x="8060" y="6002"/>
                      <a:pt x="8272" y="6002"/>
                    </a:cubicBezTo>
                    <a:lnTo>
                      <a:pt x="10778" y="6002"/>
                    </a:lnTo>
                    <a:lnTo>
                      <a:pt x="10778" y="758"/>
                    </a:lnTo>
                    <a:cubicBezTo>
                      <a:pt x="10778" y="548"/>
                      <a:pt x="10841" y="368"/>
                      <a:pt x="10968" y="221"/>
                    </a:cubicBezTo>
                    <a:cubicBezTo>
                      <a:pt x="11115" y="75"/>
                      <a:pt x="11306" y="0"/>
                      <a:pt x="11539" y="0"/>
                    </a:cubicBezTo>
                    <a:lnTo>
                      <a:pt x="14108" y="0"/>
                    </a:lnTo>
                    <a:cubicBezTo>
                      <a:pt x="14318" y="0"/>
                      <a:pt x="14497" y="75"/>
                      <a:pt x="14647" y="221"/>
                    </a:cubicBezTo>
                    <a:cubicBezTo>
                      <a:pt x="14794" y="368"/>
                      <a:pt x="14869" y="548"/>
                      <a:pt x="14869" y="758"/>
                    </a:cubicBezTo>
                    <a:lnTo>
                      <a:pt x="14869" y="6002"/>
                    </a:lnTo>
                    <a:lnTo>
                      <a:pt x="18833" y="6002"/>
                    </a:lnTo>
                    <a:cubicBezTo>
                      <a:pt x="19044" y="6002"/>
                      <a:pt x="19223" y="6077"/>
                      <a:pt x="19372" y="6224"/>
                    </a:cubicBezTo>
                    <a:cubicBezTo>
                      <a:pt x="19519" y="6370"/>
                      <a:pt x="19594" y="6551"/>
                      <a:pt x="19594" y="6761"/>
                    </a:cubicBezTo>
                    <a:lnTo>
                      <a:pt x="19594" y="8593"/>
                    </a:lnTo>
                    <a:cubicBezTo>
                      <a:pt x="19594" y="8803"/>
                      <a:pt x="19519" y="8983"/>
                      <a:pt x="19372" y="9130"/>
                    </a:cubicBezTo>
                    <a:cubicBezTo>
                      <a:pt x="19223" y="9277"/>
                      <a:pt x="19044" y="9351"/>
                      <a:pt x="18833" y="9351"/>
                    </a:cubicBezTo>
                    <a:lnTo>
                      <a:pt x="14869" y="9351"/>
                    </a:lnTo>
                    <a:lnTo>
                      <a:pt x="14869" y="16207"/>
                    </a:lnTo>
                    <a:cubicBezTo>
                      <a:pt x="14869" y="17071"/>
                      <a:pt x="15016" y="17743"/>
                      <a:pt x="15313" y="18228"/>
                    </a:cubicBezTo>
                    <a:cubicBezTo>
                      <a:pt x="15630" y="18714"/>
                      <a:pt x="16169" y="18955"/>
                      <a:pt x="16930" y="18955"/>
                    </a:cubicBezTo>
                    <a:lnTo>
                      <a:pt x="19118" y="18955"/>
                    </a:lnTo>
                    <a:cubicBezTo>
                      <a:pt x="19329" y="18955"/>
                      <a:pt x="19508" y="19029"/>
                      <a:pt x="19657" y="19176"/>
                    </a:cubicBezTo>
                    <a:cubicBezTo>
                      <a:pt x="19805" y="19323"/>
                      <a:pt x="19879" y="19503"/>
                      <a:pt x="19879" y="19713"/>
                    </a:cubicBezTo>
                    <a:lnTo>
                      <a:pt x="19879" y="21672"/>
                    </a:lnTo>
                    <a:cubicBezTo>
                      <a:pt x="19879" y="21882"/>
                      <a:pt x="19805" y="22062"/>
                      <a:pt x="19657" y="22209"/>
                    </a:cubicBezTo>
                    <a:cubicBezTo>
                      <a:pt x="19508" y="22356"/>
                      <a:pt x="19329" y="22430"/>
                      <a:pt x="19118" y="22430"/>
                    </a:cubicBezTo>
                    <a:lnTo>
                      <a:pt x="16550" y="22430"/>
                    </a:lnTo>
                    <a:close/>
                    <a:moveTo>
                      <a:pt x="29797" y="22746"/>
                    </a:moveTo>
                    <a:cubicBezTo>
                      <a:pt x="27450" y="22746"/>
                      <a:pt x="25588" y="22071"/>
                      <a:pt x="24215" y="20724"/>
                    </a:cubicBezTo>
                    <a:cubicBezTo>
                      <a:pt x="22840" y="19377"/>
                      <a:pt x="22099" y="17459"/>
                      <a:pt x="21995" y="14974"/>
                    </a:cubicBezTo>
                    <a:cubicBezTo>
                      <a:pt x="21972" y="14765"/>
                      <a:pt x="21963" y="14501"/>
                      <a:pt x="21963" y="14185"/>
                    </a:cubicBezTo>
                    <a:cubicBezTo>
                      <a:pt x="21963" y="13849"/>
                      <a:pt x="21972" y="13584"/>
                      <a:pt x="21995" y="13395"/>
                    </a:cubicBezTo>
                    <a:cubicBezTo>
                      <a:pt x="22079" y="11815"/>
                      <a:pt x="22439" y="10446"/>
                      <a:pt x="23073" y="9288"/>
                    </a:cubicBezTo>
                    <a:cubicBezTo>
                      <a:pt x="23728" y="8130"/>
                      <a:pt x="24627" y="7246"/>
                      <a:pt x="25769" y="6634"/>
                    </a:cubicBezTo>
                    <a:cubicBezTo>
                      <a:pt x="26911" y="6002"/>
                      <a:pt x="28252" y="5687"/>
                      <a:pt x="29797" y="5687"/>
                    </a:cubicBezTo>
                    <a:cubicBezTo>
                      <a:pt x="31509" y="5687"/>
                      <a:pt x="32945" y="6045"/>
                      <a:pt x="34109" y="6761"/>
                    </a:cubicBezTo>
                    <a:cubicBezTo>
                      <a:pt x="35272" y="7456"/>
                      <a:pt x="36148" y="8435"/>
                      <a:pt x="36742" y="9699"/>
                    </a:cubicBezTo>
                    <a:cubicBezTo>
                      <a:pt x="37333" y="10942"/>
                      <a:pt x="37630" y="12384"/>
                      <a:pt x="37630" y="14027"/>
                    </a:cubicBezTo>
                    <a:lnTo>
                      <a:pt x="37630" y="14690"/>
                    </a:lnTo>
                    <a:cubicBezTo>
                      <a:pt x="37630" y="14900"/>
                      <a:pt x="37555" y="15080"/>
                      <a:pt x="37408" y="15227"/>
                    </a:cubicBezTo>
                    <a:cubicBezTo>
                      <a:pt x="37258" y="15374"/>
                      <a:pt x="37068" y="15448"/>
                      <a:pt x="36837" y="15448"/>
                    </a:cubicBezTo>
                    <a:lnTo>
                      <a:pt x="26308" y="15448"/>
                    </a:lnTo>
                    <a:cubicBezTo>
                      <a:pt x="26308" y="15448"/>
                      <a:pt x="26308" y="15480"/>
                      <a:pt x="26308" y="15543"/>
                    </a:cubicBezTo>
                    <a:cubicBezTo>
                      <a:pt x="26308" y="15606"/>
                      <a:pt x="26308" y="15658"/>
                      <a:pt x="26308" y="15701"/>
                    </a:cubicBezTo>
                    <a:cubicBezTo>
                      <a:pt x="26328" y="16439"/>
                      <a:pt x="26467" y="17123"/>
                      <a:pt x="26720" y="17755"/>
                    </a:cubicBezTo>
                    <a:cubicBezTo>
                      <a:pt x="26994" y="18366"/>
                      <a:pt x="27386" y="18860"/>
                      <a:pt x="27894" y="19239"/>
                    </a:cubicBezTo>
                    <a:cubicBezTo>
                      <a:pt x="28422" y="19619"/>
                      <a:pt x="29044" y="19808"/>
                      <a:pt x="29765" y="19808"/>
                    </a:cubicBezTo>
                    <a:cubicBezTo>
                      <a:pt x="30356" y="19808"/>
                      <a:pt x="30852" y="19725"/>
                      <a:pt x="31255" y="19555"/>
                    </a:cubicBezTo>
                    <a:cubicBezTo>
                      <a:pt x="31656" y="19366"/>
                      <a:pt x="31985" y="19156"/>
                      <a:pt x="32238" y="18923"/>
                    </a:cubicBezTo>
                    <a:cubicBezTo>
                      <a:pt x="32492" y="18691"/>
                      <a:pt x="32671" y="18501"/>
                      <a:pt x="32778" y="18355"/>
                    </a:cubicBezTo>
                    <a:cubicBezTo>
                      <a:pt x="32968" y="18102"/>
                      <a:pt x="33115" y="17955"/>
                      <a:pt x="33221" y="17912"/>
                    </a:cubicBezTo>
                    <a:cubicBezTo>
                      <a:pt x="33348" y="17849"/>
                      <a:pt x="33527" y="17818"/>
                      <a:pt x="33761" y="17818"/>
                    </a:cubicBezTo>
                    <a:lnTo>
                      <a:pt x="36488" y="17818"/>
                    </a:lnTo>
                    <a:cubicBezTo>
                      <a:pt x="36699" y="17818"/>
                      <a:pt x="36869" y="17881"/>
                      <a:pt x="36995" y="18007"/>
                    </a:cubicBezTo>
                    <a:cubicBezTo>
                      <a:pt x="37143" y="18134"/>
                      <a:pt x="37206" y="18292"/>
                      <a:pt x="37186" y="18481"/>
                    </a:cubicBezTo>
                    <a:cubicBezTo>
                      <a:pt x="37163" y="18817"/>
                      <a:pt x="36984" y="19228"/>
                      <a:pt x="36646" y="19713"/>
                    </a:cubicBezTo>
                    <a:cubicBezTo>
                      <a:pt x="36329" y="20198"/>
                      <a:pt x="35863" y="20672"/>
                      <a:pt x="35251" y="21135"/>
                    </a:cubicBezTo>
                    <a:cubicBezTo>
                      <a:pt x="34637" y="21597"/>
                      <a:pt x="33865" y="21988"/>
                      <a:pt x="32936" y="22304"/>
                    </a:cubicBezTo>
                    <a:cubicBezTo>
                      <a:pt x="32025" y="22599"/>
                      <a:pt x="30979" y="22746"/>
                      <a:pt x="29797" y="22746"/>
                    </a:cubicBezTo>
                    <a:close/>
                    <a:moveTo>
                      <a:pt x="26308" y="12795"/>
                    </a:moveTo>
                    <a:lnTo>
                      <a:pt x="33317" y="12795"/>
                    </a:lnTo>
                    <a:lnTo>
                      <a:pt x="33317" y="12700"/>
                    </a:lnTo>
                    <a:cubicBezTo>
                      <a:pt x="33317" y="11878"/>
                      <a:pt x="33178" y="11163"/>
                      <a:pt x="32904" y="10552"/>
                    </a:cubicBezTo>
                    <a:cubicBezTo>
                      <a:pt x="32628" y="9940"/>
                      <a:pt x="32227" y="9457"/>
                      <a:pt x="31699" y="9098"/>
                    </a:cubicBezTo>
                    <a:cubicBezTo>
                      <a:pt x="31169" y="8740"/>
                      <a:pt x="30535" y="8561"/>
                      <a:pt x="29797" y="8561"/>
                    </a:cubicBezTo>
                    <a:cubicBezTo>
                      <a:pt x="29056" y="8561"/>
                      <a:pt x="28422" y="8740"/>
                      <a:pt x="27894" y="9098"/>
                    </a:cubicBezTo>
                    <a:cubicBezTo>
                      <a:pt x="27364" y="9457"/>
                      <a:pt x="26963" y="9940"/>
                      <a:pt x="26689" y="10552"/>
                    </a:cubicBezTo>
                    <a:cubicBezTo>
                      <a:pt x="26435" y="11163"/>
                      <a:pt x="26308" y="11878"/>
                      <a:pt x="26308" y="12700"/>
                    </a:cubicBezTo>
                    <a:lnTo>
                      <a:pt x="26308" y="12795"/>
                    </a:lnTo>
                    <a:close/>
                    <a:moveTo>
                      <a:pt x="41757" y="22430"/>
                    </a:moveTo>
                    <a:cubicBezTo>
                      <a:pt x="41544" y="22430"/>
                      <a:pt x="41365" y="22356"/>
                      <a:pt x="41218" y="22209"/>
                    </a:cubicBezTo>
                    <a:cubicBezTo>
                      <a:pt x="41068" y="22062"/>
                      <a:pt x="40996" y="21882"/>
                      <a:pt x="40996" y="21672"/>
                    </a:cubicBezTo>
                    <a:lnTo>
                      <a:pt x="40996" y="6761"/>
                    </a:lnTo>
                    <a:cubicBezTo>
                      <a:pt x="40996" y="6551"/>
                      <a:pt x="41068" y="6370"/>
                      <a:pt x="41218" y="6224"/>
                    </a:cubicBezTo>
                    <a:cubicBezTo>
                      <a:pt x="41365" y="6077"/>
                      <a:pt x="41544" y="6002"/>
                      <a:pt x="41757" y="6002"/>
                    </a:cubicBezTo>
                    <a:lnTo>
                      <a:pt x="44230" y="6002"/>
                    </a:lnTo>
                    <a:cubicBezTo>
                      <a:pt x="44441" y="6002"/>
                      <a:pt x="44620" y="6077"/>
                      <a:pt x="44769" y="6224"/>
                    </a:cubicBezTo>
                    <a:cubicBezTo>
                      <a:pt x="44917" y="6370"/>
                      <a:pt x="44992" y="6551"/>
                      <a:pt x="44992" y="6761"/>
                    </a:cubicBezTo>
                    <a:lnTo>
                      <a:pt x="44992" y="7835"/>
                    </a:lnTo>
                    <a:cubicBezTo>
                      <a:pt x="45435" y="7246"/>
                      <a:pt x="46027" y="6749"/>
                      <a:pt x="46767" y="6350"/>
                    </a:cubicBezTo>
                    <a:cubicBezTo>
                      <a:pt x="47529" y="5928"/>
                      <a:pt x="48426" y="5707"/>
                      <a:pt x="49463" y="5687"/>
                    </a:cubicBezTo>
                    <a:cubicBezTo>
                      <a:pt x="51873" y="5644"/>
                      <a:pt x="53554" y="6582"/>
                      <a:pt x="54505" y="8498"/>
                    </a:cubicBezTo>
                    <a:cubicBezTo>
                      <a:pt x="54990" y="7656"/>
                      <a:pt x="55688" y="6982"/>
                      <a:pt x="56598" y="6476"/>
                    </a:cubicBezTo>
                    <a:cubicBezTo>
                      <a:pt x="57527" y="5951"/>
                      <a:pt x="58553" y="5687"/>
                      <a:pt x="59675" y="5687"/>
                    </a:cubicBezTo>
                    <a:cubicBezTo>
                      <a:pt x="60773" y="5687"/>
                      <a:pt x="61768" y="5939"/>
                      <a:pt x="62656" y="6445"/>
                    </a:cubicBezTo>
                    <a:cubicBezTo>
                      <a:pt x="63564" y="6950"/>
                      <a:pt x="64273" y="7720"/>
                      <a:pt x="64780" y="8751"/>
                    </a:cubicBezTo>
                    <a:cubicBezTo>
                      <a:pt x="65308" y="9762"/>
                      <a:pt x="65573" y="11046"/>
                      <a:pt x="65573" y="12605"/>
                    </a:cubicBezTo>
                    <a:lnTo>
                      <a:pt x="65573" y="21672"/>
                    </a:lnTo>
                    <a:cubicBezTo>
                      <a:pt x="65573" y="21882"/>
                      <a:pt x="65498" y="22062"/>
                      <a:pt x="65351" y="22209"/>
                    </a:cubicBezTo>
                    <a:cubicBezTo>
                      <a:pt x="65202" y="22356"/>
                      <a:pt x="65023" y="22430"/>
                      <a:pt x="64812" y="22430"/>
                    </a:cubicBezTo>
                    <a:lnTo>
                      <a:pt x="62212" y="22430"/>
                    </a:lnTo>
                    <a:cubicBezTo>
                      <a:pt x="61999" y="22430"/>
                      <a:pt x="61820" y="22356"/>
                      <a:pt x="61672" y="22209"/>
                    </a:cubicBezTo>
                    <a:cubicBezTo>
                      <a:pt x="61523" y="22062"/>
                      <a:pt x="61451" y="21882"/>
                      <a:pt x="61451" y="21672"/>
                    </a:cubicBezTo>
                    <a:lnTo>
                      <a:pt x="61451" y="12858"/>
                    </a:lnTo>
                    <a:cubicBezTo>
                      <a:pt x="61451" y="11910"/>
                      <a:pt x="61312" y="11163"/>
                      <a:pt x="61038" y="10615"/>
                    </a:cubicBezTo>
                    <a:cubicBezTo>
                      <a:pt x="60762" y="10046"/>
                      <a:pt x="60393" y="9647"/>
                      <a:pt x="59928" y="9414"/>
                    </a:cubicBezTo>
                    <a:cubicBezTo>
                      <a:pt x="59462" y="9182"/>
                      <a:pt x="58945" y="9067"/>
                      <a:pt x="58374" y="9067"/>
                    </a:cubicBezTo>
                    <a:cubicBezTo>
                      <a:pt x="57908" y="9067"/>
                      <a:pt x="57443" y="9182"/>
                      <a:pt x="56979" y="9414"/>
                    </a:cubicBezTo>
                    <a:cubicBezTo>
                      <a:pt x="56512" y="9647"/>
                      <a:pt x="56132" y="10046"/>
                      <a:pt x="55837" y="10615"/>
                    </a:cubicBezTo>
                    <a:cubicBezTo>
                      <a:pt x="55541" y="11163"/>
                      <a:pt x="55393" y="11910"/>
                      <a:pt x="55393" y="12858"/>
                    </a:cubicBezTo>
                    <a:lnTo>
                      <a:pt x="55393" y="21672"/>
                    </a:lnTo>
                    <a:cubicBezTo>
                      <a:pt x="55393" y="21882"/>
                      <a:pt x="55319" y="22062"/>
                      <a:pt x="55171" y="22209"/>
                    </a:cubicBezTo>
                    <a:cubicBezTo>
                      <a:pt x="55022" y="22356"/>
                      <a:pt x="54843" y="22430"/>
                      <a:pt x="54632" y="22430"/>
                    </a:cubicBezTo>
                    <a:lnTo>
                      <a:pt x="52032" y="22430"/>
                    </a:lnTo>
                    <a:cubicBezTo>
                      <a:pt x="51798" y="22430"/>
                      <a:pt x="51608" y="22356"/>
                      <a:pt x="51461" y="22209"/>
                    </a:cubicBezTo>
                    <a:cubicBezTo>
                      <a:pt x="51334" y="22062"/>
                      <a:pt x="51271" y="21882"/>
                      <a:pt x="51271" y="21672"/>
                    </a:cubicBezTo>
                    <a:lnTo>
                      <a:pt x="51271" y="12858"/>
                    </a:lnTo>
                    <a:cubicBezTo>
                      <a:pt x="51271" y="11910"/>
                      <a:pt x="51121" y="11163"/>
                      <a:pt x="50827" y="10615"/>
                    </a:cubicBezTo>
                    <a:cubicBezTo>
                      <a:pt x="50530" y="10046"/>
                      <a:pt x="50149" y="9647"/>
                      <a:pt x="49685" y="9414"/>
                    </a:cubicBezTo>
                    <a:cubicBezTo>
                      <a:pt x="49218" y="9182"/>
                      <a:pt x="48722" y="9067"/>
                      <a:pt x="48195" y="9067"/>
                    </a:cubicBezTo>
                    <a:cubicBezTo>
                      <a:pt x="47708" y="9067"/>
                      <a:pt x="47232" y="9193"/>
                      <a:pt x="46767" y="9446"/>
                    </a:cubicBezTo>
                    <a:cubicBezTo>
                      <a:pt x="46301" y="9678"/>
                      <a:pt x="45920" y="10066"/>
                      <a:pt x="45626" y="10615"/>
                    </a:cubicBezTo>
                    <a:cubicBezTo>
                      <a:pt x="45329" y="11163"/>
                      <a:pt x="45182" y="11910"/>
                      <a:pt x="45182" y="12858"/>
                    </a:cubicBezTo>
                    <a:lnTo>
                      <a:pt x="45182" y="21672"/>
                    </a:lnTo>
                    <a:cubicBezTo>
                      <a:pt x="45182" y="21882"/>
                      <a:pt x="45107" y="22062"/>
                      <a:pt x="44960" y="22209"/>
                    </a:cubicBezTo>
                    <a:cubicBezTo>
                      <a:pt x="44810" y="22356"/>
                      <a:pt x="44631" y="22430"/>
                      <a:pt x="44421" y="22430"/>
                    </a:cubicBezTo>
                    <a:lnTo>
                      <a:pt x="41757" y="22430"/>
                    </a:lnTo>
                    <a:close/>
                    <a:moveTo>
                      <a:pt x="70751" y="22430"/>
                    </a:moveTo>
                    <a:cubicBezTo>
                      <a:pt x="70541" y="22430"/>
                      <a:pt x="70362" y="22356"/>
                      <a:pt x="70212" y="22209"/>
                    </a:cubicBezTo>
                    <a:cubicBezTo>
                      <a:pt x="70065" y="22062"/>
                      <a:pt x="69990" y="21882"/>
                      <a:pt x="69990" y="21672"/>
                    </a:cubicBezTo>
                    <a:lnTo>
                      <a:pt x="69990" y="1106"/>
                    </a:lnTo>
                    <a:cubicBezTo>
                      <a:pt x="69990" y="873"/>
                      <a:pt x="70065" y="684"/>
                      <a:pt x="70212" y="537"/>
                    </a:cubicBezTo>
                    <a:cubicBezTo>
                      <a:pt x="70362" y="390"/>
                      <a:pt x="70541" y="316"/>
                      <a:pt x="70751" y="316"/>
                    </a:cubicBezTo>
                    <a:lnTo>
                      <a:pt x="79251" y="316"/>
                    </a:lnTo>
                    <a:cubicBezTo>
                      <a:pt x="80900" y="316"/>
                      <a:pt x="82338" y="580"/>
                      <a:pt x="83563" y="1106"/>
                    </a:cubicBezTo>
                    <a:cubicBezTo>
                      <a:pt x="84791" y="1611"/>
                      <a:pt x="85743" y="2390"/>
                      <a:pt x="86418" y="3443"/>
                    </a:cubicBezTo>
                    <a:cubicBezTo>
                      <a:pt x="87095" y="4475"/>
                      <a:pt x="87432" y="5770"/>
                      <a:pt x="87432" y="7329"/>
                    </a:cubicBezTo>
                    <a:cubicBezTo>
                      <a:pt x="87432" y="8909"/>
                      <a:pt x="87095" y="10215"/>
                      <a:pt x="86418" y="11247"/>
                    </a:cubicBezTo>
                    <a:cubicBezTo>
                      <a:pt x="85743" y="12258"/>
                      <a:pt x="84791" y="13016"/>
                      <a:pt x="83563" y="13521"/>
                    </a:cubicBezTo>
                    <a:cubicBezTo>
                      <a:pt x="82338" y="14027"/>
                      <a:pt x="80900" y="14279"/>
                      <a:pt x="79251" y="14279"/>
                    </a:cubicBezTo>
                    <a:lnTo>
                      <a:pt x="74525" y="14279"/>
                    </a:lnTo>
                    <a:lnTo>
                      <a:pt x="74525" y="21672"/>
                    </a:lnTo>
                    <a:cubicBezTo>
                      <a:pt x="74525" y="21882"/>
                      <a:pt x="74453" y="22062"/>
                      <a:pt x="74303" y="22209"/>
                    </a:cubicBezTo>
                    <a:cubicBezTo>
                      <a:pt x="74176" y="22356"/>
                      <a:pt x="73997" y="22430"/>
                      <a:pt x="73764" y="22430"/>
                    </a:cubicBezTo>
                    <a:lnTo>
                      <a:pt x="70751" y="22430"/>
                    </a:lnTo>
                    <a:close/>
                    <a:moveTo>
                      <a:pt x="74462" y="10773"/>
                    </a:moveTo>
                    <a:lnTo>
                      <a:pt x="79092" y="10773"/>
                    </a:lnTo>
                    <a:cubicBezTo>
                      <a:pt x="80320" y="10773"/>
                      <a:pt x="81260" y="10488"/>
                      <a:pt x="81914" y="9920"/>
                    </a:cubicBezTo>
                    <a:cubicBezTo>
                      <a:pt x="82571" y="9331"/>
                      <a:pt x="82897" y="8467"/>
                      <a:pt x="82897" y="7329"/>
                    </a:cubicBezTo>
                    <a:cubicBezTo>
                      <a:pt x="82897" y="6275"/>
                      <a:pt x="82592" y="5434"/>
                      <a:pt x="81978" y="4802"/>
                    </a:cubicBezTo>
                    <a:cubicBezTo>
                      <a:pt x="81366" y="4150"/>
                      <a:pt x="80404" y="3823"/>
                      <a:pt x="79092" y="3823"/>
                    </a:cubicBezTo>
                    <a:lnTo>
                      <a:pt x="74462" y="3823"/>
                    </a:lnTo>
                    <a:lnTo>
                      <a:pt x="74462" y="10773"/>
                    </a:lnTo>
                    <a:close/>
                    <a:moveTo>
                      <a:pt x="91276" y="22430"/>
                    </a:moveTo>
                    <a:cubicBezTo>
                      <a:pt x="91066" y="22430"/>
                      <a:pt x="90885" y="22356"/>
                      <a:pt x="90737" y="22209"/>
                    </a:cubicBezTo>
                    <a:cubicBezTo>
                      <a:pt x="90590" y="22062"/>
                      <a:pt x="90515" y="21882"/>
                      <a:pt x="90515" y="21672"/>
                    </a:cubicBezTo>
                    <a:lnTo>
                      <a:pt x="90515" y="6792"/>
                    </a:lnTo>
                    <a:cubicBezTo>
                      <a:pt x="90515" y="6560"/>
                      <a:pt x="90590" y="6370"/>
                      <a:pt x="90737" y="6224"/>
                    </a:cubicBezTo>
                    <a:cubicBezTo>
                      <a:pt x="90885" y="6077"/>
                      <a:pt x="91066" y="6002"/>
                      <a:pt x="91276" y="6002"/>
                    </a:cubicBezTo>
                    <a:lnTo>
                      <a:pt x="93845" y="6002"/>
                    </a:lnTo>
                    <a:cubicBezTo>
                      <a:pt x="94056" y="6002"/>
                      <a:pt x="94237" y="6077"/>
                      <a:pt x="94384" y="6224"/>
                    </a:cubicBezTo>
                    <a:cubicBezTo>
                      <a:pt x="94554" y="6370"/>
                      <a:pt x="94638" y="6560"/>
                      <a:pt x="94638" y="6792"/>
                    </a:cubicBezTo>
                    <a:lnTo>
                      <a:pt x="94638" y="8087"/>
                    </a:lnTo>
                    <a:cubicBezTo>
                      <a:pt x="95125" y="7413"/>
                      <a:pt x="95748" y="6898"/>
                      <a:pt x="96509" y="6540"/>
                    </a:cubicBezTo>
                    <a:cubicBezTo>
                      <a:pt x="97291" y="6181"/>
                      <a:pt x="98190" y="6002"/>
                      <a:pt x="99205" y="6002"/>
                    </a:cubicBezTo>
                    <a:lnTo>
                      <a:pt x="100505" y="6002"/>
                    </a:lnTo>
                    <a:cubicBezTo>
                      <a:pt x="100738" y="6002"/>
                      <a:pt x="100917" y="6077"/>
                      <a:pt x="101044" y="6224"/>
                    </a:cubicBezTo>
                    <a:cubicBezTo>
                      <a:pt x="101191" y="6370"/>
                      <a:pt x="101266" y="6551"/>
                      <a:pt x="101266" y="6761"/>
                    </a:cubicBezTo>
                    <a:lnTo>
                      <a:pt x="101266" y="9035"/>
                    </a:lnTo>
                    <a:cubicBezTo>
                      <a:pt x="101266" y="9245"/>
                      <a:pt x="101191" y="9426"/>
                      <a:pt x="101044" y="9572"/>
                    </a:cubicBezTo>
                    <a:cubicBezTo>
                      <a:pt x="100917" y="9719"/>
                      <a:pt x="100738" y="9793"/>
                      <a:pt x="100505" y="9793"/>
                    </a:cubicBezTo>
                    <a:lnTo>
                      <a:pt x="98031" y="9793"/>
                    </a:lnTo>
                    <a:cubicBezTo>
                      <a:pt x="97017" y="9793"/>
                      <a:pt x="96224" y="10078"/>
                      <a:pt x="95653" y="10646"/>
                    </a:cubicBezTo>
                    <a:cubicBezTo>
                      <a:pt x="95102" y="11215"/>
                      <a:pt x="94828" y="11994"/>
                      <a:pt x="94828" y="12984"/>
                    </a:cubicBezTo>
                    <a:lnTo>
                      <a:pt x="94828" y="21672"/>
                    </a:lnTo>
                    <a:cubicBezTo>
                      <a:pt x="94828" y="21882"/>
                      <a:pt x="94754" y="22062"/>
                      <a:pt x="94606" y="22209"/>
                    </a:cubicBezTo>
                    <a:cubicBezTo>
                      <a:pt x="94459" y="22356"/>
                      <a:pt x="94269" y="22430"/>
                      <a:pt x="94036" y="22430"/>
                    </a:cubicBezTo>
                    <a:lnTo>
                      <a:pt x="91276" y="22430"/>
                    </a:lnTo>
                    <a:close/>
                    <a:moveTo>
                      <a:pt x="110816" y="22746"/>
                    </a:moveTo>
                    <a:cubicBezTo>
                      <a:pt x="109124" y="22746"/>
                      <a:pt x="107697" y="22450"/>
                      <a:pt x="106535" y="21861"/>
                    </a:cubicBezTo>
                    <a:cubicBezTo>
                      <a:pt x="105393" y="21273"/>
                      <a:pt x="104517" y="20440"/>
                      <a:pt x="103903" y="19366"/>
                    </a:cubicBezTo>
                    <a:cubicBezTo>
                      <a:pt x="103312" y="18292"/>
                      <a:pt x="102972" y="17039"/>
                      <a:pt x="102888" y="15606"/>
                    </a:cubicBezTo>
                    <a:cubicBezTo>
                      <a:pt x="102868" y="15227"/>
                      <a:pt x="102856" y="14765"/>
                      <a:pt x="102856" y="14216"/>
                    </a:cubicBezTo>
                    <a:cubicBezTo>
                      <a:pt x="102856" y="13668"/>
                      <a:pt x="102868" y="13205"/>
                      <a:pt x="102888" y="12826"/>
                    </a:cubicBezTo>
                    <a:cubicBezTo>
                      <a:pt x="102972" y="11373"/>
                      <a:pt x="103321" y="10121"/>
                      <a:pt x="103934" y="9067"/>
                    </a:cubicBezTo>
                    <a:cubicBezTo>
                      <a:pt x="104569" y="7993"/>
                      <a:pt x="105457" y="7160"/>
                      <a:pt x="106598" y="6571"/>
                    </a:cubicBezTo>
                    <a:cubicBezTo>
                      <a:pt x="107760" y="5982"/>
                      <a:pt x="109167" y="5687"/>
                      <a:pt x="110816" y="5687"/>
                    </a:cubicBezTo>
                    <a:cubicBezTo>
                      <a:pt x="112465" y="5687"/>
                      <a:pt x="113861" y="5982"/>
                      <a:pt x="115002" y="6571"/>
                    </a:cubicBezTo>
                    <a:cubicBezTo>
                      <a:pt x="116164" y="7160"/>
                      <a:pt x="117052" y="7993"/>
                      <a:pt x="117666" y="9067"/>
                    </a:cubicBezTo>
                    <a:cubicBezTo>
                      <a:pt x="118300" y="10121"/>
                      <a:pt x="118661" y="11373"/>
                      <a:pt x="118744" y="12826"/>
                    </a:cubicBezTo>
                    <a:cubicBezTo>
                      <a:pt x="118765" y="13205"/>
                      <a:pt x="118776" y="13668"/>
                      <a:pt x="118776" y="14216"/>
                    </a:cubicBezTo>
                    <a:cubicBezTo>
                      <a:pt x="118776" y="14765"/>
                      <a:pt x="118765" y="15227"/>
                      <a:pt x="118744" y="15606"/>
                    </a:cubicBezTo>
                    <a:cubicBezTo>
                      <a:pt x="118661" y="17039"/>
                      <a:pt x="118312" y="18292"/>
                      <a:pt x="117698" y="19366"/>
                    </a:cubicBezTo>
                    <a:cubicBezTo>
                      <a:pt x="117107" y="20440"/>
                      <a:pt x="116228" y="21273"/>
                      <a:pt x="115066" y="21861"/>
                    </a:cubicBezTo>
                    <a:cubicBezTo>
                      <a:pt x="113924" y="22450"/>
                      <a:pt x="112508" y="22746"/>
                      <a:pt x="110816" y="22746"/>
                    </a:cubicBezTo>
                    <a:close/>
                    <a:moveTo>
                      <a:pt x="110816" y="19619"/>
                    </a:moveTo>
                    <a:cubicBezTo>
                      <a:pt x="111937" y="19619"/>
                      <a:pt x="112803" y="19271"/>
                      <a:pt x="113417" y="18576"/>
                    </a:cubicBezTo>
                    <a:cubicBezTo>
                      <a:pt x="114031" y="17861"/>
                      <a:pt x="114368" y="16818"/>
                      <a:pt x="114431" y="15448"/>
                    </a:cubicBezTo>
                    <a:cubicBezTo>
                      <a:pt x="114452" y="15132"/>
                      <a:pt x="114463" y="14722"/>
                      <a:pt x="114463" y="14216"/>
                    </a:cubicBezTo>
                    <a:cubicBezTo>
                      <a:pt x="114463" y="13711"/>
                      <a:pt x="114452" y="13300"/>
                      <a:pt x="114431" y="12984"/>
                    </a:cubicBezTo>
                    <a:cubicBezTo>
                      <a:pt x="114368" y="11637"/>
                      <a:pt x="114031" y="10603"/>
                      <a:pt x="113417" y="9888"/>
                    </a:cubicBezTo>
                    <a:cubicBezTo>
                      <a:pt x="112803" y="9173"/>
                      <a:pt x="111937" y="8814"/>
                      <a:pt x="110816" y="8814"/>
                    </a:cubicBezTo>
                    <a:cubicBezTo>
                      <a:pt x="109695" y="8814"/>
                      <a:pt x="108830" y="9173"/>
                      <a:pt x="108216" y="9888"/>
                    </a:cubicBezTo>
                    <a:cubicBezTo>
                      <a:pt x="107602" y="10603"/>
                      <a:pt x="107264" y="11637"/>
                      <a:pt x="107201" y="12984"/>
                    </a:cubicBezTo>
                    <a:cubicBezTo>
                      <a:pt x="107180" y="13300"/>
                      <a:pt x="107169" y="13711"/>
                      <a:pt x="107169" y="14216"/>
                    </a:cubicBezTo>
                    <a:cubicBezTo>
                      <a:pt x="107169" y="14722"/>
                      <a:pt x="107180" y="15132"/>
                      <a:pt x="107201" y="15448"/>
                    </a:cubicBezTo>
                    <a:cubicBezTo>
                      <a:pt x="107264" y="16818"/>
                      <a:pt x="107602" y="17861"/>
                      <a:pt x="108216" y="18576"/>
                    </a:cubicBezTo>
                    <a:cubicBezTo>
                      <a:pt x="108830" y="19271"/>
                      <a:pt x="109695" y="19619"/>
                      <a:pt x="110816" y="19619"/>
                    </a:cubicBezTo>
                    <a:close/>
                    <a:moveTo>
                      <a:pt x="129425" y="22746"/>
                    </a:moveTo>
                    <a:cubicBezTo>
                      <a:pt x="127903" y="22746"/>
                      <a:pt x="126562" y="22462"/>
                      <a:pt x="125397" y="21893"/>
                    </a:cubicBezTo>
                    <a:cubicBezTo>
                      <a:pt x="124256" y="21324"/>
                      <a:pt x="123359" y="20503"/>
                      <a:pt x="122702" y="19429"/>
                    </a:cubicBezTo>
                    <a:cubicBezTo>
                      <a:pt x="122067" y="18334"/>
                      <a:pt x="121719" y="17017"/>
                      <a:pt x="121655" y="15480"/>
                    </a:cubicBezTo>
                    <a:cubicBezTo>
                      <a:pt x="121635" y="15164"/>
                      <a:pt x="121623" y="14753"/>
                      <a:pt x="121623" y="14248"/>
                    </a:cubicBezTo>
                    <a:cubicBezTo>
                      <a:pt x="121623" y="13722"/>
                      <a:pt x="121635" y="13289"/>
                      <a:pt x="121655" y="12953"/>
                    </a:cubicBezTo>
                    <a:cubicBezTo>
                      <a:pt x="121719" y="11416"/>
                      <a:pt x="122067" y="10109"/>
                      <a:pt x="122702" y="9035"/>
                    </a:cubicBezTo>
                    <a:cubicBezTo>
                      <a:pt x="123359" y="7941"/>
                      <a:pt x="124256" y="7108"/>
                      <a:pt x="125397" y="6540"/>
                    </a:cubicBezTo>
                    <a:cubicBezTo>
                      <a:pt x="126562" y="5971"/>
                      <a:pt x="127903" y="5687"/>
                      <a:pt x="129425" y="5687"/>
                    </a:cubicBezTo>
                    <a:cubicBezTo>
                      <a:pt x="130779" y="5687"/>
                      <a:pt x="131930" y="5876"/>
                      <a:pt x="132882" y="6255"/>
                    </a:cubicBezTo>
                    <a:cubicBezTo>
                      <a:pt x="133833" y="6634"/>
                      <a:pt x="134617" y="7108"/>
                      <a:pt x="135228" y="7677"/>
                    </a:cubicBezTo>
                    <a:cubicBezTo>
                      <a:pt x="135842" y="8245"/>
                      <a:pt x="136297" y="8846"/>
                      <a:pt x="136592" y="9478"/>
                    </a:cubicBezTo>
                    <a:cubicBezTo>
                      <a:pt x="136909" y="10089"/>
                      <a:pt x="137079" y="10646"/>
                      <a:pt x="137099" y="11152"/>
                    </a:cubicBezTo>
                    <a:cubicBezTo>
                      <a:pt x="137122" y="11384"/>
                      <a:pt x="137047" y="11574"/>
                      <a:pt x="136877" y="11721"/>
                    </a:cubicBezTo>
                    <a:cubicBezTo>
                      <a:pt x="136730" y="11847"/>
                      <a:pt x="136551" y="11910"/>
                      <a:pt x="136338" y="11910"/>
                    </a:cubicBezTo>
                    <a:lnTo>
                      <a:pt x="133548" y="11910"/>
                    </a:lnTo>
                    <a:cubicBezTo>
                      <a:pt x="133337" y="11910"/>
                      <a:pt x="133167" y="11858"/>
                      <a:pt x="133040" y="11752"/>
                    </a:cubicBezTo>
                    <a:cubicBezTo>
                      <a:pt x="132936" y="11646"/>
                      <a:pt x="132829" y="11488"/>
                      <a:pt x="132723" y="11278"/>
                    </a:cubicBezTo>
                    <a:cubicBezTo>
                      <a:pt x="132406" y="10437"/>
                      <a:pt x="131985" y="9845"/>
                      <a:pt x="131454" y="9509"/>
                    </a:cubicBezTo>
                    <a:cubicBezTo>
                      <a:pt x="130947" y="9150"/>
                      <a:pt x="130292" y="8972"/>
                      <a:pt x="129488" y="8972"/>
                    </a:cubicBezTo>
                    <a:cubicBezTo>
                      <a:pt x="128433" y="8972"/>
                      <a:pt x="127585" y="9308"/>
                      <a:pt x="126951" y="9983"/>
                    </a:cubicBezTo>
                    <a:cubicBezTo>
                      <a:pt x="126340" y="10635"/>
                      <a:pt x="126011" y="11678"/>
                      <a:pt x="125968" y="13111"/>
                    </a:cubicBezTo>
                    <a:cubicBezTo>
                      <a:pt x="125927" y="13912"/>
                      <a:pt x="125927" y="14647"/>
                      <a:pt x="125968" y="15322"/>
                    </a:cubicBezTo>
                    <a:cubicBezTo>
                      <a:pt x="126011" y="16775"/>
                      <a:pt x="126340" y="17829"/>
                      <a:pt x="126951" y="18481"/>
                    </a:cubicBezTo>
                    <a:cubicBezTo>
                      <a:pt x="127585" y="19133"/>
                      <a:pt x="128433" y="19461"/>
                      <a:pt x="129488" y="19461"/>
                    </a:cubicBezTo>
                    <a:cubicBezTo>
                      <a:pt x="130313" y="19461"/>
                      <a:pt x="130979" y="19291"/>
                      <a:pt x="131486" y="18955"/>
                    </a:cubicBezTo>
                    <a:cubicBezTo>
                      <a:pt x="131994" y="18596"/>
                      <a:pt x="132406" y="17996"/>
                      <a:pt x="132723" y="17154"/>
                    </a:cubicBezTo>
                    <a:cubicBezTo>
                      <a:pt x="132829" y="16944"/>
                      <a:pt x="132936" y="16787"/>
                      <a:pt x="133040" y="16680"/>
                    </a:cubicBezTo>
                    <a:cubicBezTo>
                      <a:pt x="133167" y="16574"/>
                      <a:pt x="133337" y="16523"/>
                      <a:pt x="133548" y="16523"/>
                    </a:cubicBezTo>
                    <a:lnTo>
                      <a:pt x="136338" y="16523"/>
                    </a:lnTo>
                    <a:cubicBezTo>
                      <a:pt x="136551" y="16523"/>
                      <a:pt x="136730" y="16597"/>
                      <a:pt x="136877" y="16744"/>
                    </a:cubicBezTo>
                    <a:cubicBezTo>
                      <a:pt x="137047" y="16870"/>
                      <a:pt x="137122" y="17048"/>
                      <a:pt x="137099" y="17281"/>
                    </a:cubicBezTo>
                    <a:cubicBezTo>
                      <a:pt x="137079" y="17660"/>
                      <a:pt x="136973" y="18091"/>
                      <a:pt x="136782" y="18576"/>
                    </a:cubicBezTo>
                    <a:cubicBezTo>
                      <a:pt x="136615" y="19039"/>
                      <a:pt x="136329" y="19524"/>
                      <a:pt x="135926" y="20029"/>
                    </a:cubicBezTo>
                    <a:cubicBezTo>
                      <a:pt x="135545" y="20514"/>
                      <a:pt x="135061" y="20966"/>
                      <a:pt x="134467" y="21388"/>
                    </a:cubicBezTo>
                    <a:cubicBezTo>
                      <a:pt x="133876" y="21787"/>
                      <a:pt x="133158" y="22114"/>
                      <a:pt x="132311" y="22367"/>
                    </a:cubicBezTo>
                    <a:cubicBezTo>
                      <a:pt x="131486" y="22620"/>
                      <a:pt x="130526" y="22746"/>
                      <a:pt x="129425" y="22746"/>
                    </a:cubicBezTo>
                    <a:close/>
                    <a:moveTo>
                      <a:pt x="147510" y="22746"/>
                    </a:moveTo>
                    <a:cubicBezTo>
                      <a:pt x="145163" y="22746"/>
                      <a:pt x="143304" y="22071"/>
                      <a:pt x="141929" y="20724"/>
                    </a:cubicBezTo>
                    <a:cubicBezTo>
                      <a:pt x="140556" y="19377"/>
                      <a:pt x="139815" y="17459"/>
                      <a:pt x="139709" y="14974"/>
                    </a:cubicBezTo>
                    <a:cubicBezTo>
                      <a:pt x="139689" y="14765"/>
                      <a:pt x="139677" y="14501"/>
                      <a:pt x="139677" y="14185"/>
                    </a:cubicBezTo>
                    <a:cubicBezTo>
                      <a:pt x="139677" y="13849"/>
                      <a:pt x="139689" y="13584"/>
                      <a:pt x="139709" y="13395"/>
                    </a:cubicBezTo>
                    <a:cubicBezTo>
                      <a:pt x="139795" y="11815"/>
                      <a:pt x="140153" y="10446"/>
                      <a:pt x="140787" y="9288"/>
                    </a:cubicBezTo>
                    <a:cubicBezTo>
                      <a:pt x="141444" y="8130"/>
                      <a:pt x="142341" y="7246"/>
                      <a:pt x="143483" y="6634"/>
                    </a:cubicBezTo>
                    <a:cubicBezTo>
                      <a:pt x="144624" y="6002"/>
                      <a:pt x="145968" y="5687"/>
                      <a:pt x="147510" y="5687"/>
                    </a:cubicBezTo>
                    <a:cubicBezTo>
                      <a:pt x="149223" y="5687"/>
                      <a:pt x="150661" y="6045"/>
                      <a:pt x="151823" y="6761"/>
                    </a:cubicBezTo>
                    <a:cubicBezTo>
                      <a:pt x="152988" y="7456"/>
                      <a:pt x="153864" y="8435"/>
                      <a:pt x="154455" y="9699"/>
                    </a:cubicBezTo>
                    <a:cubicBezTo>
                      <a:pt x="155049" y="10942"/>
                      <a:pt x="155343" y="12384"/>
                      <a:pt x="155343" y="14027"/>
                    </a:cubicBezTo>
                    <a:lnTo>
                      <a:pt x="155343" y="14690"/>
                    </a:lnTo>
                    <a:cubicBezTo>
                      <a:pt x="155343" y="14900"/>
                      <a:pt x="155271" y="15080"/>
                      <a:pt x="155121" y="15227"/>
                    </a:cubicBezTo>
                    <a:cubicBezTo>
                      <a:pt x="154974" y="15374"/>
                      <a:pt x="154784" y="15448"/>
                      <a:pt x="154551" y="15448"/>
                    </a:cubicBezTo>
                    <a:lnTo>
                      <a:pt x="144022" y="15448"/>
                    </a:lnTo>
                    <a:cubicBezTo>
                      <a:pt x="144022" y="15448"/>
                      <a:pt x="144022" y="15480"/>
                      <a:pt x="144022" y="15543"/>
                    </a:cubicBezTo>
                    <a:cubicBezTo>
                      <a:pt x="144022" y="15606"/>
                      <a:pt x="144022" y="15658"/>
                      <a:pt x="144022" y="15701"/>
                    </a:cubicBezTo>
                    <a:cubicBezTo>
                      <a:pt x="144045" y="16439"/>
                      <a:pt x="144180" y="17123"/>
                      <a:pt x="144434" y="17755"/>
                    </a:cubicBezTo>
                    <a:cubicBezTo>
                      <a:pt x="144710" y="18366"/>
                      <a:pt x="145100" y="18860"/>
                      <a:pt x="145608" y="19239"/>
                    </a:cubicBezTo>
                    <a:cubicBezTo>
                      <a:pt x="146138" y="19619"/>
                      <a:pt x="146761" y="19808"/>
                      <a:pt x="147479" y="19808"/>
                    </a:cubicBezTo>
                    <a:cubicBezTo>
                      <a:pt x="148072" y="19808"/>
                      <a:pt x="148568" y="19725"/>
                      <a:pt x="148969" y="19555"/>
                    </a:cubicBezTo>
                    <a:cubicBezTo>
                      <a:pt x="149372" y="19366"/>
                      <a:pt x="149698" y="19156"/>
                      <a:pt x="149952" y="18923"/>
                    </a:cubicBezTo>
                    <a:cubicBezTo>
                      <a:pt x="150206" y="18691"/>
                      <a:pt x="150387" y="18501"/>
                      <a:pt x="150491" y="18355"/>
                    </a:cubicBezTo>
                    <a:cubicBezTo>
                      <a:pt x="150682" y="18102"/>
                      <a:pt x="150831" y="17955"/>
                      <a:pt x="150935" y="17912"/>
                    </a:cubicBezTo>
                    <a:cubicBezTo>
                      <a:pt x="151062" y="17849"/>
                      <a:pt x="151243" y="17818"/>
                      <a:pt x="151474" y="17818"/>
                    </a:cubicBezTo>
                    <a:lnTo>
                      <a:pt x="154202" y="17818"/>
                    </a:lnTo>
                    <a:cubicBezTo>
                      <a:pt x="154415" y="17818"/>
                      <a:pt x="154582" y="17881"/>
                      <a:pt x="154709" y="18007"/>
                    </a:cubicBezTo>
                    <a:cubicBezTo>
                      <a:pt x="154859" y="18134"/>
                      <a:pt x="154922" y="18292"/>
                      <a:pt x="154899" y="18481"/>
                    </a:cubicBezTo>
                    <a:cubicBezTo>
                      <a:pt x="154879" y="18817"/>
                      <a:pt x="154700" y="19228"/>
                      <a:pt x="154360" y="19713"/>
                    </a:cubicBezTo>
                    <a:cubicBezTo>
                      <a:pt x="154043" y="20198"/>
                      <a:pt x="153579" y="20672"/>
                      <a:pt x="152965" y="21135"/>
                    </a:cubicBezTo>
                    <a:cubicBezTo>
                      <a:pt x="152353" y="21597"/>
                      <a:pt x="151581" y="21988"/>
                      <a:pt x="150650" y="22304"/>
                    </a:cubicBezTo>
                    <a:cubicBezTo>
                      <a:pt x="149741" y="22599"/>
                      <a:pt x="148695" y="22746"/>
                      <a:pt x="147510" y="22746"/>
                    </a:cubicBezTo>
                    <a:close/>
                    <a:moveTo>
                      <a:pt x="144022" y="12795"/>
                    </a:moveTo>
                    <a:lnTo>
                      <a:pt x="151030" y="12795"/>
                    </a:lnTo>
                    <a:lnTo>
                      <a:pt x="151030" y="12700"/>
                    </a:lnTo>
                    <a:cubicBezTo>
                      <a:pt x="151030" y="11878"/>
                      <a:pt x="150894" y="11163"/>
                      <a:pt x="150618" y="10552"/>
                    </a:cubicBezTo>
                    <a:cubicBezTo>
                      <a:pt x="150344" y="9940"/>
                      <a:pt x="149943" y="9457"/>
                      <a:pt x="149413" y="9098"/>
                    </a:cubicBezTo>
                    <a:cubicBezTo>
                      <a:pt x="148885" y="8740"/>
                      <a:pt x="148251" y="8561"/>
                      <a:pt x="147510" y="8561"/>
                    </a:cubicBezTo>
                    <a:cubicBezTo>
                      <a:pt x="146772" y="8561"/>
                      <a:pt x="146138" y="8740"/>
                      <a:pt x="145608" y="9098"/>
                    </a:cubicBezTo>
                    <a:cubicBezTo>
                      <a:pt x="145080" y="9457"/>
                      <a:pt x="144679" y="9940"/>
                      <a:pt x="144402" y="10552"/>
                    </a:cubicBezTo>
                    <a:cubicBezTo>
                      <a:pt x="144149" y="11163"/>
                      <a:pt x="144022" y="11878"/>
                      <a:pt x="144022" y="12700"/>
                    </a:cubicBezTo>
                    <a:lnTo>
                      <a:pt x="144022" y="12795"/>
                    </a:lnTo>
                    <a:close/>
                    <a:moveTo>
                      <a:pt x="164957" y="22746"/>
                    </a:moveTo>
                    <a:cubicBezTo>
                      <a:pt x="163688" y="22746"/>
                      <a:pt x="162601" y="22599"/>
                      <a:pt x="161690" y="22304"/>
                    </a:cubicBezTo>
                    <a:cubicBezTo>
                      <a:pt x="160802" y="22008"/>
                      <a:pt x="160073" y="21640"/>
                      <a:pt x="159502" y="21198"/>
                    </a:cubicBezTo>
                    <a:cubicBezTo>
                      <a:pt x="158931" y="20756"/>
                      <a:pt x="158510" y="20314"/>
                      <a:pt x="158234" y="19871"/>
                    </a:cubicBezTo>
                    <a:cubicBezTo>
                      <a:pt x="157960" y="19429"/>
                      <a:pt x="157812" y="19061"/>
                      <a:pt x="157790" y="18765"/>
                    </a:cubicBezTo>
                    <a:cubicBezTo>
                      <a:pt x="157769" y="18533"/>
                      <a:pt x="157833" y="18355"/>
                      <a:pt x="157980" y="18228"/>
                    </a:cubicBezTo>
                    <a:cubicBezTo>
                      <a:pt x="158150" y="18082"/>
                      <a:pt x="158329" y="18007"/>
                      <a:pt x="158519" y="18007"/>
                    </a:cubicBezTo>
                    <a:lnTo>
                      <a:pt x="161025" y="18007"/>
                    </a:lnTo>
                    <a:cubicBezTo>
                      <a:pt x="161111" y="18007"/>
                      <a:pt x="161183" y="18019"/>
                      <a:pt x="161246" y="18039"/>
                    </a:cubicBezTo>
                    <a:cubicBezTo>
                      <a:pt x="161310" y="18059"/>
                      <a:pt x="161396" y="18122"/>
                      <a:pt x="161500" y="18228"/>
                    </a:cubicBezTo>
                    <a:cubicBezTo>
                      <a:pt x="161777" y="18461"/>
                      <a:pt x="162062" y="18702"/>
                      <a:pt x="162356" y="18955"/>
                    </a:cubicBezTo>
                    <a:cubicBezTo>
                      <a:pt x="162674" y="19208"/>
                      <a:pt x="163045" y="19429"/>
                      <a:pt x="163466" y="19619"/>
                    </a:cubicBezTo>
                    <a:cubicBezTo>
                      <a:pt x="163890" y="19788"/>
                      <a:pt x="164418" y="19871"/>
                      <a:pt x="165052" y="19871"/>
                    </a:cubicBezTo>
                    <a:cubicBezTo>
                      <a:pt x="165877" y="19871"/>
                      <a:pt x="166565" y="19713"/>
                      <a:pt x="167113" y="19397"/>
                    </a:cubicBezTo>
                    <a:cubicBezTo>
                      <a:pt x="167684" y="19061"/>
                      <a:pt x="167970" y="18587"/>
                      <a:pt x="167970" y="17976"/>
                    </a:cubicBezTo>
                    <a:cubicBezTo>
                      <a:pt x="167970" y="17533"/>
                      <a:pt x="167843" y="17175"/>
                      <a:pt x="167589" y="16902"/>
                    </a:cubicBezTo>
                    <a:cubicBezTo>
                      <a:pt x="167358" y="16629"/>
                      <a:pt x="166914" y="16385"/>
                      <a:pt x="166257" y="16175"/>
                    </a:cubicBezTo>
                    <a:cubicBezTo>
                      <a:pt x="165602" y="15943"/>
                      <a:pt x="164671" y="15701"/>
                      <a:pt x="163466" y="15448"/>
                    </a:cubicBezTo>
                    <a:cubicBezTo>
                      <a:pt x="162284" y="15175"/>
                      <a:pt x="161301" y="14828"/>
                      <a:pt x="160517" y="14406"/>
                    </a:cubicBezTo>
                    <a:cubicBezTo>
                      <a:pt x="159736" y="13984"/>
                      <a:pt x="159153" y="13458"/>
                      <a:pt x="158773" y="12826"/>
                    </a:cubicBezTo>
                    <a:cubicBezTo>
                      <a:pt x="158392" y="12194"/>
                      <a:pt x="158202" y="11457"/>
                      <a:pt x="158202" y="10615"/>
                    </a:cubicBezTo>
                    <a:cubicBezTo>
                      <a:pt x="158202" y="9793"/>
                      <a:pt x="158447" y="9015"/>
                      <a:pt x="158931" y="8277"/>
                    </a:cubicBezTo>
                    <a:cubicBezTo>
                      <a:pt x="159439" y="7519"/>
                      <a:pt x="160180" y="6898"/>
                      <a:pt x="161151" y="6413"/>
                    </a:cubicBezTo>
                    <a:cubicBezTo>
                      <a:pt x="162146" y="5928"/>
                      <a:pt x="163371" y="5687"/>
                      <a:pt x="164830" y="5687"/>
                    </a:cubicBezTo>
                    <a:cubicBezTo>
                      <a:pt x="165972" y="5687"/>
                      <a:pt x="166966" y="5833"/>
                      <a:pt x="167811" y="6129"/>
                    </a:cubicBezTo>
                    <a:cubicBezTo>
                      <a:pt x="168658" y="6402"/>
                      <a:pt x="169356" y="6749"/>
                      <a:pt x="169904" y="7171"/>
                    </a:cubicBezTo>
                    <a:cubicBezTo>
                      <a:pt x="170475" y="7593"/>
                      <a:pt x="170910" y="8024"/>
                      <a:pt x="171204" y="8467"/>
                    </a:cubicBezTo>
                    <a:cubicBezTo>
                      <a:pt x="171501" y="8889"/>
                      <a:pt x="171660" y="9256"/>
                      <a:pt x="171680" y="9572"/>
                    </a:cubicBezTo>
                    <a:cubicBezTo>
                      <a:pt x="171703" y="9805"/>
                      <a:pt x="171639" y="9994"/>
                      <a:pt x="171490" y="10141"/>
                    </a:cubicBezTo>
                    <a:cubicBezTo>
                      <a:pt x="171343" y="10267"/>
                      <a:pt x="171173" y="10330"/>
                      <a:pt x="170982" y="10330"/>
                    </a:cubicBezTo>
                    <a:lnTo>
                      <a:pt x="168636" y="10330"/>
                    </a:lnTo>
                    <a:cubicBezTo>
                      <a:pt x="168531" y="10330"/>
                      <a:pt x="168436" y="10310"/>
                      <a:pt x="168350" y="10267"/>
                    </a:cubicBezTo>
                    <a:cubicBezTo>
                      <a:pt x="168266" y="10224"/>
                      <a:pt x="168183" y="10173"/>
                      <a:pt x="168096" y="10109"/>
                    </a:cubicBezTo>
                    <a:cubicBezTo>
                      <a:pt x="167865" y="9900"/>
                      <a:pt x="167612" y="9678"/>
                      <a:pt x="167335" y="9446"/>
                    </a:cubicBezTo>
                    <a:cubicBezTo>
                      <a:pt x="167061" y="9214"/>
                      <a:pt x="166724" y="9015"/>
                      <a:pt x="166321" y="8846"/>
                    </a:cubicBezTo>
                    <a:cubicBezTo>
                      <a:pt x="165940" y="8656"/>
                      <a:pt x="165433" y="8561"/>
                      <a:pt x="164798" y="8561"/>
                    </a:cubicBezTo>
                    <a:cubicBezTo>
                      <a:pt x="163996" y="8561"/>
                      <a:pt x="163383" y="8740"/>
                      <a:pt x="162959" y="9098"/>
                    </a:cubicBezTo>
                    <a:cubicBezTo>
                      <a:pt x="162538" y="9435"/>
                      <a:pt x="162325" y="9868"/>
                      <a:pt x="162325" y="10394"/>
                    </a:cubicBezTo>
                    <a:cubicBezTo>
                      <a:pt x="162325" y="10753"/>
                      <a:pt x="162420" y="11068"/>
                      <a:pt x="162610" y="11341"/>
                    </a:cubicBezTo>
                    <a:cubicBezTo>
                      <a:pt x="162823" y="11594"/>
                      <a:pt x="163235" y="11836"/>
                      <a:pt x="163847" y="12068"/>
                    </a:cubicBezTo>
                    <a:cubicBezTo>
                      <a:pt x="164461" y="12300"/>
                      <a:pt x="165392" y="12542"/>
                      <a:pt x="166638" y="12795"/>
                    </a:cubicBezTo>
                    <a:cubicBezTo>
                      <a:pt x="168056" y="13047"/>
                      <a:pt x="169175" y="13427"/>
                      <a:pt x="169999" y="13932"/>
                    </a:cubicBezTo>
                    <a:cubicBezTo>
                      <a:pt x="170846" y="14417"/>
                      <a:pt x="171438" y="14986"/>
                      <a:pt x="171775" y="15638"/>
                    </a:cubicBezTo>
                    <a:cubicBezTo>
                      <a:pt x="172135" y="16270"/>
                      <a:pt x="172314" y="16976"/>
                      <a:pt x="172314" y="17755"/>
                    </a:cubicBezTo>
                    <a:cubicBezTo>
                      <a:pt x="172314" y="18702"/>
                      <a:pt x="172029" y="19555"/>
                      <a:pt x="171458" y="20314"/>
                    </a:cubicBezTo>
                    <a:cubicBezTo>
                      <a:pt x="170910" y="21072"/>
                      <a:pt x="170085" y="21672"/>
                      <a:pt x="168984" y="22114"/>
                    </a:cubicBezTo>
                    <a:cubicBezTo>
                      <a:pt x="167906" y="22536"/>
                      <a:pt x="166565" y="22746"/>
                      <a:pt x="164957" y="22746"/>
                    </a:cubicBezTo>
                    <a:close/>
                    <a:moveTo>
                      <a:pt x="181837" y="22746"/>
                    </a:moveTo>
                    <a:cubicBezTo>
                      <a:pt x="180569" y="22746"/>
                      <a:pt x="179479" y="22599"/>
                      <a:pt x="178571" y="22304"/>
                    </a:cubicBezTo>
                    <a:cubicBezTo>
                      <a:pt x="177683" y="22008"/>
                      <a:pt x="176953" y="21640"/>
                      <a:pt x="176383" y="21198"/>
                    </a:cubicBezTo>
                    <a:cubicBezTo>
                      <a:pt x="175812" y="20756"/>
                      <a:pt x="175388" y="20314"/>
                      <a:pt x="175114" y="19871"/>
                    </a:cubicBezTo>
                    <a:cubicBezTo>
                      <a:pt x="174838" y="19429"/>
                      <a:pt x="174690" y="19061"/>
                      <a:pt x="174670" y="18765"/>
                    </a:cubicBezTo>
                    <a:cubicBezTo>
                      <a:pt x="174647" y="18533"/>
                      <a:pt x="174711" y="18355"/>
                      <a:pt x="174860" y="18228"/>
                    </a:cubicBezTo>
                    <a:cubicBezTo>
                      <a:pt x="175028" y="18082"/>
                      <a:pt x="175209" y="18007"/>
                      <a:pt x="175399" y="18007"/>
                    </a:cubicBezTo>
                    <a:lnTo>
                      <a:pt x="177905" y="18007"/>
                    </a:lnTo>
                    <a:cubicBezTo>
                      <a:pt x="177989" y="18007"/>
                      <a:pt x="178063" y="18019"/>
                      <a:pt x="178127" y="18039"/>
                    </a:cubicBezTo>
                    <a:cubicBezTo>
                      <a:pt x="178190" y="18059"/>
                      <a:pt x="178274" y="18122"/>
                      <a:pt x="178380" y="18228"/>
                    </a:cubicBezTo>
                    <a:cubicBezTo>
                      <a:pt x="178655" y="18461"/>
                      <a:pt x="178940" y="18702"/>
                      <a:pt x="179237" y="18955"/>
                    </a:cubicBezTo>
                    <a:cubicBezTo>
                      <a:pt x="179554" y="19208"/>
                      <a:pt x="179923" y="19429"/>
                      <a:pt x="180347" y="19619"/>
                    </a:cubicBezTo>
                    <a:cubicBezTo>
                      <a:pt x="180768" y="19788"/>
                      <a:pt x="181298" y="19871"/>
                      <a:pt x="181932" y="19871"/>
                    </a:cubicBezTo>
                    <a:cubicBezTo>
                      <a:pt x="182757" y="19871"/>
                      <a:pt x="183443" y="19713"/>
                      <a:pt x="183994" y="19397"/>
                    </a:cubicBezTo>
                    <a:cubicBezTo>
                      <a:pt x="184565" y="19061"/>
                      <a:pt x="184850" y="18587"/>
                      <a:pt x="184850" y="17976"/>
                    </a:cubicBezTo>
                    <a:cubicBezTo>
                      <a:pt x="184850" y="17533"/>
                      <a:pt x="184723" y="17175"/>
                      <a:pt x="184469" y="16902"/>
                    </a:cubicBezTo>
                    <a:cubicBezTo>
                      <a:pt x="184236" y="16629"/>
                      <a:pt x="183792" y="16385"/>
                      <a:pt x="183137" y="16175"/>
                    </a:cubicBezTo>
                    <a:cubicBezTo>
                      <a:pt x="182481" y="15943"/>
                      <a:pt x="181552" y="15701"/>
                      <a:pt x="180347" y="15448"/>
                    </a:cubicBezTo>
                    <a:cubicBezTo>
                      <a:pt x="179162" y="15175"/>
                      <a:pt x="178179" y="14828"/>
                      <a:pt x="177397" y="14406"/>
                    </a:cubicBezTo>
                    <a:cubicBezTo>
                      <a:pt x="176614" y="13984"/>
                      <a:pt x="176034" y="13458"/>
                      <a:pt x="175653" y="12826"/>
                    </a:cubicBezTo>
                    <a:cubicBezTo>
                      <a:pt x="175273" y="12194"/>
                      <a:pt x="175082" y="11457"/>
                      <a:pt x="175082" y="10615"/>
                    </a:cubicBezTo>
                    <a:cubicBezTo>
                      <a:pt x="175082" y="9793"/>
                      <a:pt x="175325" y="9015"/>
                      <a:pt x="175812" y="8277"/>
                    </a:cubicBezTo>
                    <a:cubicBezTo>
                      <a:pt x="176319" y="7519"/>
                      <a:pt x="177058" y="6898"/>
                      <a:pt x="178032" y="6413"/>
                    </a:cubicBezTo>
                    <a:cubicBezTo>
                      <a:pt x="179024" y="5928"/>
                      <a:pt x="180252" y="5687"/>
                      <a:pt x="181710" y="5687"/>
                    </a:cubicBezTo>
                    <a:cubicBezTo>
                      <a:pt x="182852" y="5687"/>
                      <a:pt x="183844" y="5833"/>
                      <a:pt x="184691" y="6129"/>
                    </a:cubicBezTo>
                    <a:cubicBezTo>
                      <a:pt x="185536" y="6402"/>
                      <a:pt x="186234" y="6749"/>
                      <a:pt x="186784" y="7171"/>
                    </a:cubicBezTo>
                    <a:cubicBezTo>
                      <a:pt x="187355" y="7593"/>
                      <a:pt x="187788" y="8024"/>
                      <a:pt x="188085" y="8467"/>
                    </a:cubicBezTo>
                    <a:cubicBezTo>
                      <a:pt x="188379" y="8889"/>
                      <a:pt x="188538" y="9256"/>
                      <a:pt x="188560" y="9572"/>
                    </a:cubicBezTo>
                    <a:cubicBezTo>
                      <a:pt x="188581" y="9805"/>
                      <a:pt x="188517" y="9994"/>
                      <a:pt x="188370" y="10141"/>
                    </a:cubicBezTo>
                    <a:cubicBezTo>
                      <a:pt x="188221" y="10267"/>
                      <a:pt x="188053" y="10330"/>
                      <a:pt x="187863" y="10330"/>
                    </a:cubicBezTo>
                    <a:lnTo>
                      <a:pt x="185516" y="10330"/>
                    </a:lnTo>
                    <a:cubicBezTo>
                      <a:pt x="185409" y="10330"/>
                      <a:pt x="185314" y="10310"/>
                      <a:pt x="185231" y="10267"/>
                    </a:cubicBezTo>
                    <a:cubicBezTo>
                      <a:pt x="185144" y="10224"/>
                      <a:pt x="185061" y="10173"/>
                      <a:pt x="184977" y="10109"/>
                    </a:cubicBezTo>
                    <a:cubicBezTo>
                      <a:pt x="184743" y="9900"/>
                      <a:pt x="184490" y="9678"/>
                      <a:pt x="184216" y="9446"/>
                    </a:cubicBezTo>
                    <a:cubicBezTo>
                      <a:pt x="183939" y="9214"/>
                      <a:pt x="183602" y="9015"/>
                      <a:pt x="183201" y="8846"/>
                    </a:cubicBezTo>
                    <a:cubicBezTo>
                      <a:pt x="182820" y="8656"/>
                      <a:pt x="182313" y="8561"/>
                      <a:pt x="181679" y="8561"/>
                    </a:cubicBezTo>
                    <a:cubicBezTo>
                      <a:pt x="180875" y="8561"/>
                      <a:pt x="180261" y="8740"/>
                      <a:pt x="179839" y="9098"/>
                    </a:cubicBezTo>
                    <a:cubicBezTo>
                      <a:pt x="179416" y="9435"/>
                      <a:pt x="179205" y="9868"/>
                      <a:pt x="179205" y="10394"/>
                    </a:cubicBezTo>
                    <a:cubicBezTo>
                      <a:pt x="179205" y="10753"/>
                      <a:pt x="179300" y="11068"/>
                      <a:pt x="179490" y="11341"/>
                    </a:cubicBezTo>
                    <a:cubicBezTo>
                      <a:pt x="179701" y="11594"/>
                      <a:pt x="180113" y="11836"/>
                      <a:pt x="180727" y="12068"/>
                    </a:cubicBezTo>
                    <a:cubicBezTo>
                      <a:pt x="181339" y="12300"/>
                      <a:pt x="182270" y="12542"/>
                      <a:pt x="183518" y="12795"/>
                    </a:cubicBezTo>
                    <a:cubicBezTo>
                      <a:pt x="184934" y="13047"/>
                      <a:pt x="186055" y="13427"/>
                      <a:pt x="186880" y="13932"/>
                    </a:cubicBezTo>
                    <a:cubicBezTo>
                      <a:pt x="187724" y="14417"/>
                      <a:pt x="188316" y="14986"/>
                      <a:pt x="188655" y="15638"/>
                    </a:cubicBezTo>
                    <a:cubicBezTo>
                      <a:pt x="189013" y="16270"/>
                      <a:pt x="189195" y="16976"/>
                      <a:pt x="189195" y="17755"/>
                    </a:cubicBezTo>
                    <a:cubicBezTo>
                      <a:pt x="189195" y="18702"/>
                      <a:pt x="188909" y="19555"/>
                      <a:pt x="188338" y="20314"/>
                    </a:cubicBezTo>
                    <a:cubicBezTo>
                      <a:pt x="187788" y="21072"/>
                      <a:pt x="186963" y="21672"/>
                      <a:pt x="185865" y="22114"/>
                    </a:cubicBezTo>
                    <a:cubicBezTo>
                      <a:pt x="184787" y="22536"/>
                      <a:pt x="183443" y="22746"/>
                      <a:pt x="181837" y="22746"/>
                    </a:cubicBezTo>
                    <a:close/>
                    <a:moveTo>
                      <a:pt x="199762" y="22746"/>
                    </a:moveTo>
                    <a:cubicBezTo>
                      <a:pt x="198070" y="22746"/>
                      <a:pt x="196643" y="22450"/>
                      <a:pt x="195481" y="21861"/>
                    </a:cubicBezTo>
                    <a:cubicBezTo>
                      <a:pt x="194339" y="21273"/>
                      <a:pt x="193460" y="20440"/>
                      <a:pt x="192848" y="19366"/>
                    </a:cubicBezTo>
                    <a:cubicBezTo>
                      <a:pt x="192255" y="18292"/>
                      <a:pt x="191917" y="17039"/>
                      <a:pt x="191834" y="15606"/>
                    </a:cubicBezTo>
                    <a:cubicBezTo>
                      <a:pt x="191811" y="15227"/>
                      <a:pt x="191802" y="14765"/>
                      <a:pt x="191802" y="14216"/>
                    </a:cubicBezTo>
                    <a:cubicBezTo>
                      <a:pt x="191802" y="13668"/>
                      <a:pt x="191811" y="13205"/>
                      <a:pt x="191834" y="12826"/>
                    </a:cubicBezTo>
                    <a:cubicBezTo>
                      <a:pt x="191917" y="11373"/>
                      <a:pt x="192266" y="10121"/>
                      <a:pt x="192880" y="9067"/>
                    </a:cubicBezTo>
                    <a:cubicBezTo>
                      <a:pt x="193514" y="7993"/>
                      <a:pt x="194402" y="7160"/>
                      <a:pt x="195544" y="6571"/>
                    </a:cubicBezTo>
                    <a:cubicBezTo>
                      <a:pt x="196706" y="5982"/>
                      <a:pt x="198113" y="5687"/>
                      <a:pt x="199762" y="5687"/>
                    </a:cubicBezTo>
                    <a:cubicBezTo>
                      <a:pt x="201411" y="5687"/>
                      <a:pt x="202806" y="5982"/>
                      <a:pt x="203948" y="6571"/>
                    </a:cubicBezTo>
                    <a:cubicBezTo>
                      <a:pt x="205110" y="7160"/>
                      <a:pt x="205998" y="7993"/>
                      <a:pt x="206612" y="9067"/>
                    </a:cubicBezTo>
                    <a:cubicBezTo>
                      <a:pt x="207246" y="10121"/>
                      <a:pt x="207604" y="11373"/>
                      <a:pt x="207690" y="12826"/>
                    </a:cubicBezTo>
                    <a:cubicBezTo>
                      <a:pt x="207710" y="13205"/>
                      <a:pt x="207722" y="13668"/>
                      <a:pt x="207722" y="14216"/>
                    </a:cubicBezTo>
                    <a:cubicBezTo>
                      <a:pt x="207722" y="14765"/>
                      <a:pt x="207710" y="15227"/>
                      <a:pt x="207690" y="15606"/>
                    </a:cubicBezTo>
                    <a:cubicBezTo>
                      <a:pt x="207604" y="17039"/>
                      <a:pt x="207255" y="18292"/>
                      <a:pt x="206643" y="19366"/>
                    </a:cubicBezTo>
                    <a:cubicBezTo>
                      <a:pt x="206050" y="20440"/>
                      <a:pt x="205173" y="21273"/>
                      <a:pt x="204011" y="21861"/>
                    </a:cubicBezTo>
                    <a:cubicBezTo>
                      <a:pt x="202870" y="22450"/>
                      <a:pt x="201452" y="22746"/>
                      <a:pt x="199762" y="22746"/>
                    </a:cubicBezTo>
                    <a:close/>
                    <a:moveTo>
                      <a:pt x="199762" y="19619"/>
                    </a:moveTo>
                    <a:cubicBezTo>
                      <a:pt x="200881" y="19619"/>
                      <a:pt x="201748" y="19271"/>
                      <a:pt x="202362" y="18576"/>
                    </a:cubicBezTo>
                    <a:cubicBezTo>
                      <a:pt x="202974" y="17861"/>
                      <a:pt x="203314" y="16818"/>
                      <a:pt x="203377" y="15448"/>
                    </a:cubicBezTo>
                    <a:cubicBezTo>
                      <a:pt x="203397" y="15132"/>
                      <a:pt x="203409" y="14722"/>
                      <a:pt x="203409" y="14216"/>
                    </a:cubicBezTo>
                    <a:cubicBezTo>
                      <a:pt x="203409" y="13711"/>
                      <a:pt x="203397" y="13300"/>
                      <a:pt x="203377" y="12984"/>
                    </a:cubicBezTo>
                    <a:cubicBezTo>
                      <a:pt x="203314" y="11637"/>
                      <a:pt x="202974" y="10603"/>
                      <a:pt x="202362" y="9888"/>
                    </a:cubicBezTo>
                    <a:cubicBezTo>
                      <a:pt x="201748" y="9173"/>
                      <a:pt x="200881" y="8814"/>
                      <a:pt x="199762" y="8814"/>
                    </a:cubicBezTo>
                    <a:cubicBezTo>
                      <a:pt x="198640" y="8814"/>
                      <a:pt x="197773" y="9173"/>
                      <a:pt x="197161" y="9888"/>
                    </a:cubicBezTo>
                    <a:cubicBezTo>
                      <a:pt x="196547" y="10603"/>
                      <a:pt x="196210" y="11637"/>
                      <a:pt x="196147" y="12984"/>
                    </a:cubicBezTo>
                    <a:cubicBezTo>
                      <a:pt x="196124" y="13300"/>
                      <a:pt x="196115" y="13711"/>
                      <a:pt x="196115" y="14216"/>
                    </a:cubicBezTo>
                    <a:cubicBezTo>
                      <a:pt x="196115" y="14722"/>
                      <a:pt x="196124" y="15132"/>
                      <a:pt x="196147" y="15448"/>
                    </a:cubicBezTo>
                    <a:cubicBezTo>
                      <a:pt x="196210" y="16818"/>
                      <a:pt x="196547" y="17861"/>
                      <a:pt x="197161" y="18576"/>
                    </a:cubicBezTo>
                    <a:cubicBezTo>
                      <a:pt x="197773" y="19271"/>
                      <a:pt x="198640" y="19619"/>
                      <a:pt x="199762" y="19619"/>
                    </a:cubicBezTo>
                    <a:close/>
                    <a:moveTo>
                      <a:pt x="211996" y="22430"/>
                    </a:moveTo>
                    <a:cubicBezTo>
                      <a:pt x="211786" y="22430"/>
                      <a:pt x="211604" y="22356"/>
                      <a:pt x="211457" y="22209"/>
                    </a:cubicBezTo>
                    <a:cubicBezTo>
                      <a:pt x="211310" y="22062"/>
                      <a:pt x="211235" y="21882"/>
                      <a:pt x="211235" y="21672"/>
                    </a:cubicBezTo>
                    <a:lnTo>
                      <a:pt x="211235" y="6792"/>
                    </a:lnTo>
                    <a:cubicBezTo>
                      <a:pt x="211235" y="6560"/>
                      <a:pt x="211310" y="6370"/>
                      <a:pt x="211457" y="6224"/>
                    </a:cubicBezTo>
                    <a:cubicBezTo>
                      <a:pt x="211604" y="6077"/>
                      <a:pt x="211786" y="6002"/>
                      <a:pt x="211996" y="6002"/>
                    </a:cubicBezTo>
                    <a:lnTo>
                      <a:pt x="214565" y="6002"/>
                    </a:lnTo>
                    <a:cubicBezTo>
                      <a:pt x="214776" y="6002"/>
                      <a:pt x="214957" y="6077"/>
                      <a:pt x="215104" y="6224"/>
                    </a:cubicBezTo>
                    <a:cubicBezTo>
                      <a:pt x="215274" y="6370"/>
                      <a:pt x="215358" y="6560"/>
                      <a:pt x="215358" y="6792"/>
                    </a:cubicBezTo>
                    <a:lnTo>
                      <a:pt x="215358" y="8087"/>
                    </a:lnTo>
                    <a:cubicBezTo>
                      <a:pt x="215845" y="7413"/>
                      <a:pt x="216468" y="6898"/>
                      <a:pt x="217229" y="6540"/>
                    </a:cubicBezTo>
                    <a:cubicBezTo>
                      <a:pt x="218010" y="6181"/>
                      <a:pt x="218910" y="6002"/>
                      <a:pt x="219924" y="6002"/>
                    </a:cubicBezTo>
                    <a:lnTo>
                      <a:pt x="221225" y="6002"/>
                    </a:lnTo>
                    <a:cubicBezTo>
                      <a:pt x="221458" y="6002"/>
                      <a:pt x="221637" y="6077"/>
                      <a:pt x="221764" y="6224"/>
                    </a:cubicBezTo>
                    <a:cubicBezTo>
                      <a:pt x="221911" y="6370"/>
                      <a:pt x="221986" y="6551"/>
                      <a:pt x="221986" y="6761"/>
                    </a:cubicBezTo>
                    <a:lnTo>
                      <a:pt x="221986" y="9035"/>
                    </a:lnTo>
                    <a:cubicBezTo>
                      <a:pt x="221986" y="9245"/>
                      <a:pt x="221911" y="9426"/>
                      <a:pt x="221764" y="9572"/>
                    </a:cubicBezTo>
                    <a:cubicBezTo>
                      <a:pt x="221637" y="9719"/>
                      <a:pt x="221458" y="9793"/>
                      <a:pt x="221225" y="9793"/>
                    </a:cubicBezTo>
                    <a:lnTo>
                      <a:pt x="218751" y="9793"/>
                    </a:lnTo>
                    <a:cubicBezTo>
                      <a:pt x="217736" y="9793"/>
                      <a:pt x="216943" y="10078"/>
                      <a:pt x="216373" y="10646"/>
                    </a:cubicBezTo>
                    <a:cubicBezTo>
                      <a:pt x="215822" y="11215"/>
                      <a:pt x="215548" y="11994"/>
                      <a:pt x="215548" y="12984"/>
                    </a:cubicBezTo>
                    <a:lnTo>
                      <a:pt x="215548" y="21672"/>
                    </a:lnTo>
                    <a:cubicBezTo>
                      <a:pt x="215548" y="21882"/>
                      <a:pt x="215473" y="22062"/>
                      <a:pt x="215326" y="22209"/>
                    </a:cubicBezTo>
                    <a:cubicBezTo>
                      <a:pt x="215179" y="22356"/>
                      <a:pt x="214989" y="22430"/>
                      <a:pt x="214755" y="22430"/>
                    </a:cubicBezTo>
                    <a:lnTo>
                      <a:pt x="211996" y="22430"/>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7" name="Freeform 166">
                <a:extLst>
                  <a:ext uri="{FF2B5EF4-FFF2-40B4-BE49-F238E27FC236}">
                    <a16:creationId xmlns:a16="http://schemas.microsoft.com/office/drawing/2014/main" id="{CF18F7C4-1A24-8677-6218-60B7096B1D1F}"/>
                  </a:ext>
                </a:extLst>
              </p:cNvPr>
              <p:cNvSpPr/>
              <p:nvPr/>
            </p:nvSpPr>
            <p:spPr>
              <a:xfrm>
                <a:off x="2286984" y="6360778"/>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8" name="Freeform 167">
                <a:extLst>
                  <a:ext uri="{FF2B5EF4-FFF2-40B4-BE49-F238E27FC236}">
                    <a16:creationId xmlns:a16="http://schemas.microsoft.com/office/drawing/2014/main" id="{A08F0D44-372B-44FC-C85A-4F9EE15CA40D}"/>
                  </a:ext>
                </a:extLst>
              </p:cNvPr>
              <p:cNvSpPr/>
              <p:nvPr/>
            </p:nvSpPr>
            <p:spPr>
              <a:xfrm>
                <a:off x="2277923" y="6369805"/>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9" name="Freeform 168">
                <a:extLst>
                  <a:ext uri="{FF2B5EF4-FFF2-40B4-BE49-F238E27FC236}">
                    <a16:creationId xmlns:a16="http://schemas.microsoft.com/office/drawing/2014/main" id="{57EC7E22-0751-9162-8D70-8C84F43348BA}"/>
                  </a:ext>
                </a:extLst>
              </p:cNvPr>
              <p:cNvSpPr/>
              <p:nvPr/>
            </p:nvSpPr>
            <p:spPr>
              <a:xfrm>
                <a:off x="2273393" y="638334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0" name="Freeform 169">
                <a:extLst>
                  <a:ext uri="{FF2B5EF4-FFF2-40B4-BE49-F238E27FC236}">
                    <a16:creationId xmlns:a16="http://schemas.microsoft.com/office/drawing/2014/main" id="{F2A98F34-CCB4-9C95-7636-308519F6D3F8}"/>
                  </a:ext>
                </a:extLst>
              </p:cNvPr>
              <p:cNvSpPr/>
              <p:nvPr/>
            </p:nvSpPr>
            <p:spPr>
              <a:xfrm>
                <a:off x="2314167" y="638334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1" name="Freeform 170">
                <a:extLst>
                  <a:ext uri="{FF2B5EF4-FFF2-40B4-BE49-F238E27FC236}">
                    <a16:creationId xmlns:a16="http://schemas.microsoft.com/office/drawing/2014/main" id="{8CD42736-6E3E-373A-CD40-35D4CD41EE88}"/>
                  </a:ext>
                </a:extLst>
              </p:cNvPr>
              <p:cNvSpPr/>
              <p:nvPr/>
            </p:nvSpPr>
            <p:spPr>
              <a:xfrm>
                <a:off x="2302841" y="6381087"/>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2" name="Freeform 171">
                <a:extLst>
                  <a:ext uri="{FF2B5EF4-FFF2-40B4-BE49-F238E27FC236}">
                    <a16:creationId xmlns:a16="http://schemas.microsoft.com/office/drawing/2014/main" id="{8488BF0E-EBB7-2484-5806-A04FAB194C4A}"/>
                  </a:ext>
                </a:extLst>
              </p:cNvPr>
              <p:cNvSpPr/>
              <p:nvPr/>
            </p:nvSpPr>
            <p:spPr>
              <a:xfrm>
                <a:off x="2289249" y="6381087"/>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grpSp>
            <p:nvGrpSpPr>
              <p:cNvPr id="173" name="Graphic 26">
                <a:extLst>
                  <a:ext uri="{FF2B5EF4-FFF2-40B4-BE49-F238E27FC236}">
                    <a16:creationId xmlns:a16="http://schemas.microsoft.com/office/drawing/2014/main" id="{DB230C5A-A90D-97AE-554F-D26CE9C3585C}"/>
                  </a:ext>
                </a:extLst>
              </p:cNvPr>
              <p:cNvGrpSpPr/>
              <p:nvPr/>
            </p:nvGrpSpPr>
            <p:grpSpPr>
              <a:xfrm>
                <a:off x="2728699" y="6218615"/>
                <a:ext cx="40774" cy="40619"/>
                <a:chOff x="2728699" y="6218615"/>
                <a:chExt cx="40774" cy="40619"/>
              </a:xfrm>
              <a:solidFill>
                <a:srgbClr val="000000"/>
              </a:solidFill>
            </p:grpSpPr>
            <p:sp>
              <p:nvSpPr>
                <p:cNvPr id="197" name="Freeform 196">
                  <a:extLst>
                    <a:ext uri="{FF2B5EF4-FFF2-40B4-BE49-F238E27FC236}">
                      <a16:creationId xmlns:a16="http://schemas.microsoft.com/office/drawing/2014/main" id="{6E62FCB3-13A4-A0AD-920E-8D1181991B1E}"/>
                    </a:ext>
                  </a:extLst>
                </p:cNvPr>
                <p:cNvSpPr/>
                <p:nvPr/>
              </p:nvSpPr>
              <p:spPr>
                <a:xfrm>
                  <a:off x="2728699" y="6241104"/>
                  <a:ext cx="18199" cy="18129"/>
                </a:xfrm>
                <a:custGeom>
                  <a:avLst/>
                  <a:gdLst>
                    <a:gd name="csX0" fmla="*/ 17622 w 18199"/>
                    <a:gd name="csY0" fmla="*/ 0 h 18129"/>
                    <a:gd name="csX1" fmla="*/ 18199 w 18199"/>
                    <a:gd name="csY1" fmla="*/ 575 h 18129"/>
                    <a:gd name="csX2" fmla="*/ 18199 w 18199"/>
                    <a:gd name="csY2" fmla="*/ 13201 h 18129"/>
                    <a:gd name="csX3" fmla="*/ 17622 w 18199"/>
                    <a:gd name="csY3" fmla="*/ 13776 h 18129"/>
                    <a:gd name="csX4" fmla="*/ 14165 w 18199"/>
                    <a:gd name="csY4" fmla="*/ 13776 h 18129"/>
                    <a:gd name="csX5" fmla="*/ 13590 w 18199"/>
                    <a:gd name="csY5" fmla="*/ 13201 h 18129"/>
                    <a:gd name="csX6" fmla="*/ 13590 w 18199"/>
                    <a:gd name="csY6" fmla="*/ 7808 h 18129"/>
                    <a:gd name="csX7" fmla="*/ 3396 w 18199"/>
                    <a:gd name="csY7" fmla="*/ 17962 h 18129"/>
                    <a:gd name="csX8" fmla="*/ 2581 w 18199"/>
                    <a:gd name="csY8" fmla="*/ 17962 h 18129"/>
                    <a:gd name="csX9" fmla="*/ 168 w 18199"/>
                    <a:gd name="csY9" fmla="*/ 15559 h 18129"/>
                    <a:gd name="csX10" fmla="*/ 168 w 18199"/>
                    <a:gd name="csY10" fmla="*/ 14747 h 18129"/>
                    <a:gd name="csX11" fmla="*/ 10362 w 18199"/>
                    <a:gd name="csY11" fmla="*/ 4592 h 18129"/>
                    <a:gd name="csX12" fmla="*/ 4948 w 18199"/>
                    <a:gd name="csY12" fmla="*/ 4592 h 18129"/>
                    <a:gd name="csX13" fmla="*/ 4370 w 18199"/>
                    <a:gd name="csY13" fmla="*/ 4019 h 18129"/>
                    <a:gd name="csX14" fmla="*/ 4370 w 18199"/>
                    <a:gd name="csY14" fmla="*/ 575 h 18129"/>
                    <a:gd name="csX15" fmla="*/ 4948 w 18199"/>
                    <a:gd name="csY15" fmla="*/ 0 h 18129"/>
                    <a:gd name="csX16" fmla="*/ 17622 w 18199"/>
                    <a:gd name="csY16" fmla="*/ 0 h 181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199" h="18129">
                      <a:moveTo>
                        <a:pt x="17622" y="0"/>
                      </a:moveTo>
                      <a:cubicBezTo>
                        <a:pt x="17941" y="0"/>
                        <a:pt x="18199" y="257"/>
                        <a:pt x="18199" y="575"/>
                      </a:cubicBezTo>
                      <a:lnTo>
                        <a:pt x="18199" y="13201"/>
                      </a:lnTo>
                      <a:cubicBezTo>
                        <a:pt x="18199" y="13519"/>
                        <a:pt x="17941" y="13776"/>
                        <a:pt x="17622" y="13776"/>
                      </a:cubicBezTo>
                      <a:lnTo>
                        <a:pt x="14165" y="13776"/>
                      </a:lnTo>
                      <a:cubicBezTo>
                        <a:pt x="13848" y="13776"/>
                        <a:pt x="13590" y="13519"/>
                        <a:pt x="13590" y="13201"/>
                      </a:cubicBezTo>
                      <a:lnTo>
                        <a:pt x="13590" y="7808"/>
                      </a:lnTo>
                      <a:lnTo>
                        <a:pt x="3396" y="17962"/>
                      </a:lnTo>
                      <a:cubicBezTo>
                        <a:pt x="3170" y="18186"/>
                        <a:pt x="2805" y="18186"/>
                        <a:pt x="2581" y="17962"/>
                      </a:cubicBezTo>
                      <a:lnTo>
                        <a:pt x="168" y="15559"/>
                      </a:lnTo>
                      <a:cubicBezTo>
                        <a:pt x="-56" y="15336"/>
                        <a:pt x="-56" y="14972"/>
                        <a:pt x="168" y="14747"/>
                      </a:cubicBezTo>
                      <a:lnTo>
                        <a:pt x="10362" y="4592"/>
                      </a:lnTo>
                      <a:lnTo>
                        <a:pt x="4948" y="4592"/>
                      </a:lnTo>
                      <a:cubicBezTo>
                        <a:pt x="4628" y="4592"/>
                        <a:pt x="4370" y="4335"/>
                        <a:pt x="4370" y="4019"/>
                      </a:cubicBezTo>
                      <a:lnTo>
                        <a:pt x="4370" y="575"/>
                      </a:lnTo>
                      <a:cubicBezTo>
                        <a:pt x="4370" y="257"/>
                        <a:pt x="4628" y="0"/>
                        <a:pt x="4948" y="0"/>
                      </a:cubicBezTo>
                      <a:lnTo>
                        <a:pt x="17622" y="0"/>
                      </a:lnTo>
                      <a:close/>
                    </a:path>
                  </a:pathLst>
                </a:custGeom>
                <a:solidFill>
                  <a:srgbClr val="000000"/>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8" name="Freeform 197">
                  <a:extLst>
                    <a:ext uri="{FF2B5EF4-FFF2-40B4-BE49-F238E27FC236}">
                      <a16:creationId xmlns:a16="http://schemas.microsoft.com/office/drawing/2014/main" id="{5A458E64-22BF-05A2-D3E3-BEB493F30053}"/>
                    </a:ext>
                  </a:extLst>
                </p:cNvPr>
                <p:cNvSpPr/>
                <p:nvPr/>
              </p:nvSpPr>
              <p:spPr>
                <a:xfrm>
                  <a:off x="2750352" y="6218615"/>
                  <a:ext cx="19120" cy="19045"/>
                </a:xfrm>
                <a:custGeom>
                  <a:avLst/>
                  <a:gdLst>
                    <a:gd name="csX0" fmla="*/ 15725 w 19120"/>
                    <a:gd name="csY0" fmla="*/ 168 h 19045"/>
                    <a:gd name="csX1" fmla="*/ 16541 w 19120"/>
                    <a:gd name="csY1" fmla="*/ 168 h 19045"/>
                    <a:gd name="csX2" fmla="*/ 18951 w 19120"/>
                    <a:gd name="csY2" fmla="*/ 2571 h 19045"/>
                    <a:gd name="csX3" fmla="*/ 18951 w 19120"/>
                    <a:gd name="csY3" fmla="*/ 3383 h 19045"/>
                    <a:gd name="csX4" fmla="*/ 7835 w 19120"/>
                    <a:gd name="csY4" fmla="*/ 14456 h 19045"/>
                    <a:gd name="csX5" fmla="*/ 13251 w 19120"/>
                    <a:gd name="csY5" fmla="*/ 14456 h 19045"/>
                    <a:gd name="csX6" fmla="*/ 13829 w 19120"/>
                    <a:gd name="csY6" fmla="*/ 15029 h 19045"/>
                    <a:gd name="csX7" fmla="*/ 13829 w 19120"/>
                    <a:gd name="csY7" fmla="*/ 18473 h 19045"/>
                    <a:gd name="csX8" fmla="*/ 13251 w 19120"/>
                    <a:gd name="csY8" fmla="*/ 19046 h 19045"/>
                    <a:gd name="csX9" fmla="*/ 578 w 19120"/>
                    <a:gd name="csY9" fmla="*/ 19046 h 19045"/>
                    <a:gd name="csX10" fmla="*/ 0 w 19120"/>
                    <a:gd name="csY10" fmla="*/ 18473 h 19045"/>
                    <a:gd name="csX11" fmla="*/ 0 w 19120"/>
                    <a:gd name="csY11" fmla="*/ 5847 h 19045"/>
                    <a:gd name="csX12" fmla="*/ 578 w 19120"/>
                    <a:gd name="csY12" fmla="*/ 5272 h 19045"/>
                    <a:gd name="csX13" fmla="*/ 4034 w 19120"/>
                    <a:gd name="csY13" fmla="*/ 5272 h 19045"/>
                    <a:gd name="csX14" fmla="*/ 4610 w 19120"/>
                    <a:gd name="csY14" fmla="*/ 5847 h 19045"/>
                    <a:gd name="csX15" fmla="*/ 4610 w 19120"/>
                    <a:gd name="csY15" fmla="*/ 11240 h 19045"/>
                    <a:gd name="csX16" fmla="*/ 15725 w 19120"/>
                    <a:gd name="csY16" fmla="*/ 168 h 190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0" h="19045">
                      <a:moveTo>
                        <a:pt x="15725" y="168"/>
                      </a:moveTo>
                      <a:cubicBezTo>
                        <a:pt x="15949" y="-56"/>
                        <a:pt x="16314" y="-56"/>
                        <a:pt x="16541" y="168"/>
                      </a:cubicBezTo>
                      <a:lnTo>
                        <a:pt x="18951" y="2571"/>
                      </a:lnTo>
                      <a:cubicBezTo>
                        <a:pt x="19177" y="2794"/>
                        <a:pt x="19177" y="3157"/>
                        <a:pt x="18951" y="3383"/>
                      </a:cubicBezTo>
                      <a:lnTo>
                        <a:pt x="7835" y="14456"/>
                      </a:lnTo>
                      <a:lnTo>
                        <a:pt x="13251" y="14456"/>
                      </a:lnTo>
                      <a:cubicBezTo>
                        <a:pt x="13571" y="14456"/>
                        <a:pt x="13829" y="14713"/>
                        <a:pt x="13829" y="15029"/>
                      </a:cubicBezTo>
                      <a:lnTo>
                        <a:pt x="13829" y="18473"/>
                      </a:lnTo>
                      <a:cubicBezTo>
                        <a:pt x="13829" y="18791"/>
                        <a:pt x="13571" y="19046"/>
                        <a:pt x="13251" y="19046"/>
                      </a:cubicBezTo>
                      <a:lnTo>
                        <a:pt x="578" y="19046"/>
                      </a:lnTo>
                      <a:cubicBezTo>
                        <a:pt x="258" y="19046"/>
                        <a:pt x="0" y="18791"/>
                        <a:pt x="0" y="18473"/>
                      </a:cubicBezTo>
                      <a:lnTo>
                        <a:pt x="0" y="5847"/>
                      </a:lnTo>
                      <a:cubicBezTo>
                        <a:pt x="0" y="5529"/>
                        <a:pt x="258" y="5272"/>
                        <a:pt x="578" y="5272"/>
                      </a:cubicBezTo>
                      <a:lnTo>
                        <a:pt x="4034" y="5272"/>
                      </a:lnTo>
                      <a:cubicBezTo>
                        <a:pt x="4352" y="5272"/>
                        <a:pt x="4610" y="5529"/>
                        <a:pt x="4610" y="5847"/>
                      </a:cubicBezTo>
                      <a:lnTo>
                        <a:pt x="4610" y="11240"/>
                      </a:lnTo>
                      <a:lnTo>
                        <a:pt x="15725" y="168"/>
                      </a:lnTo>
                      <a:close/>
                    </a:path>
                  </a:pathLst>
                </a:custGeom>
                <a:solidFill>
                  <a:srgbClr val="000000"/>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grpSp>
          <p:sp>
            <p:nvSpPr>
              <p:cNvPr id="174" name="Freeform 173">
                <a:extLst>
                  <a:ext uri="{FF2B5EF4-FFF2-40B4-BE49-F238E27FC236}">
                    <a16:creationId xmlns:a16="http://schemas.microsoft.com/office/drawing/2014/main" id="{F701C506-CA27-C1FC-61F7-B196959281C8}"/>
                  </a:ext>
                </a:extLst>
              </p:cNvPr>
              <p:cNvSpPr/>
              <p:nvPr/>
            </p:nvSpPr>
            <p:spPr>
              <a:xfrm>
                <a:off x="2656213" y="5767303"/>
                <a:ext cx="13591" cy="13539"/>
              </a:xfrm>
              <a:custGeom>
                <a:avLst/>
                <a:gdLst>
                  <a:gd name="csX0" fmla="*/ 11326 w 13591"/>
                  <a:gd name="csY0" fmla="*/ 0 h 13539"/>
                  <a:gd name="csX1" fmla="*/ 2265 w 13591"/>
                  <a:gd name="csY1" fmla="*/ 0 h 13539"/>
                  <a:gd name="csX2" fmla="*/ 0 w 13591"/>
                  <a:gd name="csY2" fmla="*/ 2257 h 13539"/>
                  <a:gd name="csX3" fmla="*/ 0 w 13591"/>
                  <a:gd name="csY3" fmla="*/ 11283 h 13539"/>
                  <a:gd name="csX4" fmla="*/ 2265 w 13591"/>
                  <a:gd name="csY4" fmla="*/ 13539 h 13539"/>
                  <a:gd name="csX5" fmla="*/ 11326 w 13591"/>
                  <a:gd name="csY5" fmla="*/ 13539 h 13539"/>
                  <a:gd name="csX6" fmla="*/ 13591 w 13591"/>
                  <a:gd name="csY6" fmla="*/ 11283 h 13539"/>
                  <a:gd name="csX7" fmla="*/ 13591 w 13591"/>
                  <a:gd name="csY7" fmla="*/ 2257 h 13539"/>
                  <a:gd name="csX8" fmla="*/ 11326 w 13591"/>
                  <a:gd name="csY8" fmla="*/ 0 h 135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91" h="13539">
                    <a:moveTo>
                      <a:pt x="11326" y="0"/>
                    </a:moveTo>
                    <a:lnTo>
                      <a:pt x="2265" y="0"/>
                    </a:lnTo>
                    <a:cubicBezTo>
                      <a:pt x="1015" y="0"/>
                      <a:pt x="0" y="1011"/>
                      <a:pt x="0" y="2257"/>
                    </a:cubicBezTo>
                    <a:lnTo>
                      <a:pt x="0" y="11283"/>
                    </a:lnTo>
                    <a:cubicBezTo>
                      <a:pt x="0" y="12528"/>
                      <a:pt x="1015" y="13539"/>
                      <a:pt x="2265" y="13539"/>
                    </a:cubicBezTo>
                    <a:lnTo>
                      <a:pt x="11326" y="13539"/>
                    </a:lnTo>
                    <a:cubicBezTo>
                      <a:pt x="12576" y="13539"/>
                      <a:pt x="13591" y="12528"/>
                      <a:pt x="13591" y="11283"/>
                    </a:cubicBezTo>
                    <a:lnTo>
                      <a:pt x="13591" y="2257"/>
                    </a:lnTo>
                    <a:cubicBezTo>
                      <a:pt x="13591" y="1011"/>
                      <a:pt x="12576" y="0"/>
                      <a:pt x="11326"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5" name="Freeform 174">
                <a:extLst>
                  <a:ext uri="{FF2B5EF4-FFF2-40B4-BE49-F238E27FC236}">
                    <a16:creationId xmlns:a16="http://schemas.microsoft.com/office/drawing/2014/main" id="{C317C4AB-DE4D-3FC0-CFF0-92D003A0A04F}"/>
                  </a:ext>
                </a:extLst>
              </p:cNvPr>
              <p:cNvSpPr/>
              <p:nvPr/>
            </p:nvSpPr>
            <p:spPr>
              <a:xfrm>
                <a:off x="2624500" y="5767303"/>
                <a:ext cx="13591" cy="13539"/>
              </a:xfrm>
              <a:custGeom>
                <a:avLst/>
                <a:gdLst>
                  <a:gd name="csX0" fmla="*/ 11326 w 13591"/>
                  <a:gd name="csY0" fmla="*/ 0 h 13539"/>
                  <a:gd name="csX1" fmla="*/ 2265 w 13591"/>
                  <a:gd name="csY1" fmla="*/ 0 h 13539"/>
                  <a:gd name="csX2" fmla="*/ 0 w 13591"/>
                  <a:gd name="csY2" fmla="*/ 2257 h 13539"/>
                  <a:gd name="csX3" fmla="*/ 0 w 13591"/>
                  <a:gd name="csY3" fmla="*/ 11283 h 13539"/>
                  <a:gd name="csX4" fmla="*/ 2265 w 13591"/>
                  <a:gd name="csY4" fmla="*/ 13539 h 13539"/>
                  <a:gd name="csX5" fmla="*/ 11326 w 13591"/>
                  <a:gd name="csY5" fmla="*/ 13539 h 13539"/>
                  <a:gd name="csX6" fmla="*/ 13591 w 13591"/>
                  <a:gd name="csY6" fmla="*/ 11283 h 13539"/>
                  <a:gd name="csX7" fmla="*/ 13591 w 13591"/>
                  <a:gd name="csY7" fmla="*/ 2257 h 13539"/>
                  <a:gd name="csX8" fmla="*/ 11326 w 13591"/>
                  <a:gd name="csY8" fmla="*/ 0 h 135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91" h="13539">
                    <a:moveTo>
                      <a:pt x="11326" y="0"/>
                    </a:moveTo>
                    <a:lnTo>
                      <a:pt x="2265" y="0"/>
                    </a:lnTo>
                    <a:cubicBezTo>
                      <a:pt x="1015" y="0"/>
                      <a:pt x="0" y="1011"/>
                      <a:pt x="0" y="2257"/>
                    </a:cubicBezTo>
                    <a:lnTo>
                      <a:pt x="0" y="11283"/>
                    </a:lnTo>
                    <a:cubicBezTo>
                      <a:pt x="0" y="12528"/>
                      <a:pt x="1015" y="13539"/>
                      <a:pt x="2265" y="13539"/>
                    </a:cubicBezTo>
                    <a:lnTo>
                      <a:pt x="11326" y="13539"/>
                    </a:lnTo>
                    <a:cubicBezTo>
                      <a:pt x="12576" y="13539"/>
                      <a:pt x="13591" y="12528"/>
                      <a:pt x="13591" y="11283"/>
                    </a:cubicBezTo>
                    <a:lnTo>
                      <a:pt x="13591" y="2257"/>
                    </a:lnTo>
                    <a:cubicBezTo>
                      <a:pt x="13591" y="1011"/>
                      <a:pt x="12576" y="0"/>
                      <a:pt x="11326"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6" name="Freeform 175">
                <a:extLst>
                  <a:ext uri="{FF2B5EF4-FFF2-40B4-BE49-F238E27FC236}">
                    <a16:creationId xmlns:a16="http://schemas.microsoft.com/office/drawing/2014/main" id="{0C118DF6-A88E-3ABE-674F-54F5C3F2A4CC}"/>
                  </a:ext>
                </a:extLst>
              </p:cNvPr>
              <p:cNvSpPr/>
              <p:nvPr/>
            </p:nvSpPr>
            <p:spPr>
              <a:xfrm>
                <a:off x="2640356" y="5735716"/>
                <a:ext cx="13591" cy="13539"/>
              </a:xfrm>
              <a:custGeom>
                <a:avLst/>
                <a:gdLst>
                  <a:gd name="csX0" fmla="*/ 11326 w 13591"/>
                  <a:gd name="csY0" fmla="*/ 0 h 13539"/>
                  <a:gd name="csX1" fmla="*/ 2265 w 13591"/>
                  <a:gd name="csY1" fmla="*/ 0 h 13539"/>
                  <a:gd name="csX2" fmla="*/ 0 w 13591"/>
                  <a:gd name="csY2" fmla="*/ 2257 h 13539"/>
                  <a:gd name="csX3" fmla="*/ 0 w 13591"/>
                  <a:gd name="csY3" fmla="*/ 11283 h 13539"/>
                  <a:gd name="csX4" fmla="*/ 2265 w 13591"/>
                  <a:gd name="csY4" fmla="*/ 13539 h 13539"/>
                  <a:gd name="csX5" fmla="*/ 11326 w 13591"/>
                  <a:gd name="csY5" fmla="*/ 13539 h 13539"/>
                  <a:gd name="csX6" fmla="*/ 13591 w 13591"/>
                  <a:gd name="csY6" fmla="*/ 11283 h 13539"/>
                  <a:gd name="csX7" fmla="*/ 13591 w 13591"/>
                  <a:gd name="csY7" fmla="*/ 2257 h 13539"/>
                  <a:gd name="csX8" fmla="*/ 11326 w 13591"/>
                  <a:gd name="csY8" fmla="*/ 0 h 135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91" h="13539">
                    <a:moveTo>
                      <a:pt x="11326" y="0"/>
                    </a:moveTo>
                    <a:lnTo>
                      <a:pt x="2265" y="0"/>
                    </a:lnTo>
                    <a:cubicBezTo>
                      <a:pt x="1015" y="0"/>
                      <a:pt x="0" y="1011"/>
                      <a:pt x="0" y="2257"/>
                    </a:cubicBezTo>
                    <a:lnTo>
                      <a:pt x="0" y="11283"/>
                    </a:lnTo>
                    <a:cubicBezTo>
                      <a:pt x="0" y="12528"/>
                      <a:pt x="1015" y="13539"/>
                      <a:pt x="2265" y="13539"/>
                    </a:cubicBezTo>
                    <a:lnTo>
                      <a:pt x="11326" y="13539"/>
                    </a:lnTo>
                    <a:cubicBezTo>
                      <a:pt x="12576" y="13539"/>
                      <a:pt x="13591" y="12528"/>
                      <a:pt x="13591" y="11283"/>
                    </a:cubicBezTo>
                    <a:lnTo>
                      <a:pt x="13591" y="2257"/>
                    </a:lnTo>
                    <a:cubicBezTo>
                      <a:pt x="13591" y="1011"/>
                      <a:pt x="12576" y="0"/>
                      <a:pt x="11326"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7" name="Freeform 176">
                <a:extLst>
                  <a:ext uri="{FF2B5EF4-FFF2-40B4-BE49-F238E27FC236}">
                    <a16:creationId xmlns:a16="http://schemas.microsoft.com/office/drawing/2014/main" id="{7CDE6464-E6DD-3FF7-AAC3-D6979C2E9664}"/>
                  </a:ext>
                </a:extLst>
              </p:cNvPr>
              <p:cNvSpPr/>
              <p:nvPr/>
            </p:nvSpPr>
            <p:spPr>
              <a:xfrm>
                <a:off x="2631296" y="5758279"/>
                <a:ext cx="31712" cy="9026"/>
              </a:xfrm>
              <a:custGeom>
                <a:avLst/>
                <a:gdLst>
                  <a:gd name="csX0" fmla="*/ 0 w 31712"/>
                  <a:gd name="csY0" fmla="*/ 9026 h 9026"/>
                  <a:gd name="csX1" fmla="*/ 0 w 31712"/>
                  <a:gd name="csY1" fmla="*/ 2257 h 9026"/>
                  <a:gd name="csX2" fmla="*/ 664 w 31712"/>
                  <a:gd name="csY2" fmla="*/ 661 h 9026"/>
                  <a:gd name="csX3" fmla="*/ 2265 w 31712"/>
                  <a:gd name="csY3" fmla="*/ 0 h 9026"/>
                  <a:gd name="csX4" fmla="*/ 29448 w 31712"/>
                  <a:gd name="csY4" fmla="*/ 0 h 9026"/>
                  <a:gd name="csX5" fmla="*/ 31049 w 31712"/>
                  <a:gd name="csY5" fmla="*/ 661 h 9026"/>
                  <a:gd name="csX6" fmla="*/ 31713 w 31712"/>
                  <a:gd name="csY6" fmla="*/ 2257 h 9026"/>
                  <a:gd name="csX7" fmla="*/ 31713 w 31712"/>
                  <a:gd name="csY7" fmla="*/ 9026 h 90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1712" h="9026">
                    <a:moveTo>
                      <a:pt x="0" y="9026"/>
                    </a:moveTo>
                    <a:lnTo>
                      <a:pt x="0" y="2257"/>
                    </a:lnTo>
                    <a:cubicBezTo>
                      <a:pt x="0" y="1659"/>
                      <a:pt x="238" y="1083"/>
                      <a:pt x="664" y="661"/>
                    </a:cubicBezTo>
                    <a:cubicBezTo>
                      <a:pt x="1087" y="237"/>
                      <a:pt x="1665" y="0"/>
                      <a:pt x="2265" y="0"/>
                    </a:cubicBezTo>
                    <a:lnTo>
                      <a:pt x="29448" y="0"/>
                    </a:lnTo>
                    <a:cubicBezTo>
                      <a:pt x="30048" y="0"/>
                      <a:pt x="30626" y="237"/>
                      <a:pt x="31049" y="661"/>
                    </a:cubicBezTo>
                    <a:cubicBezTo>
                      <a:pt x="31475" y="1083"/>
                      <a:pt x="31713" y="1659"/>
                      <a:pt x="31713" y="2257"/>
                    </a:cubicBezTo>
                    <a:lnTo>
                      <a:pt x="31713" y="9026"/>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8" name="Freeform 177">
                <a:extLst>
                  <a:ext uri="{FF2B5EF4-FFF2-40B4-BE49-F238E27FC236}">
                    <a16:creationId xmlns:a16="http://schemas.microsoft.com/office/drawing/2014/main" id="{26C37D7E-F9F3-1FD5-F3CA-B6B114859E38}"/>
                  </a:ext>
                </a:extLst>
              </p:cNvPr>
              <p:cNvSpPr/>
              <p:nvPr/>
            </p:nvSpPr>
            <p:spPr>
              <a:xfrm>
                <a:off x="2647152" y="5749255"/>
                <a:ext cx="2265" cy="9026"/>
              </a:xfrm>
              <a:custGeom>
                <a:avLst/>
                <a:gdLst>
                  <a:gd name="csX0" fmla="*/ 0 w 2265"/>
                  <a:gd name="csY0" fmla="*/ 9026 h 9026"/>
                  <a:gd name="csX1" fmla="*/ 0 w 2265"/>
                  <a:gd name="csY1" fmla="*/ 0 h 9026"/>
                </a:gdLst>
                <a:ahLst/>
                <a:cxnLst>
                  <a:cxn ang="0">
                    <a:pos x="csX0" y="csY0"/>
                  </a:cxn>
                  <a:cxn ang="0">
                    <a:pos x="csX1" y="csY1"/>
                  </a:cxn>
                </a:cxnLst>
                <a:rect l="l" t="t" r="r" b="b"/>
                <a:pathLst>
                  <a:path w="2265" h="9026">
                    <a:moveTo>
                      <a:pt x="0" y="9026"/>
                    </a:move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9" name="Freeform 178">
                <a:extLst>
                  <a:ext uri="{FF2B5EF4-FFF2-40B4-BE49-F238E27FC236}">
                    <a16:creationId xmlns:a16="http://schemas.microsoft.com/office/drawing/2014/main" id="{DD3E5D34-FB9F-B472-F6C8-290190BF0D5D}"/>
                  </a:ext>
                </a:extLst>
              </p:cNvPr>
              <p:cNvSpPr/>
              <p:nvPr/>
            </p:nvSpPr>
            <p:spPr>
              <a:xfrm>
                <a:off x="2566116" y="6694748"/>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0" name="Freeform 179">
                <a:extLst>
                  <a:ext uri="{FF2B5EF4-FFF2-40B4-BE49-F238E27FC236}">
                    <a16:creationId xmlns:a16="http://schemas.microsoft.com/office/drawing/2014/main" id="{2E76FCDA-31F6-F010-738C-638EEA9A6659}"/>
                  </a:ext>
                </a:extLst>
              </p:cNvPr>
              <p:cNvSpPr/>
              <p:nvPr/>
            </p:nvSpPr>
            <p:spPr>
              <a:xfrm>
                <a:off x="2218892" y="5517428"/>
                <a:ext cx="389438" cy="179061"/>
              </a:xfrm>
              <a:custGeom>
                <a:avLst/>
                <a:gdLst>
                  <a:gd name="csX0" fmla="*/ 13315 w 389438"/>
                  <a:gd name="csY0" fmla="*/ 179062 h 179061"/>
                  <a:gd name="csX1" fmla="*/ 27298 w 389438"/>
                  <a:gd name="csY1" fmla="*/ 158473 h 179061"/>
                  <a:gd name="csX2" fmla="*/ 0 w 389438"/>
                  <a:gd name="csY2" fmla="*/ 156697 h 179061"/>
                  <a:gd name="csX3" fmla="*/ 13315 w 389438"/>
                  <a:gd name="csY3" fmla="*/ 179062 h 179061"/>
                  <a:gd name="csX4" fmla="*/ 387074 w 389438"/>
                  <a:gd name="csY4" fmla="*/ 129 h 179061"/>
                  <a:gd name="csX5" fmla="*/ 384709 w 389438"/>
                  <a:gd name="csY5" fmla="*/ 2 h 179061"/>
                  <a:gd name="csX6" fmla="*/ 384709 w 389438"/>
                  <a:gd name="csY6" fmla="*/ 0 h 179061"/>
                  <a:gd name="csX7" fmla="*/ 384709 w 389438"/>
                  <a:gd name="csY7" fmla="*/ 2 h 179061"/>
                  <a:gd name="csX8" fmla="*/ 384709 w 389438"/>
                  <a:gd name="csY8" fmla="*/ 29 h 179061"/>
                  <a:gd name="csX9" fmla="*/ 384705 w 389438"/>
                  <a:gd name="csY9" fmla="*/ 165 h 179061"/>
                  <a:gd name="csX10" fmla="*/ 384671 w 389438"/>
                  <a:gd name="csY10" fmla="*/ 763 h 179061"/>
                  <a:gd name="csX11" fmla="*/ 384369 w 389438"/>
                  <a:gd name="csY11" fmla="*/ 3168 h 179061"/>
                  <a:gd name="csX12" fmla="*/ 381914 w 389438"/>
                  <a:gd name="csY12" fmla="*/ 12043 h 179061"/>
                  <a:gd name="csX13" fmla="*/ 361996 w 389438"/>
                  <a:gd name="csY13" fmla="*/ 39941 h 179061"/>
                  <a:gd name="csX14" fmla="*/ 199936 w 389438"/>
                  <a:gd name="csY14" fmla="*/ 87446 h 179061"/>
                  <a:gd name="csX15" fmla="*/ 200194 w 389438"/>
                  <a:gd name="csY15" fmla="*/ 89596 h 179061"/>
                  <a:gd name="csX16" fmla="*/ 200453 w 389438"/>
                  <a:gd name="csY16" fmla="*/ 91747 h 179061"/>
                  <a:gd name="csX17" fmla="*/ 365432 w 389438"/>
                  <a:gd name="csY17" fmla="*/ 43075 h 179061"/>
                  <a:gd name="csX18" fmla="*/ 386392 w 389438"/>
                  <a:gd name="csY18" fmla="*/ 13657 h 179061"/>
                  <a:gd name="csX19" fmla="*/ 389047 w 389438"/>
                  <a:gd name="csY19" fmla="*/ 4044 h 179061"/>
                  <a:gd name="csX20" fmla="*/ 389387 w 389438"/>
                  <a:gd name="csY20" fmla="*/ 1309 h 179061"/>
                  <a:gd name="csX21" fmla="*/ 389432 w 389438"/>
                  <a:gd name="csY21" fmla="*/ 557 h 179061"/>
                  <a:gd name="csX22" fmla="*/ 389437 w 389438"/>
                  <a:gd name="csY22" fmla="*/ 347 h 179061"/>
                  <a:gd name="csX23" fmla="*/ 389439 w 389438"/>
                  <a:gd name="csY23" fmla="*/ 287 h 179061"/>
                  <a:gd name="csX24" fmla="*/ 389439 w 389438"/>
                  <a:gd name="csY24" fmla="*/ 266 h 179061"/>
                  <a:gd name="csX25" fmla="*/ 389439 w 389438"/>
                  <a:gd name="csY25" fmla="*/ 257 h 179061"/>
                  <a:gd name="csX26" fmla="*/ 387074 w 389438"/>
                  <a:gd name="csY26" fmla="*/ 129 h 179061"/>
                  <a:gd name="csX27" fmla="*/ 200194 w 389438"/>
                  <a:gd name="csY27" fmla="*/ 89596 h 179061"/>
                  <a:gd name="csX28" fmla="*/ 199936 w 389438"/>
                  <a:gd name="csY28" fmla="*/ 87446 h 179061"/>
                  <a:gd name="csX29" fmla="*/ 11306 w 389438"/>
                  <a:gd name="csY29" fmla="*/ 159148 h 179061"/>
                  <a:gd name="csX30" fmla="*/ 13616 w 389438"/>
                  <a:gd name="csY30" fmla="*/ 159732 h 179061"/>
                  <a:gd name="csX31" fmla="*/ 15924 w 389438"/>
                  <a:gd name="csY31" fmla="*/ 160314 h 179061"/>
                  <a:gd name="csX32" fmla="*/ 200453 w 389438"/>
                  <a:gd name="csY32" fmla="*/ 91747 h 179061"/>
                  <a:gd name="csX33" fmla="*/ 200194 w 389438"/>
                  <a:gd name="csY33" fmla="*/ 89596 h 1790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389438" h="179061">
                    <a:moveTo>
                      <a:pt x="13315" y="179062"/>
                    </a:moveTo>
                    <a:lnTo>
                      <a:pt x="27298" y="158473"/>
                    </a:lnTo>
                    <a:lnTo>
                      <a:pt x="0" y="156697"/>
                    </a:lnTo>
                    <a:lnTo>
                      <a:pt x="13315" y="179062"/>
                    </a:lnTo>
                    <a:close/>
                    <a:moveTo>
                      <a:pt x="387074" y="129"/>
                    </a:moveTo>
                    <a:cubicBezTo>
                      <a:pt x="384709" y="7"/>
                      <a:pt x="384709" y="5"/>
                      <a:pt x="384709" y="2"/>
                    </a:cubicBezTo>
                    <a:cubicBezTo>
                      <a:pt x="384709" y="2"/>
                      <a:pt x="384709" y="0"/>
                      <a:pt x="384709" y="0"/>
                    </a:cubicBezTo>
                    <a:cubicBezTo>
                      <a:pt x="384709" y="0"/>
                      <a:pt x="384709" y="0"/>
                      <a:pt x="384709" y="2"/>
                    </a:cubicBezTo>
                    <a:cubicBezTo>
                      <a:pt x="384709" y="7"/>
                      <a:pt x="384709" y="16"/>
                      <a:pt x="384709" y="29"/>
                    </a:cubicBezTo>
                    <a:cubicBezTo>
                      <a:pt x="384709" y="54"/>
                      <a:pt x="384707" y="102"/>
                      <a:pt x="384705" y="165"/>
                    </a:cubicBezTo>
                    <a:cubicBezTo>
                      <a:pt x="384700" y="291"/>
                      <a:pt x="384691" y="494"/>
                      <a:pt x="384671" y="763"/>
                    </a:cubicBezTo>
                    <a:cubicBezTo>
                      <a:pt x="384628" y="1302"/>
                      <a:pt x="384544" y="2117"/>
                      <a:pt x="384369" y="3168"/>
                    </a:cubicBezTo>
                    <a:cubicBezTo>
                      <a:pt x="384023" y="5274"/>
                      <a:pt x="383325" y="8329"/>
                      <a:pt x="381914" y="12043"/>
                    </a:cubicBezTo>
                    <a:cubicBezTo>
                      <a:pt x="379096" y="19465"/>
                      <a:pt x="373426" y="29545"/>
                      <a:pt x="361996" y="39941"/>
                    </a:cubicBezTo>
                    <a:cubicBezTo>
                      <a:pt x="339145" y="60726"/>
                      <a:pt x="293029" y="82989"/>
                      <a:pt x="199936" y="87446"/>
                    </a:cubicBezTo>
                    <a:lnTo>
                      <a:pt x="200194" y="89596"/>
                    </a:lnTo>
                    <a:lnTo>
                      <a:pt x="200453" y="91747"/>
                    </a:lnTo>
                    <a:cubicBezTo>
                      <a:pt x="294237" y="87256"/>
                      <a:pt x="341562" y="64786"/>
                      <a:pt x="365432" y="43075"/>
                    </a:cubicBezTo>
                    <a:cubicBezTo>
                      <a:pt x="377363" y="32221"/>
                      <a:pt x="383373" y="21613"/>
                      <a:pt x="386392" y="13657"/>
                    </a:cubicBezTo>
                    <a:cubicBezTo>
                      <a:pt x="387903" y="9683"/>
                      <a:pt x="388664" y="6377"/>
                      <a:pt x="389047" y="4044"/>
                    </a:cubicBezTo>
                    <a:cubicBezTo>
                      <a:pt x="389240" y="2877"/>
                      <a:pt x="389337" y="1954"/>
                      <a:pt x="389387" y="1309"/>
                    </a:cubicBezTo>
                    <a:cubicBezTo>
                      <a:pt x="389412" y="986"/>
                      <a:pt x="389425" y="736"/>
                      <a:pt x="389432" y="557"/>
                    </a:cubicBezTo>
                    <a:cubicBezTo>
                      <a:pt x="389434" y="469"/>
                      <a:pt x="389437" y="397"/>
                      <a:pt x="389437" y="347"/>
                    </a:cubicBezTo>
                    <a:cubicBezTo>
                      <a:pt x="389437" y="323"/>
                      <a:pt x="389439" y="302"/>
                      <a:pt x="389439" y="287"/>
                    </a:cubicBezTo>
                    <a:cubicBezTo>
                      <a:pt x="389439" y="278"/>
                      <a:pt x="389439" y="271"/>
                      <a:pt x="389439" y="266"/>
                    </a:cubicBezTo>
                    <a:cubicBezTo>
                      <a:pt x="389439" y="262"/>
                      <a:pt x="389439" y="259"/>
                      <a:pt x="389439" y="257"/>
                    </a:cubicBezTo>
                    <a:cubicBezTo>
                      <a:pt x="389439" y="255"/>
                      <a:pt x="389439" y="253"/>
                      <a:pt x="387074" y="129"/>
                    </a:cubicBezTo>
                    <a:close/>
                    <a:moveTo>
                      <a:pt x="200194" y="89596"/>
                    </a:moveTo>
                    <a:lnTo>
                      <a:pt x="199936" y="87446"/>
                    </a:lnTo>
                    <a:cubicBezTo>
                      <a:pt x="55035" y="94383"/>
                      <a:pt x="18137" y="131329"/>
                      <a:pt x="11306" y="159148"/>
                    </a:cubicBezTo>
                    <a:lnTo>
                      <a:pt x="13616" y="159732"/>
                    </a:lnTo>
                    <a:lnTo>
                      <a:pt x="15924" y="160314"/>
                    </a:lnTo>
                    <a:cubicBezTo>
                      <a:pt x="22034" y="135438"/>
                      <a:pt x="55817" y="98670"/>
                      <a:pt x="200453" y="91747"/>
                    </a:cubicBezTo>
                    <a:lnTo>
                      <a:pt x="200194" y="89596"/>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1" name="Freeform 180">
                <a:extLst>
                  <a:ext uri="{FF2B5EF4-FFF2-40B4-BE49-F238E27FC236}">
                    <a16:creationId xmlns:a16="http://schemas.microsoft.com/office/drawing/2014/main" id="{7E714D10-D7B0-6903-6E92-E4D6A4716983}"/>
                  </a:ext>
                </a:extLst>
              </p:cNvPr>
              <p:cNvSpPr/>
              <p:nvPr/>
            </p:nvSpPr>
            <p:spPr>
              <a:xfrm>
                <a:off x="2548255" y="5517428"/>
                <a:ext cx="389438" cy="179061"/>
              </a:xfrm>
              <a:custGeom>
                <a:avLst/>
                <a:gdLst>
                  <a:gd name="csX0" fmla="*/ 376124 w 389438"/>
                  <a:gd name="csY0" fmla="*/ 179062 h 179061"/>
                  <a:gd name="csX1" fmla="*/ 362141 w 389438"/>
                  <a:gd name="csY1" fmla="*/ 158473 h 179061"/>
                  <a:gd name="csX2" fmla="*/ 389439 w 389438"/>
                  <a:gd name="csY2" fmla="*/ 156697 h 179061"/>
                  <a:gd name="csX3" fmla="*/ 376124 w 389438"/>
                  <a:gd name="csY3" fmla="*/ 179062 h 179061"/>
                  <a:gd name="csX4" fmla="*/ 2365 w 389438"/>
                  <a:gd name="csY4" fmla="*/ 129 h 179061"/>
                  <a:gd name="csX5" fmla="*/ 4730 w 389438"/>
                  <a:gd name="csY5" fmla="*/ 2 h 179061"/>
                  <a:gd name="csX6" fmla="*/ 4730 w 389438"/>
                  <a:gd name="csY6" fmla="*/ 0 h 179061"/>
                  <a:gd name="csX7" fmla="*/ 4730 w 389438"/>
                  <a:gd name="csY7" fmla="*/ 2 h 179061"/>
                  <a:gd name="csX8" fmla="*/ 4730 w 389438"/>
                  <a:gd name="csY8" fmla="*/ 29 h 179061"/>
                  <a:gd name="csX9" fmla="*/ 4734 w 389438"/>
                  <a:gd name="csY9" fmla="*/ 165 h 179061"/>
                  <a:gd name="csX10" fmla="*/ 4770 w 389438"/>
                  <a:gd name="csY10" fmla="*/ 763 h 179061"/>
                  <a:gd name="csX11" fmla="*/ 5070 w 389438"/>
                  <a:gd name="csY11" fmla="*/ 3168 h 179061"/>
                  <a:gd name="csX12" fmla="*/ 7525 w 389438"/>
                  <a:gd name="csY12" fmla="*/ 12043 h 179061"/>
                  <a:gd name="csX13" fmla="*/ 27443 w 389438"/>
                  <a:gd name="csY13" fmla="*/ 39941 h 179061"/>
                  <a:gd name="csX14" fmla="*/ 189503 w 389438"/>
                  <a:gd name="csY14" fmla="*/ 87446 h 179061"/>
                  <a:gd name="csX15" fmla="*/ 189244 w 389438"/>
                  <a:gd name="csY15" fmla="*/ 89596 h 179061"/>
                  <a:gd name="csX16" fmla="*/ 188986 w 389438"/>
                  <a:gd name="csY16" fmla="*/ 91747 h 179061"/>
                  <a:gd name="csX17" fmla="*/ 24007 w 389438"/>
                  <a:gd name="csY17" fmla="*/ 43075 h 179061"/>
                  <a:gd name="csX18" fmla="*/ 3047 w 389438"/>
                  <a:gd name="csY18" fmla="*/ 13657 h 179061"/>
                  <a:gd name="csX19" fmla="*/ 392 w 389438"/>
                  <a:gd name="csY19" fmla="*/ 4044 h 179061"/>
                  <a:gd name="csX20" fmla="*/ 52 w 389438"/>
                  <a:gd name="csY20" fmla="*/ 1309 h 179061"/>
                  <a:gd name="csX21" fmla="*/ 9 w 389438"/>
                  <a:gd name="csY21" fmla="*/ 557 h 179061"/>
                  <a:gd name="csX22" fmla="*/ 2 w 389438"/>
                  <a:gd name="csY22" fmla="*/ 347 h 179061"/>
                  <a:gd name="csX23" fmla="*/ 2 w 389438"/>
                  <a:gd name="csY23" fmla="*/ 287 h 179061"/>
                  <a:gd name="csX24" fmla="*/ 0 w 389438"/>
                  <a:gd name="csY24" fmla="*/ 266 h 179061"/>
                  <a:gd name="csX25" fmla="*/ 0 w 389438"/>
                  <a:gd name="csY25" fmla="*/ 257 h 179061"/>
                  <a:gd name="csX26" fmla="*/ 2365 w 389438"/>
                  <a:gd name="csY26" fmla="*/ 129 h 179061"/>
                  <a:gd name="csX27" fmla="*/ 189244 w 389438"/>
                  <a:gd name="csY27" fmla="*/ 89596 h 179061"/>
                  <a:gd name="csX28" fmla="*/ 189503 w 389438"/>
                  <a:gd name="csY28" fmla="*/ 87446 h 179061"/>
                  <a:gd name="csX29" fmla="*/ 378133 w 389438"/>
                  <a:gd name="csY29" fmla="*/ 159148 h 179061"/>
                  <a:gd name="csX30" fmla="*/ 375823 w 389438"/>
                  <a:gd name="csY30" fmla="*/ 159732 h 179061"/>
                  <a:gd name="csX31" fmla="*/ 373514 w 389438"/>
                  <a:gd name="csY31" fmla="*/ 160314 h 179061"/>
                  <a:gd name="csX32" fmla="*/ 188986 w 389438"/>
                  <a:gd name="csY32" fmla="*/ 91747 h 179061"/>
                  <a:gd name="csX33" fmla="*/ 189244 w 389438"/>
                  <a:gd name="csY33" fmla="*/ 89596 h 1790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389438" h="179061">
                    <a:moveTo>
                      <a:pt x="376124" y="179062"/>
                    </a:moveTo>
                    <a:lnTo>
                      <a:pt x="362141" y="158473"/>
                    </a:lnTo>
                    <a:lnTo>
                      <a:pt x="389439" y="156697"/>
                    </a:lnTo>
                    <a:lnTo>
                      <a:pt x="376124" y="179062"/>
                    </a:lnTo>
                    <a:close/>
                    <a:moveTo>
                      <a:pt x="2365" y="129"/>
                    </a:moveTo>
                    <a:cubicBezTo>
                      <a:pt x="4730" y="7"/>
                      <a:pt x="4730" y="5"/>
                      <a:pt x="4730" y="2"/>
                    </a:cubicBezTo>
                    <a:cubicBezTo>
                      <a:pt x="4730" y="2"/>
                      <a:pt x="4730" y="0"/>
                      <a:pt x="4730" y="0"/>
                    </a:cubicBezTo>
                    <a:cubicBezTo>
                      <a:pt x="4730" y="0"/>
                      <a:pt x="4730" y="0"/>
                      <a:pt x="4730" y="2"/>
                    </a:cubicBezTo>
                    <a:cubicBezTo>
                      <a:pt x="4730" y="7"/>
                      <a:pt x="4730" y="16"/>
                      <a:pt x="4730" y="29"/>
                    </a:cubicBezTo>
                    <a:cubicBezTo>
                      <a:pt x="4730" y="54"/>
                      <a:pt x="4732" y="102"/>
                      <a:pt x="4734" y="165"/>
                    </a:cubicBezTo>
                    <a:cubicBezTo>
                      <a:pt x="4739" y="291"/>
                      <a:pt x="4748" y="494"/>
                      <a:pt x="4770" y="763"/>
                    </a:cubicBezTo>
                    <a:cubicBezTo>
                      <a:pt x="4811" y="1302"/>
                      <a:pt x="4895" y="2117"/>
                      <a:pt x="5070" y="3168"/>
                    </a:cubicBezTo>
                    <a:cubicBezTo>
                      <a:pt x="5416" y="5274"/>
                      <a:pt x="6114" y="8329"/>
                      <a:pt x="7525" y="12043"/>
                    </a:cubicBezTo>
                    <a:cubicBezTo>
                      <a:pt x="10343" y="19465"/>
                      <a:pt x="16015" y="29545"/>
                      <a:pt x="27443" y="39941"/>
                    </a:cubicBezTo>
                    <a:cubicBezTo>
                      <a:pt x="50294" y="60726"/>
                      <a:pt x="96409" y="82989"/>
                      <a:pt x="189503" y="87446"/>
                    </a:cubicBezTo>
                    <a:lnTo>
                      <a:pt x="189244" y="89596"/>
                    </a:lnTo>
                    <a:lnTo>
                      <a:pt x="188986" y="91747"/>
                    </a:lnTo>
                    <a:cubicBezTo>
                      <a:pt x="95202" y="87256"/>
                      <a:pt x="47877" y="64786"/>
                      <a:pt x="24007" y="43075"/>
                    </a:cubicBezTo>
                    <a:cubicBezTo>
                      <a:pt x="12076" y="32221"/>
                      <a:pt x="6066" y="21613"/>
                      <a:pt x="3047" y="13657"/>
                    </a:cubicBezTo>
                    <a:cubicBezTo>
                      <a:pt x="1536" y="9683"/>
                      <a:pt x="775" y="6377"/>
                      <a:pt x="392" y="4044"/>
                    </a:cubicBezTo>
                    <a:cubicBezTo>
                      <a:pt x="199" y="2877"/>
                      <a:pt x="102" y="1954"/>
                      <a:pt x="52" y="1309"/>
                    </a:cubicBezTo>
                    <a:cubicBezTo>
                      <a:pt x="27" y="986"/>
                      <a:pt x="16" y="736"/>
                      <a:pt x="9" y="557"/>
                    </a:cubicBezTo>
                    <a:cubicBezTo>
                      <a:pt x="4" y="469"/>
                      <a:pt x="2" y="397"/>
                      <a:pt x="2" y="347"/>
                    </a:cubicBezTo>
                    <a:cubicBezTo>
                      <a:pt x="2" y="323"/>
                      <a:pt x="2" y="302"/>
                      <a:pt x="2" y="287"/>
                    </a:cubicBezTo>
                    <a:cubicBezTo>
                      <a:pt x="2" y="278"/>
                      <a:pt x="0" y="271"/>
                      <a:pt x="0" y="266"/>
                    </a:cubicBezTo>
                    <a:cubicBezTo>
                      <a:pt x="0" y="262"/>
                      <a:pt x="0" y="259"/>
                      <a:pt x="0" y="257"/>
                    </a:cubicBezTo>
                    <a:cubicBezTo>
                      <a:pt x="0" y="255"/>
                      <a:pt x="0" y="253"/>
                      <a:pt x="2365" y="129"/>
                    </a:cubicBezTo>
                    <a:close/>
                    <a:moveTo>
                      <a:pt x="189244" y="89596"/>
                    </a:moveTo>
                    <a:lnTo>
                      <a:pt x="189503" y="87446"/>
                    </a:lnTo>
                    <a:cubicBezTo>
                      <a:pt x="334403" y="94383"/>
                      <a:pt x="371301" y="131329"/>
                      <a:pt x="378133" y="159148"/>
                    </a:cubicBezTo>
                    <a:lnTo>
                      <a:pt x="375823" y="159732"/>
                    </a:lnTo>
                    <a:lnTo>
                      <a:pt x="373514" y="160314"/>
                    </a:lnTo>
                    <a:cubicBezTo>
                      <a:pt x="367405" y="135438"/>
                      <a:pt x="333622" y="98670"/>
                      <a:pt x="188986" y="91747"/>
                    </a:cubicBezTo>
                    <a:lnTo>
                      <a:pt x="189244" y="89596"/>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2" name="Rectangle 181">
                <a:extLst>
                  <a:ext uri="{FF2B5EF4-FFF2-40B4-BE49-F238E27FC236}">
                    <a16:creationId xmlns:a16="http://schemas.microsoft.com/office/drawing/2014/main" id="{8F13C3CE-B0A8-96A4-6127-B6EFE1CE5809}"/>
                  </a:ext>
                </a:extLst>
              </p:cNvPr>
              <p:cNvSpPr/>
              <p:nvPr/>
            </p:nvSpPr>
            <p:spPr>
              <a:xfrm>
                <a:off x="2225823" y="5442362"/>
                <a:ext cx="679562" cy="124110"/>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3" name="Freeform 182">
                <a:extLst>
                  <a:ext uri="{FF2B5EF4-FFF2-40B4-BE49-F238E27FC236}">
                    <a16:creationId xmlns:a16="http://schemas.microsoft.com/office/drawing/2014/main" id="{B6FAF205-1302-1280-D236-A983BE060FDF}"/>
                  </a:ext>
                </a:extLst>
              </p:cNvPr>
              <p:cNvSpPr/>
              <p:nvPr/>
            </p:nvSpPr>
            <p:spPr>
              <a:xfrm>
                <a:off x="2343062" y="5489379"/>
                <a:ext cx="220825" cy="23251"/>
              </a:xfrm>
              <a:custGeom>
                <a:avLst/>
                <a:gdLst>
                  <a:gd name="csX0" fmla="*/ 9292 w 220825"/>
                  <a:gd name="csY0" fmla="*/ 23252 h 23251"/>
                  <a:gd name="csX1" fmla="*/ 4440 w 220825"/>
                  <a:gd name="csY1" fmla="*/ 22335 h 23251"/>
                  <a:gd name="csX2" fmla="*/ 1269 w 220825"/>
                  <a:gd name="csY2" fmla="*/ 19461 h 23251"/>
                  <a:gd name="csX3" fmla="*/ 32 w 220825"/>
                  <a:gd name="csY3" fmla="*/ 14595 h 23251"/>
                  <a:gd name="csX4" fmla="*/ 0 w 220825"/>
                  <a:gd name="csY4" fmla="*/ 11910 h 23251"/>
                  <a:gd name="csX5" fmla="*/ 32 w 220825"/>
                  <a:gd name="csY5" fmla="*/ 9193 h 23251"/>
                  <a:gd name="csX6" fmla="*/ 1300 w 220825"/>
                  <a:gd name="csY6" fmla="*/ 4391 h 23251"/>
                  <a:gd name="csX7" fmla="*/ 4503 w 220825"/>
                  <a:gd name="csY7" fmla="*/ 1485 h 23251"/>
                  <a:gd name="csX8" fmla="*/ 9292 w 220825"/>
                  <a:gd name="csY8" fmla="*/ 505 h 23251"/>
                  <a:gd name="csX9" fmla="*/ 14080 w 220825"/>
                  <a:gd name="csY9" fmla="*/ 1485 h 23251"/>
                  <a:gd name="csX10" fmla="*/ 17315 w 220825"/>
                  <a:gd name="csY10" fmla="*/ 4391 h 23251"/>
                  <a:gd name="csX11" fmla="*/ 18584 w 220825"/>
                  <a:gd name="csY11" fmla="*/ 9193 h 23251"/>
                  <a:gd name="csX12" fmla="*/ 18647 w 220825"/>
                  <a:gd name="csY12" fmla="*/ 11910 h 23251"/>
                  <a:gd name="csX13" fmla="*/ 18584 w 220825"/>
                  <a:gd name="csY13" fmla="*/ 14595 h 23251"/>
                  <a:gd name="csX14" fmla="*/ 17347 w 220825"/>
                  <a:gd name="csY14" fmla="*/ 19461 h 23251"/>
                  <a:gd name="csX15" fmla="*/ 14144 w 220825"/>
                  <a:gd name="csY15" fmla="*/ 22335 h 23251"/>
                  <a:gd name="csX16" fmla="*/ 9292 w 220825"/>
                  <a:gd name="csY16" fmla="*/ 23252 h 23251"/>
                  <a:gd name="csX17" fmla="*/ 9292 w 220825"/>
                  <a:gd name="csY17" fmla="*/ 19618 h 23251"/>
                  <a:gd name="csX18" fmla="*/ 12653 w 220825"/>
                  <a:gd name="csY18" fmla="*/ 18418 h 23251"/>
                  <a:gd name="csX19" fmla="*/ 14049 w 220825"/>
                  <a:gd name="csY19" fmla="*/ 14437 h 23251"/>
                  <a:gd name="csX20" fmla="*/ 14112 w 220825"/>
                  <a:gd name="csY20" fmla="*/ 11879 h 23251"/>
                  <a:gd name="csX21" fmla="*/ 14049 w 220825"/>
                  <a:gd name="csY21" fmla="*/ 9320 h 23251"/>
                  <a:gd name="csX22" fmla="*/ 13351 w 220825"/>
                  <a:gd name="csY22" fmla="*/ 6350 h 23251"/>
                  <a:gd name="csX23" fmla="*/ 11702 w 220825"/>
                  <a:gd name="csY23" fmla="*/ 4676 h 23251"/>
                  <a:gd name="csX24" fmla="*/ 9292 w 220825"/>
                  <a:gd name="csY24" fmla="*/ 4139 h 23251"/>
                  <a:gd name="csX25" fmla="*/ 6913 w 220825"/>
                  <a:gd name="csY25" fmla="*/ 4676 h 23251"/>
                  <a:gd name="csX26" fmla="*/ 5233 w 220825"/>
                  <a:gd name="csY26" fmla="*/ 6350 h 23251"/>
                  <a:gd name="csX27" fmla="*/ 4567 w 220825"/>
                  <a:gd name="csY27" fmla="*/ 9320 h 23251"/>
                  <a:gd name="csX28" fmla="*/ 4535 w 220825"/>
                  <a:gd name="csY28" fmla="*/ 11879 h 23251"/>
                  <a:gd name="csX29" fmla="*/ 4567 w 220825"/>
                  <a:gd name="csY29" fmla="*/ 14437 h 23251"/>
                  <a:gd name="csX30" fmla="*/ 5962 w 220825"/>
                  <a:gd name="csY30" fmla="*/ 18418 h 23251"/>
                  <a:gd name="csX31" fmla="*/ 9292 w 220825"/>
                  <a:gd name="csY31" fmla="*/ 19618 h 23251"/>
                  <a:gd name="csX32" fmla="*/ 23191 w 220825"/>
                  <a:gd name="csY32" fmla="*/ 22936 h 23251"/>
                  <a:gd name="csX33" fmla="*/ 22652 w 220825"/>
                  <a:gd name="csY33" fmla="*/ 22714 h 23251"/>
                  <a:gd name="csX34" fmla="*/ 22430 w 220825"/>
                  <a:gd name="csY34" fmla="*/ 22177 h 23251"/>
                  <a:gd name="csX35" fmla="*/ 22430 w 220825"/>
                  <a:gd name="csY35" fmla="*/ 7298 h 23251"/>
                  <a:gd name="csX36" fmla="*/ 22652 w 220825"/>
                  <a:gd name="csY36" fmla="*/ 6729 h 23251"/>
                  <a:gd name="csX37" fmla="*/ 23191 w 220825"/>
                  <a:gd name="csY37" fmla="*/ 6508 h 23251"/>
                  <a:gd name="csX38" fmla="*/ 25760 w 220825"/>
                  <a:gd name="csY38" fmla="*/ 6508 h 23251"/>
                  <a:gd name="csX39" fmla="*/ 26299 w 220825"/>
                  <a:gd name="csY39" fmla="*/ 6729 h 23251"/>
                  <a:gd name="csX40" fmla="*/ 26553 w 220825"/>
                  <a:gd name="csY40" fmla="*/ 7298 h 23251"/>
                  <a:gd name="csX41" fmla="*/ 26553 w 220825"/>
                  <a:gd name="csY41" fmla="*/ 8593 h 23251"/>
                  <a:gd name="csX42" fmla="*/ 28424 w 220825"/>
                  <a:gd name="csY42" fmla="*/ 7045 h 23251"/>
                  <a:gd name="csX43" fmla="*/ 31119 w 220825"/>
                  <a:gd name="csY43" fmla="*/ 6508 h 23251"/>
                  <a:gd name="csX44" fmla="*/ 32420 w 220825"/>
                  <a:gd name="csY44" fmla="*/ 6508 h 23251"/>
                  <a:gd name="csX45" fmla="*/ 32959 w 220825"/>
                  <a:gd name="csY45" fmla="*/ 6729 h 23251"/>
                  <a:gd name="csX46" fmla="*/ 33181 w 220825"/>
                  <a:gd name="csY46" fmla="*/ 7266 h 23251"/>
                  <a:gd name="csX47" fmla="*/ 33181 w 220825"/>
                  <a:gd name="csY47" fmla="*/ 9541 h 23251"/>
                  <a:gd name="csX48" fmla="*/ 32959 w 220825"/>
                  <a:gd name="csY48" fmla="*/ 10078 h 23251"/>
                  <a:gd name="csX49" fmla="*/ 32420 w 220825"/>
                  <a:gd name="csY49" fmla="*/ 10299 h 23251"/>
                  <a:gd name="csX50" fmla="*/ 29946 w 220825"/>
                  <a:gd name="csY50" fmla="*/ 10299 h 23251"/>
                  <a:gd name="csX51" fmla="*/ 27568 w 220825"/>
                  <a:gd name="csY51" fmla="*/ 11152 h 23251"/>
                  <a:gd name="csX52" fmla="*/ 26743 w 220825"/>
                  <a:gd name="csY52" fmla="*/ 13490 h 23251"/>
                  <a:gd name="csX53" fmla="*/ 26743 w 220825"/>
                  <a:gd name="csY53" fmla="*/ 22177 h 23251"/>
                  <a:gd name="csX54" fmla="*/ 26521 w 220825"/>
                  <a:gd name="csY54" fmla="*/ 22714 h 23251"/>
                  <a:gd name="csX55" fmla="*/ 25950 w 220825"/>
                  <a:gd name="csY55" fmla="*/ 22936 h 23251"/>
                  <a:gd name="csX56" fmla="*/ 23191 w 220825"/>
                  <a:gd name="csY56" fmla="*/ 22936 h 23251"/>
                  <a:gd name="csX57" fmla="*/ 41528 w 220825"/>
                  <a:gd name="csY57" fmla="*/ 23252 h 23251"/>
                  <a:gd name="csX58" fmla="*/ 38610 w 220825"/>
                  <a:gd name="csY58" fmla="*/ 22714 h 23251"/>
                  <a:gd name="csX59" fmla="*/ 36549 w 220825"/>
                  <a:gd name="csY59" fmla="*/ 21135 h 23251"/>
                  <a:gd name="csX60" fmla="*/ 35281 w 220825"/>
                  <a:gd name="csY60" fmla="*/ 18765 h 23251"/>
                  <a:gd name="csX61" fmla="*/ 34773 w 220825"/>
                  <a:gd name="csY61" fmla="*/ 15733 h 23251"/>
                  <a:gd name="csX62" fmla="*/ 34741 w 220825"/>
                  <a:gd name="csY62" fmla="*/ 14722 h 23251"/>
                  <a:gd name="csX63" fmla="*/ 34773 w 220825"/>
                  <a:gd name="csY63" fmla="*/ 13679 h 23251"/>
                  <a:gd name="csX64" fmla="*/ 35249 w 220825"/>
                  <a:gd name="csY64" fmla="*/ 10741 h 23251"/>
                  <a:gd name="csX65" fmla="*/ 36517 w 220825"/>
                  <a:gd name="csY65" fmla="*/ 8372 h 23251"/>
                  <a:gd name="csX66" fmla="*/ 38610 w 220825"/>
                  <a:gd name="csY66" fmla="*/ 6761 h 23251"/>
                  <a:gd name="csX67" fmla="*/ 41528 w 220825"/>
                  <a:gd name="csY67" fmla="*/ 6192 h 23251"/>
                  <a:gd name="csX68" fmla="*/ 44414 w 220825"/>
                  <a:gd name="csY68" fmla="*/ 6792 h 23251"/>
                  <a:gd name="csX69" fmla="*/ 46412 w 220825"/>
                  <a:gd name="csY69" fmla="*/ 8277 h 23251"/>
                  <a:gd name="csX70" fmla="*/ 46412 w 220825"/>
                  <a:gd name="csY70" fmla="*/ 1264 h 23251"/>
                  <a:gd name="csX71" fmla="*/ 46602 w 220825"/>
                  <a:gd name="csY71" fmla="*/ 727 h 23251"/>
                  <a:gd name="csX72" fmla="*/ 47173 w 220825"/>
                  <a:gd name="csY72" fmla="*/ 505 h 23251"/>
                  <a:gd name="csX73" fmla="*/ 49868 w 220825"/>
                  <a:gd name="csY73" fmla="*/ 505 h 23251"/>
                  <a:gd name="csX74" fmla="*/ 50408 w 220825"/>
                  <a:gd name="csY74" fmla="*/ 727 h 23251"/>
                  <a:gd name="csX75" fmla="*/ 50630 w 220825"/>
                  <a:gd name="csY75" fmla="*/ 1264 h 23251"/>
                  <a:gd name="csX76" fmla="*/ 50630 w 220825"/>
                  <a:gd name="csY76" fmla="*/ 22177 h 23251"/>
                  <a:gd name="csX77" fmla="*/ 50408 w 220825"/>
                  <a:gd name="csY77" fmla="*/ 22714 h 23251"/>
                  <a:gd name="csX78" fmla="*/ 49868 w 220825"/>
                  <a:gd name="csY78" fmla="*/ 22936 h 23251"/>
                  <a:gd name="csX79" fmla="*/ 47363 w 220825"/>
                  <a:gd name="csY79" fmla="*/ 22936 h 23251"/>
                  <a:gd name="csX80" fmla="*/ 46792 w 220825"/>
                  <a:gd name="csY80" fmla="*/ 22714 h 23251"/>
                  <a:gd name="csX81" fmla="*/ 46602 w 220825"/>
                  <a:gd name="csY81" fmla="*/ 22177 h 23251"/>
                  <a:gd name="csX82" fmla="*/ 46602 w 220825"/>
                  <a:gd name="csY82" fmla="*/ 21008 h 23251"/>
                  <a:gd name="csX83" fmla="*/ 44572 w 220825"/>
                  <a:gd name="csY83" fmla="*/ 22620 h 23251"/>
                  <a:gd name="csX84" fmla="*/ 41528 w 220825"/>
                  <a:gd name="csY84" fmla="*/ 23252 h 23251"/>
                  <a:gd name="csX85" fmla="*/ 42701 w 220825"/>
                  <a:gd name="csY85" fmla="*/ 19871 h 23251"/>
                  <a:gd name="csX86" fmla="*/ 44826 w 220825"/>
                  <a:gd name="csY86" fmla="*/ 19271 h 23251"/>
                  <a:gd name="csX87" fmla="*/ 46000 w 220825"/>
                  <a:gd name="csY87" fmla="*/ 17755 h 23251"/>
                  <a:gd name="csX88" fmla="*/ 46412 w 220825"/>
                  <a:gd name="csY88" fmla="*/ 15827 h 23251"/>
                  <a:gd name="csX89" fmla="*/ 46444 w 220825"/>
                  <a:gd name="csY89" fmla="*/ 14627 h 23251"/>
                  <a:gd name="csX90" fmla="*/ 46412 w 220825"/>
                  <a:gd name="csY90" fmla="*/ 13395 h 23251"/>
                  <a:gd name="csX91" fmla="*/ 45968 w 220825"/>
                  <a:gd name="csY91" fmla="*/ 11594 h 23251"/>
                  <a:gd name="csX92" fmla="*/ 44763 w 220825"/>
                  <a:gd name="csY92" fmla="*/ 10141 h 23251"/>
                  <a:gd name="csX93" fmla="*/ 42701 w 220825"/>
                  <a:gd name="csY93" fmla="*/ 9572 h 23251"/>
                  <a:gd name="csX94" fmla="*/ 40577 w 220825"/>
                  <a:gd name="csY94" fmla="*/ 10173 h 23251"/>
                  <a:gd name="csX95" fmla="*/ 39467 w 220825"/>
                  <a:gd name="csY95" fmla="*/ 11689 h 23251"/>
                  <a:gd name="csX96" fmla="*/ 39054 w 220825"/>
                  <a:gd name="csY96" fmla="*/ 13774 h 23251"/>
                  <a:gd name="csX97" fmla="*/ 39054 w 220825"/>
                  <a:gd name="csY97" fmla="*/ 15669 h 23251"/>
                  <a:gd name="csX98" fmla="*/ 39467 w 220825"/>
                  <a:gd name="csY98" fmla="*/ 17755 h 23251"/>
                  <a:gd name="csX99" fmla="*/ 40577 w 220825"/>
                  <a:gd name="csY99" fmla="*/ 19303 h 23251"/>
                  <a:gd name="csX100" fmla="*/ 42701 w 220825"/>
                  <a:gd name="csY100" fmla="*/ 19871 h 23251"/>
                  <a:gd name="csX101" fmla="*/ 61960 w 220825"/>
                  <a:gd name="csY101" fmla="*/ 23252 h 23251"/>
                  <a:gd name="csX102" fmla="*/ 56379 w 220825"/>
                  <a:gd name="csY102" fmla="*/ 21230 h 23251"/>
                  <a:gd name="csX103" fmla="*/ 54159 w 220825"/>
                  <a:gd name="csY103" fmla="*/ 15480 h 23251"/>
                  <a:gd name="csX104" fmla="*/ 54127 w 220825"/>
                  <a:gd name="csY104" fmla="*/ 14690 h 23251"/>
                  <a:gd name="csX105" fmla="*/ 54159 w 220825"/>
                  <a:gd name="csY105" fmla="*/ 13900 h 23251"/>
                  <a:gd name="csX106" fmla="*/ 55237 w 220825"/>
                  <a:gd name="csY106" fmla="*/ 9793 h 23251"/>
                  <a:gd name="csX107" fmla="*/ 57933 w 220825"/>
                  <a:gd name="csY107" fmla="*/ 7140 h 23251"/>
                  <a:gd name="csX108" fmla="*/ 61960 w 220825"/>
                  <a:gd name="csY108" fmla="*/ 6192 h 23251"/>
                  <a:gd name="csX109" fmla="*/ 66273 w 220825"/>
                  <a:gd name="csY109" fmla="*/ 7266 h 23251"/>
                  <a:gd name="csX110" fmla="*/ 68905 w 220825"/>
                  <a:gd name="csY110" fmla="*/ 10204 h 23251"/>
                  <a:gd name="csX111" fmla="*/ 69793 w 220825"/>
                  <a:gd name="csY111" fmla="*/ 14532 h 23251"/>
                  <a:gd name="csX112" fmla="*/ 69793 w 220825"/>
                  <a:gd name="csY112" fmla="*/ 15196 h 23251"/>
                  <a:gd name="csX113" fmla="*/ 69571 w 220825"/>
                  <a:gd name="csY113" fmla="*/ 15733 h 23251"/>
                  <a:gd name="csX114" fmla="*/ 69000 w 220825"/>
                  <a:gd name="csY114" fmla="*/ 15954 h 23251"/>
                  <a:gd name="csX115" fmla="*/ 58472 w 220825"/>
                  <a:gd name="csY115" fmla="*/ 15954 h 23251"/>
                  <a:gd name="csX116" fmla="*/ 58472 w 220825"/>
                  <a:gd name="csY116" fmla="*/ 16049 h 23251"/>
                  <a:gd name="csX117" fmla="*/ 58472 w 220825"/>
                  <a:gd name="csY117" fmla="*/ 16207 h 23251"/>
                  <a:gd name="csX118" fmla="*/ 58884 w 220825"/>
                  <a:gd name="csY118" fmla="*/ 18260 h 23251"/>
                  <a:gd name="csX119" fmla="*/ 60057 w 220825"/>
                  <a:gd name="csY119" fmla="*/ 19745 h 23251"/>
                  <a:gd name="csX120" fmla="*/ 61928 w 220825"/>
                  <a:gd name="csY120" fmla="*/ 20313 h 23251"/>
                  <a:gd name="csX121" fmla="*/ 63419 w 220825"/>
                  <a:gd name="csY121" fmla="*/ 20061 h 23251"/>
                  <a:gd name="csX122" fmla="*/ 64402 w 220825"/>
                  <a:gd name="csY122" fmla="*/ 19429 h 23251"/>
                  <a:gd name="csX123" fmla="*/ 64941 w 220825"/>
                  <a:gd name="csY123" fmla="*/ 18860 h 23251"/>
                  <a:gd name="csX124" fmla="*/ 65385 w 220825"/>
                  <a:gd name="csY124" fmla="*/ 18418 h 23251"/>
                  <a:gd name="csX125" fmla="*/ 65924 w 220825"/>
                  <a:gd name="csY125" fmla="*/ 18323 h 23251"/>
                  <a:gd name="csX126" fmla="*/ 68652 w 220825"/>
                  <a:gd name="csY126" fmla="*/ 18323 h 23251"/>
                  <a:gd name="csX127" fmla="*/ 69159 w 220825"/>
                  <a:gd name="csY127" fmla="*/ 18513 h 23251"/>
                  <a:gd name="csX128" fmla="*/ 69349 w 220825"/>
                  <a:gd name="csY128" fmla="*/ 18987 h 23251"/>
                  <a:gd name="csX129" fmla="*/ 68810 w 220825"/>
                  <a:gd name="csY129" fmla="*/ 20219 h 23251"/>
                  <a:gd name="csX130" fmla="*/ 67415 w 220825"/>
                  <a:gd name="csY130" fmla="*/ 21640 h 23251"/>
                  <a:gd name="csX131" fmla="*/ 65100 w 220825"/>
                  <a:gd name="csY131" fmla="*/ 22809 h 23251"/>
                  <a:gd name="csX132" fmla="*/ 61960 w 220825"/>
                  <a:gd name="csY132" fmla="*/ 23252 h 23251"/>
                  <a:gd name="csX133" fmla="*/ 58472 w 220825"/>
                  <a:gd name="csY133" fmla="*/ 13300 h 23251"/>
                  <a:gd name="csX134" fmla="*/ 65480 w 220825"/>
                  <a:gd name="csY134" fmla="*/ 13300 h 23251"/>
                  <a:gd name="csX135" fmla="*/ 65480 w 220825"/>
                  <a:gd name="csY135" fmla="*/ 13205 h 23251"/>
                  <a:gd name="csX136" fmla="*/ 65068 w 220825"/>
                  <a:gd name="csY136" fmla="*/ 11057 h 23251"/>
                  <a:gd name="csX137" fmla="*/ 63863 w 220825"/>
                  <a:gd name="csY137" fmla="*/ 9604 h 23251"/>
                  <a:gd name="csX138" fmla="*/ 61960 w 220825"/>
                  <a:gd name="csY138" fmla="*/ 9067 h 23251"/>
                  <a:gd name="csX139" fmla="*/ 60057 w 220825"/>
                  <a:gd name="csY139" fmla="*/ 9604 h 23251"/>
                  <a:gd name="csX140" fmla="*/ 58852 w 220825"/>
                  <a:gd name="csY140" fmla="*/ 11057 h 23251"/>
                  <a:gd name="csX141" fmla="*/ 58472 w 220825"/>
                  <a:gd name="csY141" fmla="*/ 13205 h 23251"/>
                  <a:gd name="csX142" fmla="*/ 58472 w 220825"/>
                  <a:gd name="csY142" fmla="*/ 13300 h 23251"/>
                  <a:gd name="csX143" fmla="*/ 73920 w 220825"/>
                  <a:gd name="csY143" fmla="*/ 22936 h 23251"/>
                  <a:gd name="csX144" fmla="*/ 73381 w 220825"/>
                  <a:gd name="csY144" fmla="*/ 22714 h 23251"/>
                  <a:gd name="csX145" fmla="*/ 73159 w 220825"/>
                  <a:gd name="csY145" fmla="*/ 22177 h 23251"/>
                  <a:gd name="csX146" fmla="*/ 73159 w 220825"/>
                  <a:gd name="csY146" fmla="*/ 7298 h 23251"/>
                  <a:gd name="csX147" fmla="*/ 73381 w 220825"/>
                  <a:gd name="csY147" fmla="*/ 6729 h 23251"/>
                  <a:gd name="csX148" fmla="*/ 73920 w 220825"/>
                  <a:gd name="csY148" fmla="*/ 6508 h 23251"/>
                  <a:gd name="csX149" fmla="*/ 76489 w 220825"/>
                  <a:gd name="csY149" fmla="*/ 6508 h 23251"/>
                  <a:gd name="csX150" fmla="*/ 77028 w 220825"/>
                  <a:gd name="csY150" fmla="*/ 6729 h 23251"/>
                  <a:gd name="csX151" fmla="*/ 77282 w 220825"/>
                  <a:gd name="csY151" fmla="*/ 7298 h 23251"/>
                  <a:gd name="csX152" fmla="*/ 77282 w 220825"/>
                  <a:gd name="csY152" fmla="*/ 8593 h 23251"/>
                  <a:gd name="csX153" fmla="*/ 79153 w 220825"/>
                  <a:gd name="csY153" fmla="*/ 7045 h 23251"/>
                  <a:gd name="csX154" fmla="*/ 81849 w 220825"/>
                  <a:gd name="csY154" fmla="*/ 6508 h 23251"/>
                  <a:gd name="csX155" fmla="*/ 83149 w 220825"/>
                  <a:gd name="csY155" fmla="*/ 6508 h 23251"/>
                  <a:gd name="csX156" fmla="*/ 83688 w 220825"/>
                  <a:gd name="csY156" fmla="*/ 6729 h 23251"/>
                  <a:gd name="csX157" fmla="*/ 83910 w 220825"/>
                  <a:gd name="csY157" fmla="*/ 7266 h 23251"/>
                  <a:gd name="csX158" fmla="*/ 83910 w 220825"/>
                  <a:gd name="csY158" fmla="*/ 9541 h 23251"/>
                  <a:gd name="csX159" fmla="*/ 83688 w 220825"/>
                  <a:gd name="csY159" fmla="*/ 10078 h 23251"/>
                  <a:gd name="csX160" fmla="*/ 83149 w 220825"/>
                  <a:gd name="csY160" fmla="*/ 10299 h 23251"/>
                  <a:gd name="csX161" fmla="*/ 80675 w 220825"/>
                  <a:gd name="csY161" fmla="*/ 10299 h 23251"/>
                  <a:gd name="csX162" fmla="*/ 78297 w 220825"/>
                  <a:gd name="csY162" fmla="*/ 11152 h 23251"/>
                  <a:gd name="csX163" fmla="*/ 77472 w 220825"/>
                  <a:gd name="csY163" fmla="*/ 13490 h 23251"/>
                  <a:gd name="csX164" fmla="*/ 77472 w 220825"/>
                  <a:gd name="csY164" fmla="*/ 22177 h 23251"/>
                  <a:gd name="csX165" fmla="*/ 77250 w 220825"/>
                  <a:gd name="csY165" fmla="*/ 22714 h 23251"/>
                  <a:gd name="csX166" fmla="*/ 76679 w 220825"/>
                  <a:gd name="csY166" fmla="*/ 22936 h 23251"/>
                  <a:gd name="csX167" fmla="*/ 73920 w 220825"/>
                  <a:gd name="csY167" fmla="*/ 22936 h 23251"/>
                  <a:gd name="csX168" fmla="*/ 92738 w 220825"/>
                  <a:gd name="csY168" fmla="*/ 22936 h 23251"/>
                  <a:gd name="csX169" fmla="*/ 91945 w 220825"/>
                  <a:gd name="csY169" fmla="*/ 22683 h 23251"/>
                  <a:gd name="csX170" fmla="*/ 91532 w 220825"/>
                  <a:gd name="csY170" fmla="*/ 22051 h 23251"/>
                  <a:gd name="csX171" fmla="*/ 84746 w 220825"/>
                  <a:gd name="csY171" fmla="*/ 1769 h 23251"/>
                  <a:gd name="csX172" fmla="*/ 84683 w 220825"/>
                  <a:gd name="csY172" fmla="*/ 1485 h 23251"/>
                  <a:gd name="csX173" fmla="*/ 84873 w 220825"/>
                  <a:gd name="csY173" fmla="*/ 1011 h 23251"/>
                  <a:gd name="csX174" fmla="*/ 85348 w 220825"/>
                  <a:gd name="csY174" fmla="*/ 821 h 23251"/>
                  <a:gd name="csX175" fmla="*/ 88139 w 220825"/>
                  <a:gd name="csY175" fmla="*/ 821 h 23251"/>
                  <a:gd name="csX176" fmla="*/ 88805 w 220825"/>
                  <a:gd name="csY176" fmla="*/ 1074 h 23251"/>
                  <a:gd name="csX177" fmla="*/ 89122 w 220825"/>
                  <a:gd name="csY177" fmla="*/ 1516 h 23251"/>
                  <a:gd name="csX178" fmla="*/ 94482 w 220825"/>
                  <a:gd name="csY178" fmla="*/ 17786 h 23251"/>
                  <a:gd name="csX179" fmla="*/ 99810 w 220825"/>
                  <a:gd name="csY179" fmla="*/ 1516 h 23251"/>
                  <a:gd name="csX180" fmla="*/ 100127 w 220825"/>
                  <a:gd name="csY180" fmla="*/ 1074 h 23251"/>
                  <a:gd name="csX181" fmla="*/ 100824 w 220825"/>
                  <a:gd name="csY181" fmla="*/ 821 h 23251"/>
                  <a:gd name="csX182" fmla="*/ 103615 w 220825"/>
                  <a:gd name="csY182" fmla="*/ 821 h 23251"/>
                  <a:gd name="csX183" fmla="*/ 104059 w 220825"/>
                  <a:gd name="csY183" fmla="*/ 1011 h 23251"/>
                  <a:gd name="csX184" fmla="*/ 104281 w 220825"/>
                  <a:gd name="csY184" fmla="*/ 1485 h 23251"/>
                  <a:gd name="csX185" fmla="*/ 104218 w 220825"/>
                  <a:gd name="csY185" fmla="*/ 1769 h 23251"/>
                  <a:gd name="csX186" fmla="*/ 97431 w 220825"/>
                  <a:gd name="csY186" fmla="*/ 22051 h 23251"/>
                  <a:gd name="csX187" fmla="*/ 97019 w 220825"/>
                  <a:gd name="csY187" fmla="*/ 22683 h 23251"/>
                  <a:gd name="csX188" fmla="*/ 96226 w 220825"/>
                  <a:gd name="csY188" fmla="*/ 22936 h 23251"/>
                  <a:gd name="csX189" fmla="*/ 92738 w 220825"/>
                  <a:gd name="csY189" fmla="*/ 22936 h 23251"/>
                  <a:gd name="csX190" fmla="*/ 110218 w 220825"/>
                  <a:gd name="csY190" fmla="*/ 23252 h 23251"/>
                  <a:gd name="csX191" fmla="*/ 107237 w 220825"/>
                  <a:gd name="csY191" fmla="*/ 22620 h 23251"/>
                  <a:gd name="csX192" fmla="*/ 105112 w 220825"/>
                  <a:gd name="csY192" fmla="*/ 20882 h 23251"/>
                  <a:gd name="csX193" fmla="*/ 104351 w 220825"/>
                  <a:gd name="csY193" fmla="*/ 18418 h 23251"/>
                  <a:gd name="csX194" fmla="*/ 106127 w 220825"/>
                  <a:gd name="csY194" fmla="*/ 14911 h 23251"/>
                  <a:gd name="csX195" fmla="*/ 110884 w 220825"/>
                  <a:gd name="csY195" fmla="*/ 13142 h 23251"/>
                  <a:gd name="csX196" fmla="*/ 115229 w 220825"/>
                  <a:gd name="csY196" fmla="*/ 12510 h 23251"/>
                  <a:gd name="csX197" fmla="*/ 115229 w 220825"/>
                  <a:gd name="csY197" fmla="*/ 11847 h 23251"/>
                  <a:gd name="csX198" fmla="*/ 114563 w 220825"/>
                  <a:gd name="csY198" fmla="*/ 9793 h 23251"/>
                  <a:gd name="csX199" fmla="*/ 112279 w 220825"/>
                  <a:gd name="csY199" fmla="*/ 9067 h 23251"/>
                  <a:gd name="csX200" fmla="*/ 110408 w 220825"/>
                  <a:gd name="csY200" fmla="*/ 9541 h 23251"/>
                  <a:gd name="csX201" fmla="*/ 109362 w 220825"/>
                  <a:gd name="csY201" fmla="*/ 10741 h 23251"/>
                  <a:gd name="csX202" fmla="*/ 108633 w 220825"/>
                  <a:gd name="csY202" fmla="*/ 11152 h 23251"/>
                  <a:gd name="csX203" fmla="*/ 106127 w 220825"/>
                  <a:gd name="csY203" fmla="*/ 11152 h 23251"/>
                  <a:gd name="csX204" fmla="*/ 105588 w 220825"/>
                  <a:gd name="csY204" fmla="*/ 10962 h 23251"/>
                  <a:gd name="csX205" fmla="*/ 105430 w 220825"/>
                  <a:gd name="csY205" fmla="*/ 10457 h 23251"/>
                  <a:gd name="csX206" fmla="*/ 105842 w 220825"/>
                  <a:gd name="csY206" fmla="*/ 9225 h 23251"/>
                  <a:gd name="csX207" fmla="*/ 107047 w 220825"/>
                  <a:gd name="csY207" fmla="*/ 7835 h 23251"/>
                  <a:gd name="csX208" fmla="*/ 109172 w 220825"/>
                  <a:gd name="csY208" fmla="*/ 6666 h 23251"/>
                  <a:gd name="csX209" fmla="*/ 112311 w 220825"/>
                  <a:gd name="csY209" fmla="*/ 6192 h 23251"/>
                  <a:gd name="csX210" fmla="*/ 115673 w 220825"/>
                  <a:gd name="csY210" fmla="*/ 6697 h 23251"/>
                  <a:gd name="csX211" fmla="*/ 117893 w 220825"/>
                  <a:gd name="csY211" fmla="*/ 7993 h 23251"/>
                  <a:gd name="csX212" fmla="*/ 119098 w 220825"/>
                  <a:gd name="csY212" fmla="*/ 9920 h 23251"/>
                  <a:gd name="csX213" fmla="*/ 119478 w 220825"/>
                  <a:gd name="csY213" fmla="*/ 12258 h 23251"/>
                  <a:gd name="csX214" fmla="*/ 119478 w 220825"/>
                  <a:gd name="csY214" fmla="*/ 22177 h 23251"/>
                  <a:gd name="csX215" fmla="*/ 119256 w 220825"/>
                  <a:gd name="csY215" fmla="*/ 22714 h 23251"/>
                  <a:gd name="csX216" fmla="*/ 118717 w 220825"/>
                  <a:gd name="csY216" fmla="*/ 22936 h 23251"/>
                  <a:gd name="csX217" fmla="*/ 116148 w 220825"/>
                  <a:gd name="csY217" fmla="*/ 22936 h 23251"/>
                  <a:gd name="csX218" fmla="*/ 115578 w 220825"/>
                  <a:gd name="csY218" fmla="*/ 22714 h 23251"/>
                  <a:gd name="csX219" fmla="*/ 115387 w 220825"/>
                  <a:gd name="csY219" fmla="*/ 22177 h 23251"/>
                  <a:gd name="csX220" fmla="*/ 115387 w 220825"/>
                  <a:gd name="csY220" fmla="*/ 20945 h 23251"/>
                  <a:gd name="csX221" fmla="*/ 114277 w 220825"/>
                  <a:gd name="csY221" fmla="*/ 22083 h 23251"/>
                  <a:gd name="csX222" fmla="*/ 112565 w 220825"/>
                  <a:gd name="csY222" fmla="*/ 22936 h 23251"/>
                  <a:gd name="csX223" fmla="*/ 110218 w 220825"/>
                  <a:gd name="csY223" fmla="*/ 23252 h 23251"/>
                  <a:gd name="csX224" fmla="*/ 111296 w 220825"/>
                  <a:gd name="csY224" fmla="*/ 20250 h 23251"/>
                  <a:gd name="csX225" fmla="*/ 113294 w 220825"/>
                  <a:gd name="csY225" fmla="*/ 19776 h 23251"/>
                  <a:gd name="csX226" fmla="*/ 114721 w 220825"/>
                  <a:gd name="csY226" fmla="*/ 18323 h 23251"/>
                  <a:gd name="csX227" fmla="*/ 115261 w 220825"/>
                  <a:gd name="csY227" fmla="*/ 15796 h 23251"/>
                  <a:gd name="csX228" fmla="*/ 115261 w 220825"/>
                  <a:gd name="csY228" fmla="*/ 15132 h 23251"/>
                  <a:gd name="csX229" fmla="*/ 112089 w 220825"/>
                  <a:gd name="csY229" fmla="*/ 15638 h 23251"/>
                  <a:gd name="csX230" fmla="*/ 109298 w 220825"/>
                  <a:gd name="csY230" fmla="*/ 16554 h 23251"/>
                  <a:gd name="csX231" fmla="*/ 108379 w 220825"/>
                  <a:gd name="csY231" fmla="*/ 18102 h 23251"/>
                  <a:gd name="csX232" fmla="*/ 108791 w 220825"/>
                  <a:gd name="csY232" fmla="*/ 19303 h 23251"/>
                  <a:gd name="csX233" fmla="*/ 109901 w 220825"/>
                  <a:gd name="csY233" fmla="*/ 20029 h 23251"/>
                  <a:gd name="csX234" fmla="*/ 111296 w 220825"/>
                  <a:gd name="csY234" fmla="*/ 20250 h 23251"/>
                  <a:gd name="csX235" fmla="*/ 124339 w 220825"/>
                  <a:gd name="csY235" fmla="*/ 22936 h 23251"/>
                  <a:gd name="csX236" fmla="*/ 123800 w 220825"/>
                  <a:gd name="csY236" fmla="*/ 22714 h 23251"/>
                  <a:gd name="csX237" fmla="*/ 123578 w 220825"/>
                  <a:gd name="csY237" fmla="*/ 22177 h 23251"/>
                  <a:gd name="csX238" fmla="*/ 123578 w 220825"/>
                  <a:gd name="csY238" fmla="*/ 1264 h 23251"/>
                  <a:gd name="csX239" fmla="*/ 123800 w 220825"/>
                  <a:gd name="csY239" fmla="*/ 727 h 23251"/>
                  <a:gd name="csX240" fmla="*/ 124339 w 220825"/>
                  <a:gd name="csY240" fmla="*/ 505 h 23251"/>
                  <a:gd name="csX241" fmla="*/ 126972 w 220825"/>
                  <a:gd name="csY241" fmla="*/ 505 h 23251"/>
                  <a:gd name="csX242" fmla="*/ 127511 w 220825"/>
                  <a:gd name="csY242" fmla="*/ 727 h 23251"/>
                  <a:gd name="csX243" fmla="*/ 127733 w 220825"/>
                  <a:gd name="csY243" fmla="*/ 1264 h 23251"/>
                  <a:gd name="csX244" fmla="*/ 127733 w 220825"/>
                  <a:gd name="csY244" fmla="*/ 22177 h 23251"/>
                  <a:gd name="csX245" fmla="*/ 127511 w 220825"/>
                  <a:gd name="csY245" fmla="*/ 22714 h 23251"/>
                  <a:gd name="csX246" fmla="*/ 126972 w 220825"/>
                  <a:gd name="csY246" fmla="*/ 22936 h 23251"/>
                  <a:gd name="csX247" fmla="*/ 124339 w 220825"/>
                  <a:gd name="csY247" fmla="*/ 22936 h 23251"/>
                  <a:gd name="csX248" fmla="*/ 132700 w 220825"/>
                  <a:gd name="csY248" fmla="*/ 22936 h 23251"/>
                  <a:gd name="csX249" fmla="*/ 132161 w 220825"/>
                  <a:gd name="csY249" fmla="*/ 22714 h 23251"/>
                  <a:gd name="csX250" fmla="*/ 131939 w 220825"/>
                  <a:gd name="csY250" fmla="*/ 22177 h 23251"/>
                  <a:gd name="csX251" fmla="*/ 131939 w 220825"/>
                  <a:gd name="csY251" fmla="*/ 7266 h 23251"/>
                  <a:gd name="csX252" fmla="*/ 132161 w 220825"/>
                  <a:gd name="csY252" fmla="*/ 6729 h 23251"/>
                  <a:gd name="csX253" fmla="*/ 132700 w 220825"/>
                  <a:gd name="csY253" fmla="*/ 6508 h 23251"/>
                  <a:gd name="csX254" fmla="*/ 135333 w 220825"/>
                  <a:gd name="csY254" fmla="*/ 6508 h 23251"/>
                  <a:gd name="csX255" fmla="*/ 135872 w 220825"/>
                  <a:gd name="csY255" fmla="*/ 6729 h 23251"/>
                  <a:gd name="csX256" fmla="*/ 136094 w 220825"/>
                  <a:gd name="csY256" fmla="*/ 7266 h 23251"/>
                  <a:gd name="csX257" fmla="*/ 136094 w 220825"/>
                  <a:gd name="csY257" fmla="*/ 22177 h 23251"/>
                  <a:gd name="csX258" fmla="*/ 135872 w 220825"/>
                  <a:gd name="csY258" fmla="*/ 22714 h 23251"/>
                  <a:gd name="csX259" fmla="*/ 135333 w 220825"/>
                  <a:gd name="csY259" fmla="*/ 22936 h 23251"/>
                  <a:gd name="csX260" fmla="*/ 132700 w 220825"/>
                  <a:gd name="csY260" fmla="*/ 22936 h 23251"/>
                  <a:gd name="csX261" fmla="*/ 132574 w 220825"/>
                  <a:gd name="csY261" fmla="*/ 3791 h 23251"/>
                  <a:gd name="csX262" fmla="*/ 132003 w 220825"/>
                  <a:gd name="csY262" fmla="*/ 3601 h 23251"/>
                  <a:gd name="csX263" fmla="*/ 131812 w 220825"/>
                  <a:gd name="csY263" fmla="*/ 3033 h 23251"/>
                  <a:gd name="csX264" fmla="*/ 131812 w 220825"/>
                  <a:gd name="csY264" fmla="*/ 758 h 23251"/>
                  <a:gd name="csX265" fmla="*/ 132003 w 220825"/>
                  <a:gd name="csY265" fmla="*/ 221 h 23251"/>
                  <a:gd name="csX266" fmla="*/ 132574 w 220825"/>
                  <a:gd name="csY266" fmla="*/ 0 h 23251"/>
                  <a:gd name="csX267" fmla="*/ 135459 w 220825"/>
                  <a:gd name="csY267" fmla="*/ 0 h 23251"/>
                  <a:gd name="csX268" fmla="*/ 136030 w 220825"/>
                  <a:gd name="csY268" fmla="*/ 221 h 23251"/>
                  <a:gd name="csX269" fmla="*/ 136252 w 220825"/>
                  <a:gd name="csY269" fmla="*/ 758 h 23251"/>
                  <a:gd name="csX270" fmla="*/ 136252 w 220825"/>
                  <a:gd name="csY270" fmla="*/ 3033 h 23251"/>
                  <a:gd name="csX271" fmla="*/ 136030 w 220825"/>
                  <a:gd name="csY271" fmla="*/ 3601 h 23251"/>
                  <a:gd name="csX272" fmla="*/ 135459 w 220825"/>
                  <a:gd name="csY272" fmla="*/ 3791 h 23251"/>
                  <a:gd name="csX273" fmla="*/ 132574 w 220825"/>
                  <a:gd name="csY273" fmla="*/ 3791 h 23251"/>
                  <a:gd name="csX274" fmla="*/ 146423 w 220825"/>
                  <a:gd name="csY274" fmla="*/ 23252 h 23251"/>
                  <a:gd name="csX275" fmla="*/ 143505 w 220825"/>
                  <a:gd name="csY275" fmla="*/ 22714 h 23251"/>
                  <a:gd name="csX276" fmla="*/ 141444 w 220825"/>
                  <a:gd name="csY276" fmla="*/ 21135 h 23251"/>
                  <a:gd name="csX277" fmla="*/ 140176 w 220825"/>
                  <a:gd name="csY277" fmla="*/ 18765 h 23251"/>
                  <a:gd name="csX278" fmla="*/ 139668 w 220825"/>
                  <a:gd name="csY278" fmla="*/ 15733 h 23251"/>
                  <a:gd name="csX279" fmla="*/ 139636 w 220825"/>
                  <a:gd name="csY279" fmla="*/ 14722 h 23251"/>
                  <a:gd name="csX280" fmla="*/ 139668 w 220825"/>
                  <a:gd name="csY280" fmla="*/ 13679 h 23251"/>
                  <a:gd name="csX281" fmla="*/ 140144 w 220825"/>
                  <a:gd name="csY281" fmla="*/ 10741 h 23251"/>
                  <a:gd name="csX282" fmla="*/ 141412 w 220825"/>
                  <a:gd name="csY282" fmla="*/ 8372 h 23251"/>
                  <a:gd name="csX283" fmla="*/ 143505 w 220825"/>
                  <a:gd name="csY283" fmla="*/ 6761 h 23251"/>
                  <a:gd name="csX284" fmla="*/ 146423 w 220825"/>
                  <a:gd name="csY284" fmla="*/ 6192 h 23251"/>
                  <a:gd name="csX285" fmla="*/ 149309 w 220825"/>
                  <a:gd name="csY285" fmla="*/ 6792 h 23251"/>
                  <a:gd name="csX286" fmla="*/ 151307 w 220825"/>
                  <a:gd name="csY286" fmla="*/ 8277 h 23251"/>
                  <a:gd name="csX287" fmla="*/ 151307 w 220825"/>
                  <a:gd name="csY287" fmla="*/ 1264 h 23251"/>
                  <a:gd name="csX288" fmla="*/ 151497 w 220825"/>
                  <a:gd name="csY288" fmla="*/ 727 h 23251"/>
                  <a:gd name="csX289" fmla="*/ 152068 w 220825"/>
                  <a:gd name="csY289" fmla="*/ 505 h 23251"/>
                  <a:gd name="csX290" fmla="*/ 154763 w 220825"/>
                  <a:gd name="csY290" fmla="*/ 505 h 23251"/>
                  <a:gd name="csX291" fmla="*/ 155303 w 220825"/>
                  <a:gd name="csY291" fmla="*/ 727 h 23251"/>
                  <a:gd name="csX292" fmla="*/ 155525 w 220825"/>
                  <a:gd name="csY292" fmla="*/ 1264 h 23251"/>
                  <a:gd name="csX293" fmla="*/ 155525 w 220825"/>
                  <a:gd name="csY293" fmla="*/ 22177 h 23251"/>
                  <a:gd name="csX294" fmla="*/ 155303 w 220825"/>
                  <a:gd name="csY294" fmla="*/ 22714 h 23251"/>
                  <a:gd name="csX295" fmla="*/ 154763 w 220825"/>
                  <a:gd name="csY295" fmla="*/ 22936 h 23251"/>
                  <a:gd name="csX296" fmla="*/ 152258 w 220825"/>
                  <a:gd name="csY296" fmla="*/ 22936 h 23251"/>
                  <a:gd name="csX297" fmla="*/ 151687 w 220825"/>
                  <a:gd name="csY297" fmla="*/ 22714 h 23251"/>
                  <a:gd name="csX298" fmla="*/ 151497 w 220825"/>
                  <a:gd name="csY298" fmla="*/ 22177 h 23251"/>
                  <a:gd name="csX299" fmla="*/ 151497 w 220825"/>
                  <a:gd name="csY299" fmla="*/ 21008 h 23251"/>
                  <a:gd name="csX300" fmla="*/ 149467 w 220825"/>
                  <a:gd name="csY300" fmla="*/ 22620 h 23251"/>
                  <a:gd name="csX301" fmla="*/ 146423 w 220825"/>
                  <a:gd name="csY301" fmla="*/ 23252 h 23251"/>
                  <a:gd name="csX302" fmla="*/ 147596 w 220825"/>
                  <a:gd name="csY302" fmla="*/ 19871 h 23251"/>
                  <a:gd name="csX303" fmla="*/ 149721 w 220825"/>
                  <a:gd name="csY303" fmla="*/ 19271 h 23251"/>
                  <a:gd name="csX304" fmla="*/ 150894 w 220825"/>
                  <a:gd name="csY304" fmla="*/ 17755 h 23251"/>
                  <a:gd name="csX305" fmla="*/ 151307 w 220825"/>
                  <a:gd name="csY305" fmla="*/ 15827 h 23251"/>
                  <a:gd name="csX306" fmla="*/ 151338 w 220825"/>
                  <a:gd name="csY306" fmla="*/ 14627 h 23251"/>
                  <a:gd name="csX307" fmla="*/ 151307 w 220825"/>
                  <a:gd name="csY307" fmla="*/ 13395 h 23251"/>
                  <a:gd name="csX308" fmla="*/ 150863 w 220825"/>
                  <a:gd name="csY308" fmla="*/ 11594 h 23251"/>
                  <a:gd name="csX309" fmla="*/ 149658 w 220825"/>
                  <a:gd name="csY309" fmla="*/ 10141 h 23251"/>
                  <a:gd name="csX310" fmla="*/ 147596 w 220825"/>
                  <a:gd name="csY310" fmla="*/ 9572 h 23251"/>
                  <a:gd name="csX311" fmla="*/ 145472 w 220825"/>
                  <a:gd name="csY311" fmla="*/ 10173 h 23251"/>
                  <a:gd name="csX312" fmla="*/ 144362 w 220825"/>
                  <a:gd name="csY312" fmla="*/ 11689 h 23251"/>
                  <a:gd name="csX313" fmla="*/ 143949 w 220825"/>
                  <a:gd name="csY313" fmla="*/ 13774 h 23251"/>
                  <a:gd name="csX314" fmla="*/ 143949 w 220825"/>
                  <a:gd name="csY314" fmla="*/ 15669 h 23251"/>
                  <a:gd name="csX315" fmla="*/ 144362 w 220825"/>
                  <a:gd name="csY315" fmla="*/ 17755 h 23251"/>
                  <a:gd name="csX316" fmla="*/ 145472 w 220825"/>
                  <a:gd name="csY316" fmla="*/ 19303 h 23251"/>
                  <a:gd name="csX317" fmla="*/ 147596 w 220825"/>
                  <a:gd name="csY317" fmla="*/ 19871 h 23251"/>
                  <a:gd name="csX318" fmla="*/ 164538 w 220825"/>
                  <a:gd name="csY318" fmla="*/ 23252 h 23251"/>
                  <a:gd name="csX319" fmla="*/ 161557 w 220825"/>
                  <a:gd name="csY319" fmla="*/ 22620 h 23251"/>
                  <a:gd name="csX320" fmla="*/ 159432 w 220825"/>
                  <a:gd name="csY320" fmla="*/ 20882 h 23251"/>
                  <a:gd name="csX321" fmla="*/ 158671 w 220825"/>
                  <a:gd name="csY321" fmla="*/ 18418 h 23251"/>
                  <a:gd name="csX322" fmla="*/ 160447 w 220825"/>
                  <a:gd name="csY322" fmla="*/ 14911 h 23251"/>
                  <a:gd name="csX323" fmla="*/ 165204 w 220825"/>
                  <a:gd name="csY323" fmla="*/ 13142 h 23251"/>
                  <a:gd name="csX324" fmla="*/ 169548 w 220825"/>
                  <a:gd name="csY324" fmla="*/ 12510 h 23251"/>
                  <a:gd name="csX325" fmla="*/ 169548 w 220825"/>
                  <a:gd name="csY325" fmla="*/ 11847 h 23251"/>
                  <a:gd name="csX326" fmla="*/ 168882 w 220825"/>
                  <a:gd name="csY326" fmla="*/ 9793 h 23251"/>
                  <a:gd name="csX327" fmla="*/ 166599 w 220825"/>
                  <a:gd name="csY327" fmla="*/ 9067 h 23251"/>
                  <a:gd name="csX328" fmla="*/ 164728 w 220825"/>
                  <a:gd name="csY328" fmla="*/ 9541 h 23251"/>
                  <a:gd name="csX329" fmla="*/ 163682 w 220825"/>
                  <a:gd name="csY329" fmla="*/ 10741 h 23251"/>
                  <a:gd name="csX330" fmla="*/ 162952 w 220825"/>
                  <a:gd name="csY330" fmla="*/ 11152 h 23251"/>
                  <a:gd name="csX331" fmla="*/ 160447 w 220825"/>
                  <a:gd name="csY331" fmla="*/ 11152 h 23251"/>
                  <a:gd name="csX332" fmla="*/ 159908 w 220825"/>
                  <a:gd name="csY332" fmla="*/ 10962 h 23251"/>
                  <a:gd name="csX333" fmla="*/ 159749 w 220825"/>
                  <a:gd name="csY333" fmla="*/ 10457 h 23251"/>
                  <a:gd name="csX334" fmla="*/ 160161 w 220825"/>
                  <a:gd name="csY334" fmla="*/ 9225 h 23251"/>
                  <a:gd name="csX335" fmla="*/ 161367 w 220825"/>
                  <a:gd name="csY335" fmla="*/ 7835 h 23251"/>
                  <a:gd name="csX336" fmla="*/ 163491 w 220825"/>
                  <a:gd name="csY336" fmla="*/ 6666 h 23251"/>
                  <a:gd name="csX337" fmla="*/ 166631 w 220825"/>
                  <a:gd name="csY337" fmla="*/ 6192 h 23251"/>
                  <a:gd name="csX338" fmla="*/ 169992 w 220825"/>
                  <a:gd name="csY338" fmla="*/ 6697 h 23251"/>
                  <a:gd name="csX339" fmla="*/ 172212 w 220825"/>
                  <a:gd name="csY339" fmla="*/ 7993 h 23251"/>
                  <a:gd name="csX340" fmla="*/ 173417 w 220825"/>
                  <a:gd name="csY340" fmla="*/ 9920 h 23251"/>
                  <a:gd name="csX341" fmla="*/ 173798 w 220825"/>
                  <a:gd name="csY341" fmla="*/ 12258 h 23251"/>
                  <a:gd name="csX342" fmla="*/ 173798 w 220825"/>
                  <a:gd name="csY342" fmla="*/ 22177 h 23251"/>
                  <a:gd name="csX343" fmla="*/ 173576 w 220825"/>
                  <a:gd name="csY343" fmla="*/ 22714 h 23251"/>
                  <a:gd name="csX344" fmla="*/ 173037 w 220825"/>
                  <a:gd name="csY344" fmla="*/ 22936 h 23251"/>
                  <a:gd name="csX345" fmla="*/ 170468 w 220825"/>
                  <a:gd name="csY345" fmla="*/ 22936 h 23251"/>
                  <a:gd name="csX346" fmla="*/ 169897 w 220825"/>
                  <a:gd name="csY346" fmla="*/ 22714 h 23251"/>
                  <a:gd name="csX347" fmla="*/ 169707 w 220825"/>
                  <a:gd name="csY347" fmla="*/ 22177 h 23251"/>
                  <a:gd name="csX348" fmla="*/ 169707 w 220825"/>
                  <a:gd name="csY348" fmla="*/ 20945 h 23251"/>
                  <a:gd name="csX349" fmla="*/ 168597 w 220825"/>
                  <a:gd name="csY349" fmla="*/ 22083 h 23251"/>
                  <a:gd name="csX350" fmla="*/ 166885 w 220825"/>
                  <a:gd name="csY350" fmla="*/ 22936 h 23251"/>
                  <a:gd name="csX351" fmla="*/ 164538 w 220825"/>
                  <a:gd name="csY351" fmla="*/ 23252 h 23251"/>
                  <a:gd name="csX352" fmla="*/ 165616 w 220825"/>
                  <a:gd name="csY352" fmla="*/ 20250 h 23251"/>
                  <a:gd name="csX353" fmla="*/ 167614 w 220825"/>
                  <a:gd name="csY353" fmla="*/ 19776 h 23251"/>
                  <a:gd name="csX354" fmla="*/ 169041 w 220825"/>
                  <a:gd name="csY354" fmla="*/ 18323 h 23251"/>
                  <a:gd name="csX355" fmla="*/ 169580 w 220825"/>
                  <a:gd name="csY355" fmla="*/ 15796 h 23251"/>
                  <a:gd name="csX356" fmla="*/ 169580 w 220825"/>
                  <a:gd name="csY356" fmla="*/ 15132 h 23251"/>
                  <a:gd name="csX357" fmla="*/ 166409 w 220825"/>
                  <a:gd name="csY357" fmla="*/ 15638 h 23251"/>
                  <a:gd name="csX358" fmla="*/ 163618 w 220825"/>
                  <a:gd name="csY358" fmla="*/ 16554 h 23251"/>
                  <a:gd name="csX359" fmla="*/ 162698 w 220825"/>
                  <a:gd name="csY359" fmla="*/ 18102 h 23251"/>
                  <a:gd name="csX360" fmla="*/ 163111 w 220825"/>
                  <a:gd name="csY360" fmla="*/ 19303 h 23251"/>
                  <a:gd name="csX361" fmla="*/ 164221 w 220825"/>
                  <a:gd name="csY361" fmla="*/ 20029 h 23251"/>
                  <a:gd name="csX362" fmla="*/ 165616 w 220825"/>
                  <a:gd name="csY362" fmla="*/ 20250 h 23251"/>
                  <a:gd name="csX363" fmla="*/ 185165 w 220825"/>
                  <a:gd name="csY363" fmla="*/ 22936 h 23251"/>
                  <a:gd name="csX364" fmla="*/ 181962 w 220825"/>
                  <a:gd name="csY364" fmla="*/ 22272 h 23251"/>
                  <a:gd name="csX365" fmla="*/ 180027 w 220825"/>
                  <a:gd name="csY365" fmla="*/ 20313 h 23251"/>
                  <a:gd name="csX366" fmla="*/ 179393 w 220825"/>
                  <a:gd name="csY366" fmla="*/ 17028 h 23251"/>
                  <a:gd name="csX367" fmla="*/ 179393 w 220825"/>
                  <a:gd name="csY367" fmla="*/ 9857 h 23251"/>
                  <a:gd name="csX368" fmla="*/ 176888 w 220825"/>
                  <a:gd name="csY368" fmla="*/ 9857 h 23251"/>
                  <a:gd name="csX369" fmla="*/ 176349 w 220825"/>
                  <a:gd name="csY369" fmla="*/ 9635 h 23251"/>
                  <a:gd name="csX370" fmla="*/ 176127 w 220825"/>
                  <a:gd name="csY370" fmla="*/ 9098 h 23251"/>
                  <a:gd name="csX371" fmla="*/ 176127 w 220825"/>
                  <a:gd name="csY371" fmla="*/ 7266 h 23251"/>
                  <a:gd name="csX372" fmla="*/ 176349 w 220825"/>
                  <a:gd name="csY372" fmla="*/ 6729 h 23251"/>
                  <a:gd name="csX373" fmla="*/ 176888 w 220825"/>
                  <a:gd name="csY373" fmla="*/ 6508 h 23251"/>
                  <a:gd name="csX374" fmla="*/ 179393 w 220825"/>
                  <a:gd name="csY374" fmla="*/ 6508 h 23251"/>
                  <a:gd name="csX375" fmla="*/ 179393 w 220825"/>
                  <a:gd name="csY375" fmla="*/ 1264 h 23251"/>
                  <a:gd name="csX376" fmla="*/ 179583 w 220825"/>
                  <a:gd name="csY376" fmla="*/ 727 h 23251"/>
                  <a:gd name="csX377" fmla="*/ 180154 w 220825"/>
                  <a:gd name="csY377" fmla="*/ 505 h 23251"/>
                  <a:gd name="csX378" fmla="*/ 182723 w 220825"/>
                  <a:gd name="csY378" fmla="*/ 505 h 23251"/>
                  <a:gd name="csX379" fmla="*/ 183262 w 220825"/>
                  <a:gd name="csY379" fmla="*/ 727 h 23251"/>
                  <a:gd name="csX380" fmla="*/ 183484 w 220825"/>
                  <a:gd name="csY380" fmla="*/ 1264 h 23251"/>
                  <a:gd name="csX381" fmla="*/ 183484 w 220825"/>
                  <a:gd name="csY381" fmla="*/ 6508 h 23251"/>
                  <a:gd name="csX382" fmla="*/ 187448 w 220825"/>
                  <a:gd name="csY382" fmla="*/ 6508 h 23251"/>
                  <a:gd name="csX383" fmla="*/ 187987 w 220825"/>
                  <a:gd name="csY383" fmla="*/ 6729 h 23251"/>
                  <a:gd name="csX384" fmla="*/ 188209 w 220825"/>
                  <a:gd name="csY384" fmla="*/ 7266 h 23251"/>
                  <a:gd name="csX385" fmla="*/ 188209 w 220825"/>
                  <a:gd name="csY385" fmla="*/ 9098 h 23251"/>
                  <a:gd name="csX386" fmla="*/ 187987 w 220825"/>
                  <a:gd name="csY386" fmla="*/ 9635 h 23251"/>
                  <a:gd name="csX387" fmla="*/ 187448 w 220825"/>
                  <a:gd name="csY387" fmla="*/ 9857 h 23251"/>
                  <a:gd name="csX388" fmla="*/ 183484 w 220825"/>
                  <a:gd name="csY388" fmla="*/ 9857 h 23251"/>
                  <a:gd name="csX389" fmla="*/ 183484 w 220825"/>
                  <a:gd name="csY389" fmla="*/ 16712 h 23251"/>
                  <a:gd name="csX390" fmla="*/ 183928 w 220825"/>
                  <a:gd name="csY390" fmla="*/ 18734 h 23251"/>
                  <a:gd name="csX391" fmla="*/ 185545 w 220825"/>
                  <a:gd name="csY391" fmla="*/ 19461 h 23251"/>
                  <a:gd name="csX392" fmla="*/ 187734 w 220825"/>
                  <a:gd name="csY392" fmla="*/ 19461 h 23251"/>
                  <a:gd name="csX393" fmla="*/ 188273 w 220825"/>
                  <a:gd name="csY393" fmla="*/ 19682 h 23251"/>
                  <a:gd name="csX394" fmla="*/ 188495 w 220825"/>
                  <a:gd name="csY394" fmla="*/ 20219 h 23251"/>
                  <a:gd name="csX395" fmla="*/ 188495 w 220825"/>
                  <a:gd name="csY395" fmla="*/ 22177 h 23251"/>
                  <a:gd name="csX396" fmla="*/ 188273 w 220825"/>
                  <a:gd name="csY396" fmla="*/ 22714 h 23251"/>
                  <a:gd name="csX397" fmla="*/ 187734 w 220825"/>
                  <a:gd name="csY397" fmla="*/ 22936 h 23251"/>
                  <a:gd name="csX398" fmla="*/ 185165 w 220825"/>
                  <a:gd name="csY398" fmla="*/ 22936 h 23251"/>
                  <a:gd name="csX399" fmla="*/ 198602 w 220825"/>
                  <a:gd name="csY399" fmla="*/ 23252 h 23251"/>
                  <a:gd name="csX400" fmla="*/ 194321 w 220825"/>
                  <a:gd name="csY400" fmla="*/ 22367 h 23251"/>
                  <a:gd name="csX401" fmla="*/ 191689 w 220825"/>
                  <a:gd name="csY401" fmla="*/ 19871 h 23251"/>
                  <a:gd name="csX402" fmla="*/ 190674 w 220825"/>
                  <a:gd name="csY402" fmla="*/ 16112 h 23251"/>
                  <a:gd name="csX403" fmla="*/ 190642 w 220825"/>
                  <a:gd name="csY403" fmla="*/ 14722 h 23251"/>
                  <a:gd name="csX404" fmla="*/ 190674 w 220825"/>
                  <a:gd name="csY404" fmla="*/ 13332 h 23251"/>
                  <a:gd name="csX405" fmla="*/ 191720 w 220825"/>
                  <a:gd name="csY405" fmla="*/ 9572 h 23251"/>
                  <a:gd name="csX406" fmla="*/ 194384 w 220825"/>
                  <a:gd name="csY406" fmla="*/ 7077 h 23251"/>
                  <a:gd name="csX407" fmla="*/ 198602 w 220825"/>
                  <a:gd name="csY407" fmla="*/ 6192 h 23251"/>
                  <a:gd name="csX408" fmla="*/ 202788 w 220825"/>
                  <a:gd name="csY408" fmla="*/ 7077 h 23251"/>
                  <a:gd name="csX409" fmla="*/ 205452 w 220825"/>
                  <a:gd name="csY409" fmla="*/ 9572 h 23251"/>
                  <a:gd name="csX410" fmla="*/ 206530 w 220825"/>
                  <a:gd name="csY410" fmla="*/ 13332 h 23251"/>
                  <a:gd name="csX411" fmla="*/ 206562 w 220825"/>
                  <a:gd name="csY411" fmla="*/ 14722 h 23251"/>
                  <a:gd name="csX412" fmla="*/ 206530 w 220825"/>
                  <a:gd name="csY412" fmla="*/ 16112 h 23251"/>
                  <a:gd name="csX413" fmla="*/ 205484 w 220825"/>
                  <a:gd name="csY413" fmla="*/ 19871 h 23251"/>
                  <a:gd name="csX414" fmla="*/ 202852 w 220825"/>
                  <a:gd name="csY414" fmla="*/ 22367 h 23251"/>
                  <a:gd name="csX415" fmla="*/ 198602 w 220825"/>
                  <a:gd name="csY415" fmla="*/ 23252 h 23251"/>
                  <a:gd name="csX416" fmla="*/ 198602 w 220825"/>
                  <a:gd name="csY416" fmla="*/ 20124 h 23251"/>
                  <a:gd name="csX417" fmla="*/ 201202 w 220825"/>
                  <a:gd name="csY417" fmla="*/ 19081 h 23251"/>
                  <a:gd name="csX418" fmla="*/ 202217 w 220825"/>
                  <a:gd name="csY418" fmla="*/ 15954 h 23251"/>
                  <a:gd name="csX419" fmla="*/ 202249 w 220825"/>
                  <a:gd name="csY419" fmla="*/ 14722 h 23251"/>
                  <a:gd name="csX420" fmla="*/ 202217 w 220825"/>
                  <a:gd name="csY420" fmla="*/ 13490 h 23251"/>
                  <a:gd name="csX421" fmla="*/ 201202 w 220825"/>
                  <a:gd name="csY421" fmla="*/ 10394 h 23251"/>
                  <a:gd name="csX422" fmla="*/ 198602 w 220825"/>
                  <a:gd name="csY422" fmla="*/ 9320 h 23251"/>
                  <a:gd name="csX423" fmla="*/ 196002 w 220825"/>
                  <a:gd name="csY423" fmla="*/ 10394 h 23251"/>
                  <a:gd name="csX424" fmla="*/ 194987 w 220825"/>
                  <a:gd name="csY424" fmla="*/ 13490 h 23251"/>
                  <a:gd name="csX425" fmla="*/ 194955 w 220825"/>
                  <a:gd name="csY425" fmla="*/ 14722 h 23251"/>
                  <a:gd name="csX426" fmla="*/ 194987 w 220825"/>
                  <a:gd name="csY426" fmla="*/ 15954 h 23251"/>
                  <a:gd name="csX427" fmla="*/ 196002 w 220825"/>
                  <a:gd name="csY427" fmla="*/ 19081 h 23251"/>
                  <a:gd name="csX428" fmla="*/ 198602 w 220825"/>
                  <a:gd name="csY428" fmla="*/ 20124 h 23251"/>
                  <a:gd name="csX429" fmla="*/ 210836 w 220825"/>
                  <a:gd name="csY429" fmla="*/ 22936 h 23251"/>
                  <a:gd name="csX430" fmla="*/ 210297 w 220825"/>
                  <a:gd name="csY430" fmla="*/ 22714 h 23251"/>
                  <a:gd name="csX431" fmla="*/ 210075 w 220825"/>
                  <a:gd name="csY431" fmla="*/ 22177 h 23251"/>
                  <a:gd name="csX432" fmla="*/ 210075 w 220825"/>
                  <a:gd name="csY432" fmla="*/ 7298 h 23251"/>
                  <a:gd name="csX433" fmla="*/ 210297 w 220825"/>
                  <a:gd name="csY433" fmla="*/ 6729 h 23251"/>
                  <a:gd name="csX434" fmla="*/ 210836 w 220825"/>
                  <a:gd name="csY434" fmla="*/ 6508 h 23251"/>
                  <a:gd name="csX435" fmla="*/ 213405 w 220825"/>
                  <a:gd name="csY435" fmla="*/ 6508 h 23251"/>
                  <a:gd name="csX436" fmla="*/ 213944 w 220825"/>
                  <a:gd name="csY436" fmla="*/ 6729 h 23251"/>
                  <a:gd name="csX437" fmla="*/ 214198 w 220825"/>
                  <a:gd name="csY437" fmla="*/ 7298 h 23251"/>
                  <a:gd name="csX438" fmla="*/ 214198 w 220825"/>
                  <a:gd name="csY438" fmla="*/ 8593 h 23251"/>
                  <a:gd name="csX439" fmla="*/ 216069 w 220825"/>
                  <a:gd name="csY439" fmla="*/ 7045 h 23251"/>
                  <a:gd name="csX440" fmla="*/ 218765 w 220825"/>
                  <a:gd name="csY440" fmla="*/ 6508 h 23251"/>
                  <a:gd name="csX441" fmla="*/ 220065 w 220825"/>
                  <a:gd name="csY441" fmla="*/ 6508 h 23251"/>
                  <a:gd name="csX442" fmla="*/ 220604 w 220825"/>
                  <a:gd name="csY442" fmla="*/ 6729 h 23251"/>
                  <a:gd name="csX443" fmla="*/ 220826 w 220825"/>
                  <a:gd name="csY443" fmla="*/ 7266 h 23251"/>
                  <a:gd name="csX444" fmla="*/ 220826 w 220825"/>
                  <a:gd name="csY444" fmla="*/ 9541 h 23251"/>
                  <a:gd name="csX445" fmla="*/ 220604 w 220825"/>
                  <a:gd name="csY445" fmla="*/ 10078 h 23251"/>
                  <a:gd name="csX446" fmla="*/ 220065 w 220825"/>
                  <a:gd name="csY446" fmla="*/ 10299 h 23251"/>
                  <a:gd name="csX447" fmla="*/ 217591 w 220825"/>
                  <a:gd name="csY447" fmla="*/ 10299 h 23251"/>
                  <a:gd name="csX448" fmla="*/ 215213 w 220825"/>
                  <a:gd name="csY448" fmla="*/ 11152 h 23251"/>
                  <a:gd name="csX449" fmla="*/ 214388 w 220825"/>
                  <a:gd name="csY449" fmla="*/ 13490 h 23251"/>
                  <a:gd name="csX450" fmla="*/ 214388 w 220825"/>
                  <a:gd name="csY450" fmla="*/ 22177 h 23251"/>
                  <a:gd name="csX451" fmla="*/ 214166 w 220825"/>
                  <a:gd name="csY451" fmla="*/ 22714 h 23251"/>
                  <a:gd name="csX452" fmla="*/ 213595 w 220825"/>
                  <a:gd name="csY452" fmla="*/ 22936 h 23251"/>
                  <a:gd name="csX453" fmla="*/ 210836 w 220825"/>
                  <a:gd name="csY453"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Lst>
                <a:rect l="l" t="t" r="r" b="b"/>
                <a:pathLst>
                  <a:path w="220825" h="23251">
                    <a:moveTo>
                      <a:pt x="9292" y="23252"/>
                    </a:moveTo>
                    <a:cubicBezTo>
                      <a:pt x="7409" y="23252"/>
                      <a:pt x="5792" y="22947"/>
                      <a:pt x="4440" y="22335"/>
                    </a:cubicBezTo>
                    <a:cubicBezTo>
                      <a:pt x="3087" y="21704"/>
                      <a:pt x="2030" y="20744"/>
                      <a:pt x="1269" y="19461"/>
                    </a:cubicBezTo>
                    <a:cubicBezTo>
                      <a:pt x="507" y="18154"/>
                      <a:pt x="95" y="16534"/>
                      <a:pt x="32" y="14595"/>
                    </a:cubicBezTo>
                    <a:cubicBezTo>
                      <a:pt x="11" y="13691"/>
                      <a:pt x="0" y="12795"/>
                      <a:pt x="0" y="11910"/>
                    </a:cubicBezTo>
                    <a:cubicBezTo>
                      <a:pt x="0" y="11026"/>
                      <a:pt x="11" y="10121"/>
                      <a:pt x="32" y="9193"/>
                    </a:cubicBezTo>
                    <a:cubicBezTo>
                      <a:pt x="95" y="7277"/>
                      <a:pt x="519" y="5675"/>
                      <a:pt x="1300" y="4391"/>
                    </a:cubicBezTo>
                    <a:cubicBezTo>
                      <a:pt x="2082" y="3107"/>
                      <a:pt x="3151" y="2137"/>
                      <a:pt x="4503" y="1485"/>
                    </a:cubicBezTo>
                    <a:cubicBezTo>
                      <a:pt x="5878" y="833"/>
                      <a:pt x="7473" y="505"/>
                      <a:pt x="9292" y="505"/>
                    </a:cubicBezTo>
                    <a:cubicBezTo>
                      <a:pt x="11111" y="505"/>
                      <a:pt x="12705" y="833"/>
                      <a:pt x="14080" y="1485"/>
                    </a:cubicBezTo>
                    <a:cubicBezTo>
                      <a:pt x="15456" y="2137"/>
                      <a:pt x="16534" y="3107"/>
                      <a:pt x="17315" y="4391"/>
                    </a:cubicBezTo>
                    <a:cubicBezTo>
                      <a:pt x="18097" y="5675"/>
                      <a:pt x="18520" y="7277"/>
                      <a:pt x="18584" y="9193"/>
                    </a:cubicBezTo>
                    <a:cubicBezTo>
                      <a:pt x="18627" y="10121"/>
                      <a:pt x="18647" y="11026"/>
                      <a:pt x="18647" y="11910"/>
                    </a:cubicBezTo>
                    <a:cubicBezTo>
                      <a:pt x="18647" y="12795"/>
                      <a:pt x="18627" y="13691"/>
                      <a:pt x="18584" y="14595"/>
                    </a:cubicBezTo>
                    <a:cubicBezTo>
                      <a:pt x="18520" y="16534"/>
                      <a:pt x="18108" y="18154"/>
                      <a:pt x="17347" y="19461"/>
                    </a:cubicBezTo>
                    <a:cubicBezTo>
                      <a:pt x="16586" y="20744"/>
                      <a:pt x="15519" y="21704"/>
                      <a:pt x="14144" y="22335"/>
                    </a:cubicBezTo>
                    <a:cubicBezTo>
                      <a:pt x="12792" y="22947"/>
                      <a:pt x="11174" y="23252"/>
                      <a:pt x="9292" y="23252"/>
                    </a:cubicBezTo>
                    <a:close/>
                    <a:moveTo>
                      <a:pt x="9292" y="19618"/>
                    </a:moveTo>
                    <a:cubicBezTo>
                      <a:pt x="10667" y="19618"/>
                      <a:pt x="11786" y="19219"/>
                      <a:pt x="12653" y="18418"/>
                    </a:cubicBezTo>
                    <a:cubicBezTo>
                      <a:pt x="13521" y="17597"/>
                      <a:pt x="13985" y="16270"/>
                      <a:pt x="14049" y="14437"/>
                    </a:cubicBezTo>
                    <a:cubicBezTo>
                      <a:pt x="14092" y="13510"/>
                      <a:pt x="14112" y="12657"/>
                      <a:pt x="14112" y="11879"/>
                    </a:cubicBezTo>
                    <a:cubicBezTo>
                      <a:pt x="14112" y="11077"/>
                      <a:pt x="14092" y="10224"/>
                      <a:pt x="14049" y="9320"/>
                    </a:cubicBezTo>
                    <a:cubicBezTo>
                      <a:pt x="14006" y="8099"/>
                      <a:pt x="13775" y="7108"/>
                      <a:pt x="13351" y="6350"/>
                    </a:cubicBezTo>
                    <a:cubicBezTo>
                      <a:pt x="12950" y="5571"/>
                      <a:pt x="12400" y="5012"/>
                      <a:pt x="11702" y="4676"/>
                    </a:cubicBezTo>
                    <a:cubicBezTo>
                      <a:pt x="11004" y="4317"/>
                      <a:pt x="10200" y="4139"/>
                      <a:pt x="9292" y="4139"/>
                    </a:cubicBezTo>
                    <a:cubicBezTo>
                      <a:pt x="8404" y="4139"/>
                      <a:pt x="7611" y="4317"/>
                      <a:pt x="6913" y="4676"/>
                    </a:cubicBezTo>
                    <a:cubicBezTo>
                      <a:pt x="6216" y="5012"/>
                      <a:pt x="5656" y="5571"/>
                      <a:pt x="5233" y="6350"/>
                    </a:cubicBezTo>
                    <a:cubicBezTo>
                      <a:pt x="4832" y="7108"/>
                      <a:pt x="4610" y="8099"/>
                      <a:pt x="4567" y="9320"/>
                    </a:cubicBezTo>
                    <a:cubicBezTo>
                      <a:pt x="4546" y="10224"/>
                      <a:pt x="4535" y="11077"/>
                      <a:pt x="4535" y="11879"/>
                    </a:cubicBezTo>
                    <a:cubicBezTo>
                      <a:pt x="4535" y="12657"/>
                      <a:pt x="4546" y="13510"/>
                      <a:pt x="4567" y="14437"/>
                    </a:cubicBezTo>
                    <a:cubicBezTo>
                      <a:pt x="4630" y="16270"/>
                      <a:pt x="5094" y="17597"/>
                      <a:pt x="5962" y="18418"/>
                    </a:cubicBezTo>
                    <a:cubicBezTo>
                      <a:pt x="6830" y="19219"/>
                      <a:pt x="7939" y="19618"/>
                      <a:pt x="9292" y="19618"/>
                    </a:cubicBezTo>
                    <a:close/>
                    <a:moveTo>
                      <a:pt x="23191" y="22936"/>
                    </a:moveTo>
                    <a:cubicBezTo>
                      <a:pt x="22981" y="22936"/>
                      <a:pt x="22802" y="22861"/>
                      <a:pt x="22652" y="22714"/>
                    </a:cubicBezTo>
                    <a:cubicBezTo>
                      <a:pt x="22505" y="22568"/>
                      <a:pt x="22430" y="22387"/>
                      <a:pt x="22430" y="22177"/>
                    </a:cubicBezTo>
                    <a:lnTo>
                      <a:pt x="22430" y="7298"/>
                    </a:lnTo>
                    <a:cubicBezTo>
                      <a:pt x="22430" y="7065"/>
                      <a:pt x="22505" y="6876"/>
                      <a:pt x="22652" y="6729"/>
                    </a:cubicBezTo>
                    <a:cubicBezTo>
                      <a:pt x="22802" y="6582"/>
                      <a:pt x="22981" y="6508"/>
                      <a:pt x="23191" y="6508"/>
                    </a:cubicBezTo>
                    <a:lnTo>
                      <a:pt x="25760" y="6508"/>
                    </a:lnTo>
                    <a:cubicBezTo>
                      <a:pt x="25973" y="6508"/>
                      <a:pt x="26152" y="6582"/>
                      <a:pt x="26299" y="6729"/>
                    </a:cubicBezTo>
                    <a:cubicBezTo>
                      <a:pt x="26469" y="6876"/>
                      <a:pt x="26553" y="7065"/>
                      <a:pt x="26553" y="7298"/>
                    </a:cubicBezTo>
                    <a:lnTo>
                      <a:pt x="26553" y="8593"/>
                    </a:lnTo>
                    <a:cubicBezTo>
                      <a:pt x="27040" y="7918"/>
                      <a:pt x="27663" y="7404"/>
                      <a:pt x="28424" y="7045"/>
                    </a:cubicBezTo>
                    <a:cubicBezTo>
                      <a:pt x="29208" y="6686"/>
                      <a:pt x="30105" y="6508"/>
                      <a:pt x="31119" y="6508"/>
                    </a:cubicBezTo>
                    <a:lnTo>
                      <a:pt x="32420" y="6508"/>
                    </a:lnTo>
                    <a:cubicBezTo>
                      <a:pt x="32653" y="6508"/>
                      <a:pt x="32832" y="6582"/>
                      <a:pt x="32959" y="6729"/>
                    </a:cubicBezTo>
                    <a:cubicBezTo>
                      <a:pt x="33108" y="6876"/>
                      <a:pt x="33181" y="7056"/>
                      <a:pt x="33181" y="7266"/>
                    </a:cubicBezTo>
                    <a:lnTo>
                      <a:pt x="33181" y="9541"/>
                    </a:lnTo>
                    <a:cubicBezTo>
                      <a:pt x="33181" y="9751"/>
                      <a:pt x="33108" y="9931"/>
                      <a:pt x="32959" y="10078"/>
                    </a:cubicBezTo>
                    <a:cubicBezTo>
                      <a:pt x="32832" y="10224"/>
                      <a:pt x="32653" y="10299"/>
                      <a:pt x="32420" y="10299"/>
                    </a:cubicBezTo>
                    <a:lnTo>
                      <a:pt x="29946" y="10299"/>
                    </a:lnTo>
                    <a:cubicBezTo>
                      <a:pt x="28931" y="10299"/>
                      <a:pt x="28138" y="10583"/>
                      <a:pt x="27568" y="11152"/>
                    </a:cubicBezTo>
                    <a:cubicBezTo>
                      <a:pt x="27019" y="11721"/>
                      <a:pt x="26743" y="12499"/>
                      <a:pt x="26743" y="13490"/>
                    </a:cubicBezTo>
                    <a:lnTo>
                      <a:pt x="26743" y="22177"/>
                    </a:lnTo>
                    <a:cubicBezTo>
                      <a:pt x="26743" y="22387"/>
                      <a:pt x="26671" y="22568"/>
                      <a:pt x="26521" y="22714"/>
                    </a:cubicBezTo>
                    <a:cubicBezTo>
                      <a:pt x="26374" y="22861"/>
                      <a:pt x="26184" y="22936"/>
                      <a:pt x="25950" y="22936"/>
                    </a:cubicBezTo>
                    <a:lnTo>
                      <a:pt x="23191" y="22936"/>
                    </a:lnTo>
                    <a:close/>
                    <a:moveTo>
                      <a:pt x="41528" y="23252"/>
                    </a:moveTo>
                    <a:cubicBezTo>
                      <a:pt x="40429" y="23252"/>
                      <a:pt x="39455" y="23073"/>
                      <a:pt x="38610" y="22714"/>
                    </a:cubicBezTo>
                    <a:cubicBezTo>
                      <a:pt x="37786" y="22335"/>
                      <a:pt x="37100" y="21810"/>
                      <a:pt x="36549" y="21135"/>
                    </a:cubicBezTo>
                    <a:cubicBezTo>
                      <a:pt x="35999" y="20460"/>
                      <a:pt x="35577" y="19670"/>
                      <a:pt x="35281" y="18765"/>
                    </a:cubicBezTo>
                    <a:cubicBezTo>
                      <a:pt x="34984" y="17838"/>
                      <a:pt x="34816" y="16827"/>
                      <a:pt x="34773" y="15733"/>
                    </a:cubicBezTo>
                    <a:cubicBezTo>
                      <a:pt x="34753" y="15354"/>
                      <a:pt x="34741" y="15017"/>
                      <a:pt x="34741" y="14722"/>
                    </a:cubicBezTo>
                    <a:cubicBezTo>
                      <a:pt x="34741" y="14406"/>
                      <a:pt x="34753" y="14058"/>
                      <a:pt x="34773" y="13679"/>
                    </a:cubicBezTo>
                    <a:cubicBezTo>
                      <a:pt x="34816" y="12625"/>
                      <a:pt x="34975" y="11646"/>
                      <a:pt x="35249" y="10741"/>
                    </a:cubicBezTo>
                    <a:cubicBezTo>
                      <a:pt x="35546" y="9836"/>
                      <a:pt x="35967" y="9047"/>
                      <a:pt x="36517" y="8372"/>
                    </a:cubicBezTo>
                    <a:cubicBezTo>
                      <a:pt x="37088" y="7677"/>
                      <a:pt x="37786" y="7140"/>
                      <a:pt x="38610" y="6761"/>
                    </a:cubicBezTo>
                    <a:cubicBezTo>
                      <a:pt x="39455" y="6382"/>
                      <a:pt x="40429" y="6192"/>
                      <a:pt x="41528" y="6192"/>
                    </a:cubicBezTo>
                    <a:cubicBezTo>
                      <a:pt x="42670" y="6192"/>
                      <a:pt x="43632" y="6393"/>
                      <a:pt x="44414" y="6792"/>
                    </a:cubicBezTo>
                    <a:cubicBezTo>
                      <a:pt x="45218" y="7171"/>
                      <a:pt x="45884" y="7666"/>
                      <a:pt x="46412" y="8277"/>
                    </a:cubicBezTo>
                    <a:lnTo>
                      <a:pt x="46412" y="1264"/>
                    </a:lnTo>
                    <a:cubicBezTo>
                      <a:pt x="46412" y="1054"/>
                      <a:pt x="46475" y="873"/>
                      <a:pt x="46602" y="727"/>
                    </a:cubicBezTo>
                    <a:cubicBezTo>
                      <a:pt x="46749" y="580"/>
                      <a:pt x="46940" y="505"/>
                      <a:pt x="47173" y="505"/>
                    </a:cubicBezTo>
                    <a:lnTo>
                      <a:pt x="49868" y="505"/>
                    </a:lnTo>
                    <a:cubicBezTo>
                      <a:pt x="50079" y="505"/>
                      <a:pt x="50260" y="580"/>
                      <a:pt x="50408" y="727"/>
                    </a:cubicBezTo>
                    <a:cubicBezTo>
                      <a:pt x="50555" y="873"/>
                      <a:pt x="50630" y="1054"/>
                      <a:pt x="50630" y="1264"/>
                    </a:cubicBezTo>
                    <a:lnTo>
                      <a:pt x="50630" y="22177"/>
                    </a:lnTo>
                    <a:cubicBezTo>
                      <a:pt x="50630" y="22387"/>
                      <a:pt x="50555" y="22568"/>
                      <a:pt x="50408" y="22714"/>
                    </a:cubicBezTo>
                    <a:cubicBezTo>
                      <a:pt x="50260" y="22861"/>
                      <a:pt x="50079" y="22936"/>
                      <a:pt x="49868" y="22936"/>
                    </a:cubicBezTo>
                    <a:lnTo>
                      <a:pt x="47363" y="22936"/>
                    </a:lnTo>
                    <a:cubicBezTo>
                      <a:pt x="47130" y="22936"/>
                      <a:pt x="46940" y="22861"/>
                      <a:pt x="46792" y="22714"/>
                    </a:cubicBezTo>
                    <a:cubicBezTo>
                      <a:pt x="46665" y="22568"/>
                      <a:pt x="46602" y="22387"/>
                      <a:pt x="46602" y="22177"/>
                    </a:cubicBezTo>
                    <a:lnTo>
                      <a:pt x="46602" y="21008"/>
                    </a:lnTo>
                    <a:cubicBezTo>
                      <a:pt x="46074" y="21661"/>
                      <a:pt x="45397" y="22198"/>
                      <a:pt x="44572" y="22620"/>
                    </a:cubicBezTo>
                    <a:cubicBezTo>
                      <a:pt x="43768" y="23042"/>
                      <a:pt x="42754" y="23252"/>
                      <a:pt x="41528" y="23252"/>
                    </a:cubicBezTo>
                    <a:close/>
                    <a:moveTo>
                      <a:pt x="42701" y="19871"/>
                    </a:moveTo>
                    <a:cubicBezTo>
                      <a:pt x="43589" y="19871"/>
                      <a:pt x="44298" y="19670"/>
                      <a:pt x="44826" y="19271"/>
                    </a:cubicBezTo>
                    <a:cubicBezTo>
                      <a:pt x="45354" y="18872"/>
                      <a:pt x="45746" y="18366"/>
                      <a:pt x="46000" y="17755"/>
                    </a:cubicBezTo>
                    <a:cubicBezTo>
                      <a:pt x="46253" y="17123"/>
                      <a:pt x="46391" y="16480"/>
                      <a:pt x="46412" y="15827"/>
                    </a:cubicBezTo>
                    <a:cubicBezTo>
                      <a:pt x="46432" y="15448"/>
                      <a:pt x="46444" y="15049"/>
                      <a:pt x="46444" y="14627"/>
                    </a:cubicBezTo>
                    <a:cubicBezTo>
                      <a:pt x="46444" y="14185"/>
                      <a:pt x="46432" y="13774"/>
                      <a:pt x="46412" y="13395"/>
                    </a:cubicBezTo>
                    <a:cubicBezTo>
                      <a:pt x="46391" y="12763"/>
                      <a:pt x="46242" y="12163"/>
                      <a:pt x="45968" y="11594"/>
                    </a:cubicBezTo>
                    <a:cubicBezTo>
                      <a:pt x="45694" y="11005"/>
                      <a:pt x="45291" y="10520"/>
                      <a:pt x="44763" y="10141"/>
                    </a:cubicBezTo>
                    <a:cubicBezTo>
                      <a:pt x="44235" y="9762"/>
                      <a:pt x="43546" y="9572"/>
                      <a:pt x="42701" y="9572"/>
                    </a:cubicBezTo>
                    <a:cubicBezTo>
                      <a:pt x="41813" y="9572"/>
                      <a:pt x="41104" y="9773"/>
                      <a:pt x="40577" y="10173"/>
                    </a:cubicBezTo>
                    <a:cubicBezTo>
                      <a:pt x="40069" y="10552"/>
                      <a:pt x="39700" y="11057"/>
                      <a:pt x="39467" y="11689"/>
                    </a:cubicBezTo>
                    <a:cubicBezTo>
                      <a:pt x="39233" y="12321"/>
                      <a:pt x="39097" y="13016"/>
                      <a:pt x="39054" y="13774"/>
                    </a:cubicBezTo>
                    <a:cubicBezTo>
                      <a:pt x="39034" y="14406"/>
                      <a:pt x="39034" y="15038"/>
                      <a:pt x="39054" y="15669"/>
                    </a:cubicBezTo>
                    <a:cubicBezTo>
                      <a:pt x="39097" y="16428"/>
                      <a:pt x="39233" y="17123"/>
                      <a:pt x="39467" y="17755"/>
                    </a:cubicBezTo>
                    <a:cubicBezTo>
                      <a:pt x="39700" y="18386"/>
                      <a:pt x="40069" y="18903"/>
                      <a:pt x="40577" y="19303"/>
                    </a:cubicBezTo>
                    <a:cubicBezTo>
                      <a:pt x="41104" y="19682"/>
                      <a:pt x="41813" y="19871"/>
                      <a:pt x="42701" y="19871"/>
                    </a:cubicBezTo>
                    <a:close/>
                    <a:moveTo>
                      <a:pt x="61960" y="23252"/>
                    </a:moveTo>
                    <a:cubicBezTo>
                      <a:pt x="59613" y="23252"/>
                      <a:pt x="57751" y="22577"/>
                      <a:pt x="56379" y="21230"/>
                    </a:cubicBezTo>
                    <a:cubicBezTo>
                      <a:pt x="55004" y="19882"/>
                      <a:pt x="54263" y="17964"/>
                      <a:pt x="54159" y="15480"/>
                    </a:cubicBezTo>
                    <a:cubicBezTo>
                      <a:pt x="54136" y="15270"/>
                      <a:pt x="54127" y="15006"/>
                      <a:pt x="54127" y="14690"/>
                    </a:cubicBezTo>
                    <a:cubicBezTo>
                      <a:pt x="54127" y="14354"/>
                      <a:pt x="54136" y="14090"/>
                      <a:pt x="54159" y="13900"/>
                    </a:cubicBezTo>
                    <a:cubicBezTo>
                      <a:pt x="54243" y="12321"/>
                      <a:pt x="54603" y="10951"/>
                      <a:pt x="55237" y="9793"/>
                    </a:cubicBezTo>
                    <a:cubicBezTo>
                      <a:pt x="55892" y="8636"/>
                      <a:pt x="56791" y="7751"/>
                      <a:pt x="57933" y="7140"/>
                    </a:cubicBezTo>
                    <a:cubicBezTo>
                      <a:pt x="59074" y="6508"/>
                      <a:pt x="60415" y="6192"/>
                      <a:pt x="61960" y="6192"/>
                    </a:cubicBezTo>
                    <a:cubicBezTo>
                      <a:pt x="63673" y="6192"/>
                      <a:pt x="65109" y="6551"/>
                      <a:pt x="66273" y="7266"/>
                    </a:cubicBezTo>
                    <a:cubicBezTo>
                      <a:pt x="67435" y="7961"/>
                      <a:pt x="68312" y="8940"/>
                      <a:pt x="68905" y="10204"/>
                    </a:cubicBezTo>
                    <a:cubicBezTo>
                      <a:pt x="69497" y="11447"/>
                      <a:pt x="69793" y="12889"/>
                      <a:pt x="69793" y="14532"/>
                    </a:cubicBezTo>
                    <a:lnTo>
                      <a:pt x="69793" y="15196"/>
                    </a:lnTo>
                    <a:cubicBezTo>
                      <a:pt x="69793" y="15405"/>
                      <a:pt x="69719" y="15586"/>
                      <a:pt x="69571" y="15733"/>
                    </a:cubicBezTo>
                    <a:cubicBezTo>
                      <a:pt x="69422" y="15879"/>
                      <a:pt x="69231" y="15954"/>
                      <a:pt x="69000" y="15954"/>
                    </a:cubicBezTo>
                    <a:lnTo>
                      <a:pt x="58472" y="15954"/>
                    </a:lnTo>
                    <a:cubicBezTo>
                      <a:pt x="58472" y="15954"/>
                      <a:pt x="58472" y="15985"/>
                      <a:pt x="58472" y="16049"/>
                    </a:cubicBezTo>
                    <a:cubicBezTo>
                      <a:pt x="58472" y="16112"/>
                      <a:pt x="58472" y="16164"/>
                      <a:pt x="58472" y="16207"/>
                    </a:cubicBezTo>
                    <a:cubicBezTo>
                      <a:pt x="58492" y="16944"/>
                      <a:pt x="58630" y="17628"/>
                      <a:pt x="58884" y="18260"/>
                    </a:cubicBezTo>
                    <a:cubicBezTo>
                      <a:pt x="59158" y="18872"/>
                      <a:pt x="59550" y="19366"/>
                      <a:pt x="60057" y="19745"/>
                    </a:cubicBezTo>
                    <a:cubicBezTo>
                      <a:pt x="60585" y="20124"/>
                      <a:pt x="61208" y="20313"/>
                      <a:pt x="61928" y="20313"/>
                    </a:cubicBezTo>
                    <a:cubicBezTo>
                      <a:pt x="62520" y="20313"/>
                      <a:pt x="63016" y="20230"/>
                      <a:pt x="63419" y="20061"/>
                    </a:cubicBezTo>
                    <a:cubicBezTo>
                      <a:pt x="63820" y="19871"/>
                      <a:pt x="64148" y="19661"/>
                      <a:pt x="64402" y="19429"/>
                    </a:cubicBezTo>
                    <a:cubicBezTo>
                      <a:pt x="64656" y="19196"/>
                      <a:pt x="64835" y="19007"/>
                      <a:pt x="64941" y="18860"/>
                    </a:cubicBezTo>
                    <a:cubicBezTo>
                      <a:pt x="65131" y="18608"/>
                      <a:pt x="65279" y="18461"/>
                      <a:pt x="65385" y="18418"/>
                    </a:cubicBezTo>
                    <a:cubicBezTo>
                      <a:pt x="65512" y="18355"/>
                      <a:pt x="65691" y="18323"/>
                      <a:pt x="65924" y="18323"/>
                    </a:cubicBezTo>
                    <a:lnTo>
                      <a:pt x="68652" y="18323"/>
                    </a:lnTo>
                    <a:cubicBezTo>
                      <a:pt x="68862" y="18323"/>
                      <a:pt x="69032" y="18386"/>
                      <a:pt x="69159" y="18513"/>
                    </a:cubicBezTo>
                    <a:cubicBezTo>
                      <a:pt x="69306" y="18639"/>
                      <a:pt x="69370" y="18797"/>
                      <a:pt x="69349" y="18987"/>
                    </a:cubicBezTo>
                    <a:cubicBezTo>
                      <a:pt x="69327" y="19323"/>
                      <a:pt x="69148" y="19734"/>
                      <a:pt x="68810" y="20219"/>
                    </a:cubicBezTo>
                    <a:cubicBezTo>
                      <a:pt x="68493" y="20704"/>
                      <a:pt x="68026" y="21178"/>
                      <a:pt x="67415" y="21640"/>
                    </a:cubicBezTo>
                    <a:cubicBezTo>
                      <a:pt x="66801" y="22103"/>
                      <a:pt x="66028" y="22493"/>
                      <a:pt x="65100" y="22809"/>
                    </a:cubicBezTo>
                    <a:cubicBezTo>
                      <a:pt x="64189" y="23105"/>
                      <a:pt x="63143" y="23252"/>
                      <a:pt x="61960" y="23252"/>
                    </a:cubicBezTo>
                    <a:close/>
                    <a:moveTo>
                      <a:pt x="58472" y="13300"/>
                    </a:moveTo>
                    <a:lnTo>
                      <a:pt x="65480" y="13300"/>
                    </a:lnTo>
                    <a:lnTo>
                      <a:pt x="65480" y="13205"/>
                    </a:lnTo>
                    <a:cubicBezTo>
                      <a:pt x="65480" y="12384"/>
                      <a:pt x="65342" y="11669"/>
                      <a:pt x="65068" y="11057"/>
                    </a:cubicBezTo>
                    <a:cubicBezTo>
                      <a:pt x="64792" y="10446"/>
                      <a:pt x="64391" y="9963"/>
                      <a:pt x="63863" y="9604"/>
                    </a:cubicBezTo>
                    <a:cubicBezTo>
                      <a:pt x="63333" y="9245"/>
                      <a:pt x="62699" y="9067"/>
                      <a:pt x="61960" y="9067"/>
                    </a:cubicBezTo>
                    <a:cubicBezTo>
                      <a:pt x="61219" y="9067"/>
                      <a:pt x="60585" y="9245"/>
                      <a:pt x="60057" y="9604"/>
                    </a:cubicBezTo>
                    <a:cubicBezTo>
                      <a:pt x="59527" y="9963"/>
                      <a:pt x="59126" y="10446"/>
                      <a:pt x="58852" y="11057"/>
                    </a:cubicBezTo>
                    <a:cubicBezTo>
                      <a:pt x="58599" y="11669"/>
                      <a:pt x="58472" y="12384"/>
                      <a:pt x="58472" y="13205"/>
                    </a:cubicBezTo>
                    <a:lnTo>
                      <a:pt x="58472" y="13300"/>
                    </a:lnTo>
                    <a:close/>
                    <a:moveTo>
                      <a:pt x="73920" y="22936"/>
                    </a:moveTo>
                    <a:cubicBezTo>
                      <a:pt x="73710" y="22936"/>
                      <a:pt x="73529" y="22861"/>
                      <a:pt x="73381" y="22714"/>
                    </a:cubicBezTo>
                    <a:cubicBezTo>
                      <a:pt x="73234" y="22568"/>
                      <a:pt x="73159" y="22387"/>
                      <a:pt x="73159" y="22177"/>
                    </a:cubicBezTo>
                    <a:lnTo>
                      <a:pt x="73159" y="7298"/>
                    </a:lnTo>
                    <a:cubicBezTo>
                      <a:pt x="73159" y="7065"/>
                      <a:pt x="73234" y="6876"/>
                      <a:pt x="73381" y="6729"/>
                    </a:cubicBezTo>
                    <a:cubicBezTo>
                      <a:pt x="73529" y="6582"/>
                      <a:pt x="73710" y="6508"/>
                      <a:pt x="73920" y="6508"/>
                    </a:cubicBezTo>
                    <a:lnTo>
                      <a:pt x="76489" y="6508"/>
                    </a:lnTo>
                    <a:cubicBezTo>
                      <a:pt x="76700" y="6508"/>
                      <a:pt x="76881" y="6582"/>
                      <a:pt x="77028" y="6729"/>
                    </a:cubicBezTo>
                    <a:cubicBezTo>
                      <a:pt x="77198" y="6876"/>
                      <a:pt x="77282" y="7065"/>
                      <a:pt x="77282" y="7298"/>
                    </a:cubicBezTo>
                    <a:lnTo>
                      <a:pt x="77282" y="8593"/>
                    </a:lnTo>
                    <a:cubicBezTo>
                      <a:pt x="77769" y="7918"/>
                      <a:pt x="78392" y="7404"/>
                      <a:pt x="79153" y="7045"/>
                    </a:cubicBezTo>
                    <a:cubicBezTo>
                      <a:pt x="79935" y="6686"/>
                      <a:pt x="80834" y="6508"/>
                      <a:pt x="81849" y="6508"/>
                    </a:cubicBezTo>
                    <a:lnTo>
                      <a:pt x="83149" y="6508"/>
                    </a:lnTo>
                    <a:cubicBezTo>
                      <a:pt x="83382" y="6508"/>
                      <a:pt x="83561" y="6582"/>
                      <a:pt x="83688" y="6729"/>
                    </a:cubicBezTo>
                    <a:cubicBezTo>
                      <a:pt x="83835" y="6876"/>
                      <a:pt x="83910" y="7056"/>
                      <a:pt x="83910" y="7266"/>
                    </a:cubicBezTo>
                    <a:lnTo>
                      <a:pt x="83910" y="9541"/>
                    </a:lnTo>
                    <a:cubicBezTo>
                      <a:pt x="83910" y="9751"/>
                      <a:pt x="83835" y="9931"/>
                      <a:pt x="83688" y="10078"/>
                    </a:cubicBezTo>
                    <a:cubicBezTo>
                      <a:pt x="83561" y="10224"/>
                      <a:pt x="83382" y="10299"/>
                      <a:pt x="83149" y="10299"/>
                    </a:cubicBezTo>
                    <a:lnTo>
                      <a:pt x="80675" y="10299"/>
                    </a:lnTo>
                    <a:cubicBezTo>
                      <a:pt x="79661" y="10299"/>
                      <a:pt x="78868" y="10583"/>
                      <a:pt x="78297" y="11152"/>
                    </a:cubicBezTo>
                    <a:cubicBezTo>
                      <a:pt x="77746" y="11721"/>
                      <a:pt x="77472" y="12499"/>
                      <a:pt x="77472" y="13490"/>
                    </a:cubicBezTo>
                    <a:lnTo>
                      <a:pt x="77472" y="22177"/>
                    </a:lnTo>
                    <a:cubicBezTo>
                      <a:pt x="77472" y="22387"/>
                      <a:pt x="77398" y="22568"/>
                      <a:pt x="77250" y="22714"/>
                    </a:cubicBezTo>
                    <a:cubicBezTo>
                      <a:pt x="77103" y="22861"/>
                      <a:pt x="76913" y="22936"/>
                      <a:pt x="76679" y="22936"/>
                    </a:cubicBezTo>
                    <a:lnTo>
                      <a:pt x="73920" y="22936"/>
                    </a:lnTo>
                    <a:close/>
                    <a:moveTo>
                      <a:pt x="92738" y="22936"/>
                    </a:moveTo>
                    <a:cubicBezTo>
                      <a:pt x="92400" y="22936"/>
                      <a:pt x="92135" y="22852"/>
                      <a:pt x="91945" y="22683"/>
                    </a:cubicBezTo>
                    <a:cubicBezTo>
                      <a:pt x="91754" y="22514"/>
                      <a:pt x="91616" y="22304"/>
                      <a:pt x="91532" y="22051"/>
                    </a:cubicBezTo>
                    <a:lnTo>
                      <a:pt x="84746" y="1769"/>
                    </a:lnTo>
                    <a:cubicBezTo>
                      <a:pt x="84703" y="1663"/>
                      <a:pt x="84683" y="1568"/>
                      <a:pt x="84683" y="1485"/>
                    </a:cubicBezTo>
                    <a:cubicBezTo>
                      <a:pt x="84683" y="1295"/>
                      <a:pt x="84746" y="1137"/>
                      <a:pt x="84873" y="1011"/>
                    </a:cubicBezTo>
                    <a:cubicBezTo>
                      <a:pt x="85000" y="885"/>
                      <a:pt x="85158" y="821"/>
                      <a:pt x="85348" y="821"/>
                    </a:cubicBezTo>
                    <a:lnTo>
                      <a:pt x="88139" y="821"/>
                    </a:lnTo>
                    <a:cubicBezTo>
                      <a:pt x="88436" y="821"/>
                      <a:pt x="88658" y="905"/>
                      <a:pt x="88805" y="1074"/>
                    </a:cubicBezTo>
                    <a:cubicBezTo>
                      <a:pt x="88975" y="1221"/>
                      <a:pt x="89079" y="1370"/>
                      <a:pt x="89122" y="1516"/>
                    </a:cubicBezTo>
                    <a:lnTo>
                      <a:pt x="94482" y="17786"/>
                    </a:lnTo>
                    <a:lnTo>
                      <a:pt x="99810" y="1516"/>
                    </a:lnTo>
                    <a:cubicBezTo>
                      <a:pt x="99873" y="1370"/>
                      <a:pt x="99979" y="1221"/>
                      <a:pt x="100127" y="1074"/>
                    </a:cubicBezTo>
                    <a:cubicBezTo>
                      <a:pt x="100297" y="905"/>
                      <a:pt x="100528" y="821"/>
                      <a:pt x="100824" y="821"/>
                    </a:cubicBezTo>
                    <a:lnTo>
                      <a:pt x="103615" y="821"/>
                    </a:lnTo>
                    <a:cubicBezTo>
                      <a:pt x="103785" y="821"/>
                      <a:pt x="103932" y="885"/>
                      <a:pt x="104059" y="1011"/>
                    </a:cubicBezTo>
                    <a:cubicBezTo>
                      <a:pt x="104206" y="1137"/>
                      <a:pt x="104281" y="1295"/>
                      <a:pt x="104281" y="1485"/>
                    </a:cubicBezTo>
                    <a:cubicBezTo>
                      <a:pt x="104281" y="1568"/>
                      <a:pt x="104261" y="1663"/>
                      <a:pt x="104218" y="1769"/>
                    </a:cubicBezTo>
                    <a:lnTo>
                      <a:pt x="97431" y="22051"/>
                    </a:lnTo>
                    <a:cubicBezTo>
                      <a:pt x="97347" y="22304"/>
                      <a:pt x="97209" y="22514"/>
                      <a:pt x="97019" y="22683"/>
                    </a:cubicBezTo>
                    <a:cubicBezTo>
                      <a:pt x="96829" y="22852"/>
                      <a:pt x="96564" y="22936"/>
                      <a:pt x="96226" y="22936"/>
                    </a:cubicBezTo>
                    <a:lnTo>
                      <a:pt x="92738" y="22936"/>
                    </a:lnTo>
                    <a:close/>
                    <a:moveTo>
                      <a:pt x="110218" y="23252"/>
                    </a:moveTo>
                    <a:cubicBezTo>
                      <a:pt x="109120" y="23252"/>
                      <a:pt x="108125" y="23042"/>
                      <a:pt x="107237" y="22620"/>
                    </a:cubicBezTo>
                    <a:cubicBezTo>
                      <a:pt x="106349" y="22177"/>
                      <a:pt x="105640" y="21597"/>
                      <a:pt x="105112" y="20882"/>
                    </a:cubicBezTo>
                    <a:cubicBezTo>
                      <a:pt x="104605" y="20144"/>
                      <a:pt x="104351" y="19323"/>
                      <a:pt x="104351" y="18418"/>
                    </a:cubicBezTo>
                    <a:cubicBezTo>
                      <a:pt x="104351" y="16944"/>
                      <a:pt x="104943" y="15776"/>
                      <a:pt x="106127" y="14911"/>
                    </a:cubicBezTo>
                    <a:cubicBezTo>
                      <a:pt x="107332" y="14027"/>
                      <a:pt x="108918" y="13438"/>
                      <a:pt x="110884" y="13142"/>
                    </a:cubicBezTo>
                    <a:lnTo>
                      <a:pt x="115229" y="12510"/>
                    </a:lnTo>
                    <a:lnTo>
                      <a:pt x="115229" y="11847"/>
                    </a:lnTo>
                    <a:cubicBezTo>
                      <a:pt x="115229" y="10962"/>
                      <a:pt x="115007" y="10279"/>
                      <a:pt x="114563" y="9793"/>
                    </a:cubicBezTo>
                    <a:cubicBezTo>
                      <a:pt x="114119" y="9308"/>
                      <a:pt x="113358" y="9067"/>
                      <a:pt x="112279" y="9067"/>
                    </a:cubicBezTo>
                    <a:cubicBezTo>
                      <a:pt x="111518" y="9067"/>
                      <a:pt x="110895" y="9225"/>
                      <a:pt x="110408" y="9541"/>
                    </a:cubicBezTo>
                    <a:cubicBezTo>
                      <a:pt x="109944" y="9836"/>
                      <a:pt x="109595" y="10236"/>
                      <a:pt x="109362" y="10741"/>
                    </a:cubicBezTo>
                    <a:cubicBezTo>
                      <a:pt x="109192" y="11014"/>
                      <a:pt x="108950" y="11152"/>
                      <a:pt x="108633" y="11152"/>
                    </a:cubicBezTo>
                    <a:lnTo>
                      <a:pt x="106127" y="11152"/>
                    </a:lnTo>
                    <a:cubicBezTo>
                      <a:pt x="105894" y="11152"/>
                      <a:pt x="105715" y="11089"/>
                      <a:pt x="105588" y="10962"/>
                    </a:cubicBezTo>
                    <a:cubicBezTo>
                      <a:pt x="105482" y="10836"/>
                      <a:pt x="105430" y="10667"/>
                      <a:pt x="105430" y="10457"/>
                    </a:cubicBezTo>
                    <a:cubicBezTo>
                      <a:pt x="105450" y="10121"/>
                      <a:pt x="105588" y="9710"/>
                      <a:pt x="105842" y="9225"/>
                    </a:cubicBezTo>
                    <a:cubicBezTo>
                      <a:pt x="106095" y="8740"/>
                      <a:pt x="106496" y="8277"/>
                      <a:pt x="107047" y="7835"/>
                    </a:cubicBezTo>
                    <a:cubicBezTo>
                      <a:pt x="107597" y="7372"/>
                      <a:pt x="108304" y="6982"/>
                      <a:pt x="109172" y="6666"/>
                    </a:cubicBezTo>
                    <a:cubicBezTo>
                      <a:pt x="110039" y="6350"/>
                      <a:pt x="111086" y="6192"/>
                      <a:pt x="112311" y="6192"/>
                    </a:cubicBezTo>
                    <a:cubicBezTo>
                      <a:pt x="113643" y="6192"/>
                      <a:pt x="114764" y="6361"/>
                      <a:pt x="115673" y="6697"/>
                    </a:cubicBezTo>
                    <a:cubicBezTo>
                      <a:pt x="116604" y="7013"/>
                      <a:pt x="117342" y="7444"/>
                      <a:pt x="117893" y="7993"/>
                    </a:cubicBezTo>
                    <a:cubicBezTo>
                      <a:pt x="118443" y="8541"/>
                      <a:pt x="118844" y="9182"/>
                      <a:pt x="119098" y="9920"/>
                    </a:cubicBezTo>
                    <a:cubicBezTo>
                      <a:pt x="119351" y="10658"/>
                      <a:pt x="119478" y="11436"/>
                      <a:pt x="119478" y="12258"/>
                    </a:cubicBezTo>
                    <a:lnTo>
                      <a:pt x="119478" y="22177"/>
                    </a:lnTo>
                    <a:cubicBezTo>
                      <a:pt x="119478" y="22387"/>
                      <a:pt x="119404" y="22568"/>
                      <a:pt x="119256" y="22714"/>
                    </a:cubicBezTo>
                    <a:cubicBezTo>
                      <a:pt x="119109" y="22861"/>
                      <a:pt x="118928" y="22936"/>
                      <a:pt x="118717" y="22936"/>
                    </a:cubicBezTo>
                    <a:lnTo>
                      <a:pt x="116148" y="22936"/>
                    </a:lnTo>
                    <a:cubicBezTo>
                      <a:pt x="115915" y="22936"/>
                      <a:pt x="115725" y="22861"/>
                      <a:pt x="115578" y="22714"/>
                    </a:cubicBezTo>
                    <a:cubicBezTo>
                      <a:pt x="115451" y="22568"/>
                      <a:pt x="115387" y="22387"/>
                      <a:pt x="115387" y="22177"/>
                    </a:cubicBezTo>
                    <a:lnTo>
                      <a:pt x="115387" y="20945"/>
                    </a:lnTo>
                    <a:cubicBezTo>
                      <a:pt x="115113" y="21345"/>
                      <a:pt x="114742" y="21724"/>
                      <a:pt x="114277" y="22083"/>
                    </a:cubicBezTo>
                    <a:cubicBezTo>
                      <a:pt x="113813" y="22419"/>
                      <a:pt x="113242" y="22703"/>
                      <a:pt x="112565" y="22936"/>
                    </a:cubicBezTo>
                    <a:cubicBezTo>
                      <a:pt x="111910" y="23145"/>
                      <a:pt x="111126" y="23252"/>
                      <a:pt x="110218" y="23252"/>
                    </a:cubicBezTo>
                    <a:close/>
                    <a:moveTo>
                      <a:pt x="111296" y="20250"/>
                    </a:moveTo>
                    <a:cubicBezTo>
                      <a:pt x="112037" y="20250"/>
                      <a:pt x="112703" y="20092"/>
                      <a:pt x="113294" y="19776"/>
                    </a:cubicBezTo>
                    <a:cubicBezTo>
                      <a:pt x="113908" y="19461"/>
                      <a:pt x="114384" y="18975"/>
                      <a:pt x="114721" y="18323"/>
                    </a:cubicBezTo>
                    <a:cubicBezTo>
                      <a:pt x="115082" y="17648"/>
                      <a:pt x="115261" y="16807"/>
                      <a:pt x="115261" y="15796"/>
                    </a:cubicBezTo>
                    <a:lnTo>
                      <a:pt x="115261" y="15132"/>
                    </a:lnTo>
                    <a:lnTo>
                      <a:pt x="112089" y="15638"/>
                    </a:lnTo>
                    <a:cubicBezTo>
                      <a:pt x="110841" y="15827"/>
                      <a:pt x="109912" y="16132"/>
                      <a:pt x="109298" y="16554"/>
                    </a:cubicBezTo>
                    <a:cubicBezTo>
                      <a:pt x="108685" y="16976"/>
                      <a:pt x="108379" y="17491"/>
                      <a:pt x="108379" y="18102"/>
                    </a:cubicBezTo>
                    <a:cubicBezTo>
                      <a:pt x="108379" y="18565"/>
                      <a:pt x="108517" y="18966"/>
                      <a:pt x="108791" y="19303"/>
                    </a:cubicBezTo>
                    <a:cubicBezTo>
                      <a:pt x="109088" y="19618"/>
                      <a:pt x="109457" y="19860"/>
                      <a:pt x="109901" y="20029"/>
                    </a:cubicBezTo>
                    <a:cubicBezTo>
                      <a:pt x="110345" y="20176"/>
                      <a:pt x="110809" y="20250"/>
                      <a:pt x="111296" y="20250"/>
                    </a:cubicBezTo>
                    <a:close/>
                    <a:moveTo>
                      <a:pt x="124339" y="22936"/>
                    </a:moveTo>
                    <a:cubicBezTo>
                      <a:pt x="124129" y="22936"/>
                      <a:pt x="123948" y="22861"/>
                      <a:pt x="123800" y="22714"/>
                    </a:cubicBezTo>
                    <a:cubicBezTo>
                      <a:pt x="123653" y="22568"/>
                      <a:pt x="123578" y="22387"/>
                      <a:pt x="123578" y="22177"/>
                    </a:cubicBezTo>
                    <a:lnTo>
                      <a:pt x="123578" y="1264"/>
                    </a:lnTo>
                    <a:cubicBezTo>
                      <a:pt x="123578" y="1054"/>
                      <a:pt x="123653" y="873"/>
                      <a:pt x="123800" y="727"/>
                    </a:cubicBezTo>
                    <a:cubicBezTo>
                      <a:pt x="123948" y="580"/>
                      <a:pt x="124129" y="505"/>
                      <a:pt x="124339" y="505"/>
                    </a:cubicBezTo>
                    <a:lnTo>
                      <a:pt x="126972" y="505"/>
                    </a:lnTo>
                    <a:cubicBezTo>
                      <a:pt x="127182" y="505"/>
                      <a:pt x="127363" y="580"/>
                      <a:pt x="127511" y="727"/>
                    </a:cubicBezTo>
                    <a:cubicBezTo>
                      <a:pt x="127658" y="873"/>
                      <a:pt x="127733" y="1054"/>
                      <a:pt x="127733" y="1264"/>
                    </a:cubicBezTo>
                    <a:lnTo>
                      <a:pt x="127733" y="22177"/>
                    </a:lnTo>
                    <a:cubicBezTo>
                      <a:pt x="127733" y="22387"/>
                      <a:pt x="127658" y="22568"/>
                      <a:pt x="127511" y="22714"/>
                    </a:cubicBezTo>
                    <a:cubicBezTo>
                      <a:pt x="127363" y="22861"/>
                      <a:pt x="127182" y="22936"/>
                      <a:pt x="126972" y="22936"/>
                    </a:cubicBezTo>
                    <a:lnTo>
                      <a:pt x="124339" y="22936"/>
                    </a:lnTo>
                    <a:close/>
                    <a:moveTo>
                      <a:pt x="132700" y="22936"/>
                    </a:moveTo>
                    <a:cubicBezTo>
                      <a:pt x="132490" y="22936"/>
                      <a:pt x="132308" y="22861"/>
                      <a:pt x="132161" y="22714"/>
                    </a:cubicBezTo>
                    <a:cubicBezTo>
                      <a:pt x="132014" y="22568"/>
                      <a:pt x="131939" y="22387"/>
                      <a:pt x="131939" y="22177"/>
                    </a:cubicBezTo>
                    <a:lnTo>
                      <a:pt x="131939" y="7266"/>
                    </a:lnTo>
                    <a:cubicBezTo>
                      <a:pt x="131939" y="7056"/>
                      <a:pt x="132014" y="6876"/>
                      <a:pt x="132161" y="6729"/>
                    </a:cubicBezTo>
                    <a:cubicBezTo>
                      <a:pt x="132308" y="6582"/>
                      <a:pt x="132490" y="6508"/>
                      <a:pt x="132700" y="6508"/>
                    </a:cubicBezTo>
                    <a:lnTo>
                      <a:pt x="135333" y="6508"/>
                    </a:lnTo>
                    <a:cubicBezTo>
                      <a:pt x="135566" y="6508"/>
                      <a:pt x="135745" y="6582"/>
                      <a:pt x="135872" y="6729"/>
                    </a:cubicBezTo>
                    <a:cubicBezTo>
                      <a:pt x="136019" y="6876"/>
                      <a:pt x="136094" y="7056"/>
                      <a:pt x="136094" y="7266"/>
                    </a:cubicBezTo>
                    <a:lnTo>
                      <a:pt x="136094" y="22177"/>
                    </a:lnTo>
                    <a:cubicBezTo>
                      <a:pt x="136094" y="22387"/>
                      <a:pt x="136019" y="22568"/>
                      <a:pt x="135872" y="22714"/>
                    </a:cubicBezTo>
                    <a:cubicBezTo>
                      <a:pt x="135745" y="22861"/>
                      <a:pt x="135566" y="22936"/>
                      <a:pt x="135333" y="22936"/>
                    </a:cubicBezTo>
                    <a:lnTo>
                      <a:pt x="132700" y="22936"/>
                    </a:lnTo>
                    <a:close/>
                    <a:moveTo>
                      <a:pt x="132574" y="3791"/>
                    </a:moveTo>
                    <a:cubicBezTo>
                      <a:pt x="132340" y="3791"/>
                      <a:pt x="132150" y="3728"/>
                      <a:pt x="132003" y="3601"/>
                    </a:cubicBezTo>
                    <a:cubicBezTo>
                      <a:pt x="131876" y="3455"/>
                      <a:pt x="131812" y="3265"/>
                      <a:pt x="131812" y="3033"/>
                    </a:cubicBezTo>
                    <a:lnTo>
                      <a:pt x="131812" y="758"/>
                    </a:lnTo>
                    <a:cubicBezTo>
                      <a:pt x="131812" y="548"/>
                      <a:pt x="131876" y="368"/>
                      <a:pt x="132003" y="221"/>
                    </a:cubicBezTo>
                    <a:cubicBezTo>
                      <a:pt x="132150" y="74"/>
                      <a:pt x="132340" y="0"/>
                      <a:pt x="132574" y="0"/>
                    </a:cubicBezTo>
                    <a:lnTo>
                      <a:pt x="135459" y="0"/>
                    </a:lnTo>
                    <a:cubicBezTo>
                      <a:pt x="135693" y="0"/>
                      <a:pt x="135883" y="74"/>
                      <a:pt x="136030" y="221"/>
                    </a:cubicBezTo>
                    <a:cubicBezTo>
                      <a:pt x="136177" y="368"/>
                      <a:pt x="136252" y="548"/>
                      <a:pt x="136252" y="758"/>
                    </a:cubicBezTo>
                    <a:lnTo>
                      <a:pt x="136252" y="3033"/>
                    </a:lnTo>
                    <a:cubicBezTo>
                      <a:pt x="136252" y="3265"/>
                      <a:pt x="136177" y="3455"/>
                      <a:pt x="136030" y="3601"/>
                    </a:cubicBezTo>
                    <a:cubicBezTo>
                      <a:pt x="135883" y="3728"/>
                      <a:pt x="135693" y="3791"/>
                      <a:pt x="135459" y="3791"/>
                    </a:cubicBezTo>
                    <a:lnTo>
                      <a:pt x="132574" y="3791"/>
                    </a:lnTo>
                    <a:close/>
                    <a:moveTo>
                      <a:pt x="146423" y="23252"/>
                    </a:moveTo>
                    <a:cubicBezTo>
                      <a:pt x="145322" y="23252"/>
                      <a:pt x="144350" y="23073"/>
                      <a:pt x="143505" y="22714"/>
                    </a:cubicBezTo>
                    <a:cubicBezTo>
                      <a:pt x="142681" y="22335"/>
                      <a:pt x="141992" y="21810"/>
                      <a:pt x="141444" y="21135"/>
                    </a:cubicBezTo>
                    <a:cubicBezTo>
                      <a:pt x="140894" y="20460"/>
                      <a:pt x="140470" y="19670"/>
                      <a:pt x="140176" y="18765"/>
                    </a:cubicBezTo>
                    <a:cubicBezTo>
                      <a:pt x="139879" y="17838"/>
                      <a:pt x="139709" y="16827"/>
                      <a:pt x="139668" y="15733"/>
                    </a:cubicBezTo>
                    <a:cubicBezTo>
                      <a:pt x="139645" y="15354"/>
                      <a:pt x="139636" y="15017"/>
                      <a:pt x="139636" y="14722"/>
                    </a:cubicBezTo>
                    <a:cubicBezTo>
                      <a:pt x="139636" y="14406"/>
                      <a:pt x="139645" y="14058"/>
                      <a:pt x="139668" y="13679"/>
                    </a:cubicBezTo>
                    <a:cubicBezTo>
                      <a:pt x="139709" y="12625"/>
                      <a:pt x="139867" y="11646"/>
                      <a:pt x="140144" y="10741"/>
                    </a:cubicBezTo>
                    <a:cubicBezTo>
                      <a:pt x="140438" y="9836"/>
                      <a:pt x="140862" y="9047"/>
                      <a:pt x="141412" y="8372"/>
                    </a:cubicBezTo>
                    <a:cubicBezTo>
                      <a:pt x="141983" y="7677"/>
                      <a:pt x="142681" y="7140"/>
                      <a:pt x="143505" y="6761"/>
                    </a:cubicBezTo>
                    <a:cubicBezTo>
                      <a:pt x="144350" y="6382"/>
                      <a:pt x="145322" y="6192"/>
                      <a:pt x="146423" y="6192"/>
                    </a:cubicBezTo>
                    <a:cubicBezTo>
                      <a:pt x="147565" y="6192"/>
                      <a:pt x="148525" y="6393"/>
                      <a:pt x="149309" y="6792"/>
                    </a:cubicBezTo>
                    <a:cubicBezTo>
                      <a:pt x="150111" y="7171"/>
                      <a:pt x="150777" y="7666"/>
                      <a:pt x="151307" y="8277"/>
                    </a:cubicBezTo>
                    <a:lnTo>
                      <a:pt x="151307" y="1264"/>
                    </a:lnTo>
                    <a:cubicBezTo>
                      <a:pt x="151307" y="1054"/>
                      <a:pt x="151370" y="873"/>
                      <a:pt x="151497" y="727"/>
                    </a:cubicBezTo>
                    <a:cubicBezTo>
                      <a:pt x="151644" y="580"/>
                      <a:pt x="151835" y="505"/>
                      <a:pt x="152068" y="505"/>
                    </a:cubicBezTo>
                    <a:lnTo>
                      <a:pt x="154763" y="505"/>
                    </a:lnTo>
                    <a:cubicBezTo>
                      <a:pt x="154974" y="505"/>
                      <a:pt x="155153" y="580"/>
                      <a:pt x="155303" y="727"/>
                    </a:cubicBezTo>
                    <a:cubicBezTo>
                      <a:pt x="155450" y="873"/>
                      <a:pt x="155525" y="1054"/>
                      <a:pt x="155525" y="1264"/>
                    </a:cubicBezTo>
                    <a:lnTo>
                      <a:pt x="155525" y="22177"/>
                    </a:lnTo>
                    <a:cubicBezTo>
                      <a:pt x="155525" y="22387"/>
                      <a:pt x="155450" y="22568"/>
                      <a:pt x="155303" y="22714"/>
                    </a:cubicBezTo>
                    <a:cubicBezTo>
                      <a:pt x="155153" y="22861"/>
                      <a:pt x="154974" y="22936"/>
                      <a:pt x="154763" y="22936"/>
                    </a:cubicBezTo>
                    <a:lnTo>
                      <a:pt x="152258" y="22936"/>
                    </a:lnTo>
                    <a:cubicBezTo>
                      <a:pt x="152025" y="22936"/>
                      <a:pt x="151835" y="22861"/>
                      <a:pt x="151687" y="22714"/>
                    </a:cubicBezTo>
                    <a:cubicBezTo>
                      <a:pt x="151560" y="22568"/>
                      <a:pt x="151497" y="22387"/>
                      <a:pt x="151497" y="22177"/>
                    </a:cubicBezTo>
                    <a:lnTo>
                      <a:pt x="151497" y="21008"/>
                    </a:lnTo>
                    <a:cubicBezTo>
                      <a:pt x="150967" y="21661"/>
                      <a:pt x="150292" y="22198"/>
                      <a:pt x="149467" y="22620"/>
                    </a:cubicBezTo>
                    <a:cubicBezTo>
                      <a:pt x="148663" y="23042"/>
                      <a:pt x="147648" y="23252"/>
                      <a:pt x="146423" y="23252"/>
                    </a:cubicBezTo>
                    <a:close/>
                    <a:moveTo>
                      <a:pt x="147596" y="19871"/>
                    </a:moveTo>
                    <a:cubicBezTo>
                      <a:pt x="148484" y="19871"/>
                      <a:pt x="149191" y="19670"/>
                      <a:pt x="149721" y="19271"/>
                    </a:cubicBezTo>
                    <a:cubicBezTo>
                      <a:pt x="150249" y="18872"/>
                      <a:pt x="150641" y="18366"/>
                      <a:pt x="150894" y="17755"/>
                    </a:cubicBezTo>
                    <a:cubicBezTo>
                      <a:pt x="151148" y="17123"/>
                      <a:pt x="151284" y="16480"/>
                      <a:pt x="151307" y="15827"/>
                    </a:cubicBezTo>
                    <a:cubicBezTo>
                      <a:pt x="151327" y="15448"/>
                      <a:pt x="151338" y="15049"/>
                      <a:pt x="151338" y="14627"/>
                    </a:cubicBezTo>
                    <a:cubicBezTo>
                      <a:pt x="151338" y="14185"/>
                      <a:pt x="151327" y="13774"/>
                      <a:pt x="151307" y="13395"/>
                    </a:cubicBezTo>
                    <a:cubicBezTo>
                      <a:pt x="151284" y="12763"/>
                      <a:pt x="151137" y="12163"/>
                      <a:pt x="150863" y="11594"/>
                    </a:cubicBezTo>
                    <a:cubicBezTo>
                      <a:pt x="150586" y="11005"/>
                      <a:pt x="150185" y="10520"/>
                      <a:pt x="149658" y="10141"/>
                    </a:cubicBezTo>
                    <a:cubicBezTo>
                      <a:pt x="149128" y="9762"/>
                      <a:pt x="148441" y="9572"/>
                      <a:pt x="147596" y="9572"/>
                    </a:cubicBezTo>
                    <a:cubicBezTo>
                      <a:pt x="146708" y="9572"/>
                      <a:pt x="145999" y="9773"/>
                      <a:pt x="145472" y="10173"/>
                    </a:cubicBezTo>
                    <a:cubicBezTo>
                      <a:pt x="144964" y="10552"/>
                      <a:pt x="144593" y="11057"/>
                      <a:pt x="144362" y="11689"/>
                    </a:cubicBezTo>
                    <a:cubicBezTo>
                      <a:pt x="144128" y="12321"/>
                      <a:pt x="143990" y="13016"/>
                      <a:pt x="143949" y="13774"/>
                    </a:cubicBezTo>
                    <a:cubicBezTo>
                      <a:pt x="143927" y="14406"/>
                      <a:pt x="143927" y="15038"/>
                      <a:pt x="143949" y="15669"/>
                    </a:cubicBezTo>
                    <a:cubicBezTo>
                      <a:pt x="143990" y="16428"/>
                      <a:pt x="144128" y="17123"/>
                      <a:pt x="144362" y="17755"/>
                    </a:cubicBezTo>
                    <a:cubicBezTo>
                      <a:pt x="144593" y="18386"/>
                      <a:pt x="144964" y="18903"/>
                      <a:pt x="145472" y="19303"/>
                    </a:cubicBezTo>
                    <a:cubicBezTo>
                      <a:pt x="145999" y="19682"/>
                      <a:pt x="146708" y="19871"/>
                      <a:pt x="147596" y="19871"/>
                    </a:cubicBezTo>
                    <a:close/>
                    <a:moveTo>
                      <a:pt x="164538" y="23252"/>
                    </a:moveTo>
                    <a:cubicBezTo>
                      <a:pt x="163439" y="23252"/>
                      <a:pt x="162445" y="23042"/>
                      <a:pt x="161557" y="22620"/>
                    </a:cubicBezTo>
                    <a:cubicBezTo>
                      <a:pt x="160669" y="22177"/>
                      <a:pt x="159962" y="21597"/>
                      <a:pt x="159432" y="20882"/>
                    </a:cubicBezTo>
                    <a:cubicBezTo>
                      <a:pt x="158925" y="20144"/>
                      <a:pt x="158671" y="19323"/>
                      <a:pt x="158671" y="18418"/>
                    </a:cubicBezTo>
                    <a:cubicBezTo>
                      <a:pt x="158671" y="16944"/>
                      <a:pt x="159264" y="15776"/>
                      <a:pt x="160447" y="14911"/>
                    </a:cubicBezTo>
                    <a:cubicBezTo>
                      <a:pt x="161652" y="14027"/>
                      <a:pt x="163238" y="13438"/>
                      <a:pt x="165204" y="13142"/>
                    </a:cubicBezTo>
                    <a:lnTo>
                      <a:pt x="169548" y="12510"/>
                    </a:lnTo>
                    <a:lnTo>
                      <a:pt x="169548" y="11847"/>
                    </a:lnTo>
                    <a:cubicBezTo>
                      <a:pt x="169548" y="10962"/>
                      <a:pt x="169326" y="10279"/>
                      <a:pt x="168882" y="9793"/>
                    </a:cubicBezTo>
                    <a:cubicBezTo>
                      <a:pt x="168438" y="9308"/>
                      <a:pt x="167677" y="9067"/>
                      <a:pt x="166599" y="9067"/>
                    </a:cubicBezTo>
                    <a:cubicBezTo>
                      <a:pt x="165838" y="9067"/>
                      <a:pt x="165215" y="9225"/>
                      <a:pt x="164728" y="9541"/>
                    </a:cubicBezTo>
                    <a:cubicBezTo>
                      <a:pt x="164264" y="9836"/>
                      <a:pt x="163915" y="10236"/>
                      <a:pt x="163682" y="10741"/>
                    </a:cubicBezTo>
                    <a:cubicBezTo>
                      <a:pt x="163514" y="11014"/>
                      <a:pt x="163269" y="11152"/>
                      <a:pt x="162952" y="11152"/>
                    </a:cubicBezTo>
                    <a:lnTo>
                      <a:pt x="160447" y="11152"/>
                    </a:lnTo>
                    <a:cubicBezTo>
                      <a:pt x="160216" y="11152"/>
                      <a:pt x="160035" y="11089"/>
                      <a:pt x="159908" y="10962"/>
                    </a:cubicBezTo>
                    <a:cubicBezTo>
                      <a:pt x="159804" y="10836"/>
                      <a:pt x="159749" y="10667"/>
                      <a:pt x="159749" y="10457"/>
                    </a:cubicBezTo>
                    <a:cubicBezTo>
                      <a:pt x="159772" y="10121"/>
                      <a:pt x="159908" y="9710"/>
                      <a:pt x="160161" y="9225"/>
                    </a:cubicBezTo>
                    <a:cubicBezTo>
                      <a:pt x="160415" y="8740"/>
                      <a:pt x="160818" y="8277"/>
                      <a:pt x="161367" y="7835"/>
                    </a:cubicBezTo>
                    <a:cubicBezTo>
                      <a:pt x="161917" y="7372"/>
                      <a:pt x="162626" y="6982"/>
                      <a:pt x="163491" y="6666"/>
                    </a:cubicBezTo>
                    <a:cubicBezTo>
                      <a:pt x="164359" y="6350"/>
                      <a:pt x="165405" y="6192"/>
                      <a:pt x="166631" y="6192"/>
                    </a:cubicBezTo>
                    <a:cubicBezTo>
                      <a:pt x="167963" y="6192"/>
                      <a:pt x="169084" y="6361"/>
                      <a:pt x="169992" y="6697"/>
                    </a:cubicBezTo>
                    <a:cubicBezTo>
                      <a:pt x="170923" y="7013"/>
                      <a:pt x="171664" y="7444"/>
                      <a:pt x="172212" y="7993"/>
                    </a:cubicBezTo>
                    <a:cubicBezTo>
                      <a:pt x="172763" y="8541"/>
                      <a:pt x="173164" y="9182"/>
                      <a:pt x="173417" y="9920"/>
                    </a:cubicBezTo>
                    <a:cubicBezTo>
                      <a:pt x="173671" y="10658"/>
                      <a:pt x="173798" y="11436"/>
                      <a:pt x="173798" y="12258"/>
                    </a:cubicBezTo>
                    <a:lnTo>
                      <a:pt x="173798" y="22177"/>
                    </a:lnTo>
                    <a:cubicBezTo>
                      <a:pt x="173798" y="22387"/>
                      <a:pt x="173726" y="22568"/>
                      <a:pt x="173576" y="22714"/>
                    </a:cubicBezTo>
                    <a:cubicBezTo>
                      <a:pt x="173429" y="22861"/>
                      <a:pt x="173250" y="22936"/>
                      <a:pt x="173037" y="22936"/>
                    </a:cubicBezTo>
                    <a:lnTo>
                      <a:pt x="170468" y="22936"/>
                    </a:lnTo>
                    <a:cubicBezTo>
                      <a:pt x="170237" y="22936"/>
                      <a:pt x="170047" y="22861"/>
                      <a:pt x="169897" y="22714"/>
                    </a:cubicBezTo>
                    <a:cubicBezTo>
                      <a:pt x="169770" y="22568"/>
                      <a:pt x="169707" y="22387"/>
                      <a:pt x="169707" y="22177"/>
                    </a:cubicBezTo>
                    <a:lnTo>
                      <a:pt x="169707" y="20945"/>
                    </a:lnTo>
                    <a:cubicBezTo>
                      <a:pt x="169433" y="21345"/>
                      <a:pt x="169064" y="21724"/>
                      <a:pt x="168597" y="22083"/>
                    </a:cubicBezTo>
                    <a:cubicBezTo>
                      <a:pt x="168133" y="22419"/>
                      <a:pt x="167562" y="22703"/>
                      <a:pt x="166885" y="22936"/>
                    </a:cubicBezTo>
                    <a:cubicBezTo>
                      <a:pt x="166230" y="23145"/>
                      <a:pt x="165448" y="23252"/>
                      <a:pt x="164538" y="23252"/>
                    </a:cubicBezTo>
                    <a:close/>
                    <a:moveTo>
                      <a:pt x="165616" y="20250"/>
                    </a:moveTo>
                    <a:cubicBezTo>
                      <a:pt x="166357" y="20250"/>
                      <a:pt x="167023" y="20092"/>
                      <a:pt x="167614" y="19776"/>
                    </a:cubicBezTo>
                    <a:cubicBezTo>
                      <a:pt x="168228" y="19461"/>
                      <a:pt x="168704" y="18975"/>
                      <a:pt x="169041" y="18323"/>
                    </a:cubicBezTo>
                    <a:cubicBezTo>
                      <a:pt x="169401" y="17648"/>
                      <a:pt x="169580" y="16807"/>
                      <a:pt x="169580" y="15796"/>
                    </a:cubicBezTo>
                    <a:lnTo>
                      <a:pt x="169580" y="15132"/>
                    </a:lnTo>
                    <a:lnTo>
                      <a:pt x="166409" y="15638"/>
                    </a:lnTo>
                    <a:cubicBezTo>
                      <a:pt x="165163" y="15827"/>
                      <a:pt x="164232" y="16132"/>
                      <a:pt x="163618" y="16554"/>
                    </a:cubicBezTo>
                    <a:cubicBezTo>
                      <a:pt x="163007" y="16976"/>
                      <a:pt x="162698" y="17491"/>
                      <a:pt x="162698" y="18102"/>
                    </a:cubicBezTo>
                    <a:cubicBezTo>
                      <a:pt x="162698" y="18565"/>
                      <a:pt x="162837" y="18966"/>
                      <a:pt x="163111" y="19303"/>
                    </a:cubicBezTo>
                    <a:cubicBezTo>
                      <a:pt x="163408" y="19618"/>
                      <a:pt x="163777" y="19860"/>
                      <a:pt x="164221" y="20029"/>
                    </a:cubicBezTo>
                    <a:cubicBezTo>
                      <a:pt x="164665" y="20176"/>
                      <a:pt x="165131" y="20250"/>
                      <a:pt x="165616" y="20250"/>
                    </a:cubicBezTo>
                    <a:close/>
                    <a:moveTo>
                      <a:pt x="185165" y="22936"/>
                    </a:moveTo>
                    <a:cubicBezTo>
                      <a:pt x="183896" y="22936"/>
                      <a:pt x="182829" y="22714"/>
                      <a:pt x="181962" y="22272"/>
                    </a:cubicBezTo>
                    <a:cubicBezTo>
                      <a:pt x="181094" y="21830"/>
                      <a:pt x="180451" y="21178"/>
                      <a:pt x="180027" y="20313"/>
                    </a:cubicBezTo>
                    <a:cubicBezTo>
                      <a:pt x="179604" y="19429"/>
                      <a:pt x="179393" y="18334"/>
                      <a:pt x="179393" y="17028"/>
                    </a:cubicBezTo>
                    <a:lnTo>
                      <a:pt x="179393" y="9857"/>
                    </a:lnTo>
                    <a:lnTo>
                      <a:pt x="176888" y="9857"/>
                    </a:lnTo>
                    <a:cubicBezTo>
                      <a:pt x="176677" y="9857"/>
                      <a:pt x="176496" y="9782"/>
                      <a:pt x="176349" y="9635"/>
                    </a:cubicBezTo>
                    <a:cubicBezTo>
                      <a:pt x="176201" y="9489"/>
                      <a:pt x="176127" y="9308"/>
                      <a:pt x="176127" y="9098"/>
                    </a:cubicBezTo>
                    <a:lnTo>
                      <a:pt x="176127" y="7266"/>
                    </a:lnTo>
                    <a:cubicBezTo>
                      <a:pt x="176127" y="7056"/>
                      <a:pt x="176201" y="6876"/>
                      <a:pt x="176349" y="6729"/>
                    </a:cubicBezTo>
                    <a:cubicBezTo>
                      <a:pt x="176496" y="6582"/>
                      <a:pt x="176677" y="6508"/>
                      <a:pt x="176888" y="6508"/>
                    </a:cubicBezTo>
                    <a:lnTo>
                      <a:pt x="179393" y="6508"/>
                    </a:lnTo>
                    <a:lnTo>
                      <a:pt x="179393" y="1264"/>
                    </a:lnTo>
                    <a:cubicBezTo>
                      <a:pt x="179393" y="1054"/>
                      <a:pt x="179456" y="873"/>
                      <a:pt x="179583" y="727"/>
                    </a:cubicBezTo>
                    <a:cubicBezTo>
                      <a:pt x="179731" y="580"/>
                      <a:pt x="179921" y="505"/>
                      <a:pt x="180154" y="505"/>
                    </a:cubicBezTo>
                    <a:lnTo>
                      <a:pt x="182723" y="505"/>
                    </a:lnTo>
                    <a:cubicBezTo>
                      <a:pt x="182934" y="505"/>
                      <a:pt x="183115" y="580"/>
                      <a:pt x="183262" y="727"/>
                    </a:cubicBezTo>
                    <a:cubicBezTo>
                      <a:pt x="183409" y="873"/>
                      <a:pt x="183484" y="1054"/>
                      <a:pt x="183484" y="1264"/>
                    </a:cubicBezTo>
                    <a:lnTo>
                      <a:pt x="183484" y="6508"/>
                    </a:lnTo>
                    <a:lnTo>
                      <a:pt x="187448" y="6508"/>
                    </a:lnTo>
                    <a:cubicBezTo>
                      <a:pt x="187659" y="6508"/>
                      <a:pt x="187840" y="6582"/>
                      <a:pt x="187987" y="6729"/>
                    </a:cubicBezTo>
                    <a:cubicBezTo>
                      <a:pt x="188134" y="6876"/>
                      <a:pt x="188209" y="7056"/>
                      <a:pt x="188209" y="7266"/>
                    </a:cubicBezTo>
                    <a:lnTo>
                      <a:pt x="188209" y="9098"/>
                    </a:lnTo>
                    <a:cubicBezTo>
                      <a:pt x="188209" y="9308"/>
                      <a:pt x="188134" y="9489"/>
                      <a:pt x="187987" y="9635"/>
                    </a:cubicBezTo>
                    <a:cubicBezTo>
                      <a:pt x="187840" y="9782"/>
                      <a:pt x="187659" y="9857"/>
                      <a:pt x="187448" y="9857"/>
                    </a:cubicBezTo>
                    <a:lnTo>
                      <a:pt x="183484" y="9857"/>
                    </a:lnTo>
                    <a:lnTo>
                      <a:pt x="183484" y="16712"/>
                    </a:lnTo>
                    <a:cubicBezTo>
                      <a:pt x="183484" y="17576"/>
                      <a:pt x="183631" y="18249"/>
                      <a:pt x="183928" y="18734"/>
                    </a:cubicBezTo>
                    <a:cubicBezTo>
                      <a:pt x="184245" y="19219"/>
                      <a:pt x="184784" y="19461"/>
                      <a:pt x="185545" y="19461"/>
                    </a:cubicBezTo>
                    <a:lnTo>
                      <a:pt x="187734" y="19461"/>
                    </a:lnTo>
                    <a:cubicBezTo>
                      <a:pt x="187944" y="19461"/>
                      <a:pt x="188125" y="19535"/>
                      <a:pt x="188273" y="19682"/>
                    </a:cubicBezTo>
                    <a:cubicBezTo>
                      <a:pt x="188420" y="19828"/>
                      <a:pt x="188495" y="20009"/>
                      <a:pt x="188495" y="20219"/>
                    </a:cubicBezTo>
                    <a:lnTo>
                      <a:pt x="188495" y="22177"/>
                    </a:lnTo>
                    <a:cubicBezTo>
                      <a:pt x="188495" y="22387"/>
                      <a:pt x="188420" y="22568"/>
                      <a:pt x="188273" y="22714"/>
                    </a:cubicBezTo>
                    <a:cubicBezTo>
                      <a:pt x="188125" y="22861"/>
                      <a:pt x="187944" y="22936"/>
                      <a:pt x="187734" y="22936"/>
                    </a:cubicBezTo>
                    <a:lnTo>
                      <a:pt x="185165" y="22936"/>
                    </a:lnTo>
                    <a:close/>
                    <a:moveTo>
                      <a:pt x="198602" y="23252"/>
                    </a:moveTo>
                    <a:cubicBezTo>
                      <a:pt x="196910" y="23252"/>
                      <a:pt x="195483" y="22956"/>
                      <a:pt x="194321" y="22367"/>
                    </a:cubicBezTo>
                    <a:cubicBezTo>
                      <a:pt x="193179" y="21778"/>
                      <a:pt x="192302" y="20945"/>
                      <a:pt x="191689" y="19871"/>
                    </a:cubicBezTo>
                    <a:cubicBezTo>
                      <a:pt x="191097" y="18797"/>
                      <a:pt x="190758" y="17545"/>
                      <a:pt x="190674" y="16112"/>
                    </a:cubicBezTo>
                    <a:cubicBezTo>
                      <a:pt x="190653" y="15733"/>
                      <a:pt x="190642" y="15270"/>
                      <a:pt x="190642" y="14722"/>
                    </a:cubicBezTo>
                    <a:cubicBezTo>
                      <a:pt x="190642" y="14173"/>
                      <a:pt x="190653" y="13711"/>
                      <a:pt x="190674" y="13332"/>
                    </a:cubicBezTo>
                    <a:cubicBezTo>
                      <a:pt x="190758" y="11879"/>
                      <a:pt x="191106" y="10626"/>
                      <a:pt x="191720" y="9572"/>
                    </a:cubicBezTo>
                    <a:cubicBezTo>
                      <a:pt x="192355" y="8498"/>
                      <a:pt x="193243" y="7666"/>
                      <a:pt x="194384" y="7077"/>
                    </a:cubicBezTo>
                    <a:cubicBezTo>
                      <a:pt x="195546" y="6488"/>
                      <a:pt x="196953" y="6192"/>
                      <a:pt x="198602" y="6192"/>
                    </a:cubicBezTo>
                    <a:cubicBezTo>
                      <a:pt x="200251" y="6192"/>
                      <a:pt x="201646" y="6488"/>
                      <a:pt x="202788" y="7077"/>
                    </a:cubicBezTo>
                    <a:cubicBezTo>
                      <a:pt x="203950" y="7666"/>
                      <a:pt x="204838" y="8498"/>
                      <a:pt x="205452" y="9572"/>
                    </a:cubicBezTo>
                    <a:cubicBezTo>
                      <a:pt x="206086" y="10626"/>
                      <a:pt x="206446" y="11879"/>
                      <a:pt x="206530" y="13332"/>
                    </a:cubicBezTo>
                    <a:cubicBezTo>
                      <a:pt x="206551" y="13711"/>
                      <a:pt x="206562" y="14173"/>
                      <a:pt x="206562" y="14722"/>
                    </a:cubicBezTo>
                    <a:cubicBezTo>
                      <a:pt x="206562" y="15270"/>
                      <a:pt x="206551" y="15733"/>
                      <a:pt x="206530" y="16112"/>
                    </a:cubicBezTo>
                    <a:cubicBezTo>
                      <a:pt x="206446" y="17545"/>
                      <a:pt x="206098" y="18797"/>
                      <a:pt x="205484" y="19871"/>
                    </a:cubicBezTo>
                    <a:cubicBezTo>
                      <a:pt x="204892" y="20945"/>
                      <a:pt x="204014" y="21778"/>
                      <a:pt x="202852" y="22367"/>
                    </a:cubicBezTo>
                    <a:cubicBezTo>
                      <a:pt x="201710" y="22956"/>
                      <a:pt x="200294" y="23252"/>
                      <a:pt x="198602" y="23252"/>
                    </a:cubicBezTo>
                    <a:close/>
                    <a:moveTo>
                      <a:pt x="198602" y="20124"/>
                    </a:moveTo>
                    <a:cubicBezTo>
                      <a:pt x="199723" y="20124"/>
                      <a:pt x="200589" y="19776"/>
                      <a:pt x="201202" y="19081"/>
                    </a:cubicBezTo>
                    <a:cubicBezTo>
                      <a:pt x="201816" y="18366"/>
                      <a:pt x="202154" y="17324"/>
                      <a:pt x="202217" y="15954"/>
                    </a:cubicBezTo>
                    <a:cubicBezTo>
                      <a:pt x="202238" y="15638"/>
                      <a:pt x="202249" y="15227"/>
                      <a:pt x="202249" y="14722"/>
                    </a:cubicBezTo>
                    <a:cubicBezTo>
                      <a:pt x="202249" y="14216"/>
                      <a:pt x="202238" y="13806"/>
                      <a:pt x="202217" y="13490"/>
                    </a:cubicBezTo>
                    <a:cubicBezTo>
                      <a:pt x="202154" y="12142"/>
                      <a:pt x="201816" y="11109"/>
                      <a:pt x="201202" y="10394"/>
                    </a:cubicBezTo>
                    <a:cubicBezTo>
                      <a:pt x="200589" y="9678"/>
                      <a:pt x="199723" y="9320"/>
                      <a:pt x="198602" y="9320"/>
                    </a:cubicBezTo>
                    <a:cubicBezTo>
                      <a:pt x="197481" y="9320"/>
                      <a:pt x="196615" y="9678"/>
                      <a:pt x="196002" y="10394"/>
                    </a:cubicBezTo>
                    <a:cubicBezTo>
                      <a:pt x="195388" y="11109"/>
                      <a:pt x="195050" y="12142"/>
                      <a:pt x="194987" y="13490"/>
                    </a:cubicBezTo>
                    <a:cubicBezTo>
                      <a:pt x="194966" y="13806"/>
                      <a:pt x="194955" y="14216"/>
                      <a:pt x="194955" y="14722"/>
                    </a:cubicBezTo>
                    <a:cubicBezTo>
                      <a:pt x="194955" y="15227"/>
                      <a:pt x="194966" y="15638"/>
                      <a:pt x="194987" y="15954"/>
                    </a:cubicBezTo>
                    <a:cubicBezTo>
                      <a:pt x="195050" y="17324"/>
                      <a:pt x="195388" y="18366"/>
                      <a:pt x="196002" y="19081"/>
                    </a:cubicBezTo>
                    <a:cubicBezTo>
                      <a:pt x="196615" y="19776"/>
                      <a:pt x="197481" y="20124"/>
                      <a:pt x="198602" y="20124"/>
                    </a:cubicBezTo>
                    <a:close/>
                    <a:moveTo>
                      <a:pt x="210836" y="22936"/>
                    </a:moveTo>
                    <a:cubicBezTo>
                      <a:pt x="210626" y="22936"/>
                      <a:pt x="210447" y="22861"/>
                      <a:pt x="210297" y="22714"/>
                    </a:cubicBezTo>
                    <a:cubicBezTo>
                      <a:pt x="210150" y="22568"/>
                      <a:pt x="210075" y="22387"/>
                      <a:pt x="210075" y="22177"/>
                    </a:cubicBezTo>
                    <a:lnTo>
                      <a:pt x="210075" y="7298"/>
                    </a:lnTo>
                    <a:cubicBezTo>
                      <a:pt x="210075" y="7065"/>
                      <a:pt x="210150" y="6876"/>
                      <a:pt x="210297" y="6729"/>
                    </a:cubicBezTo>
                    <a:cubicBezTo>
                      <a:pt x="210447" y="6582"/>
                      <a:pt x="210626" y="6508"/>
                      <a:pt x="210836" y="6508"/>
                    </a:cubicBezTo>
                    <a:lnTo>
                      <a:pt x="213405" y="6508"/>
                    </a:lnTo>
                    <a:cubicBezTo>
                      <a:pt x="213618" y="6508"/>
                      <a:pt x="213797" y="6582"/>
                      <a:pt x="213944" y="6729"/>
                    </a:cubicBezTo>
                    <a:cubicBezTo>
                      <a:pt x="214114" y="6876"/>
                      <a:pt x="214198" y="7065"/>
                      <a:pt x="214198" y="7298"/>
                    </a:cubicBezTo>
                    <a:lnTo>
                      <a:pt x="214198" y="8593"/>
                    </a:lnTo>
                    <a:cubicBezTo>
                      <a:pt x="214685" y="7918"/>
                      <a:pt x="215308" y="7404"/>
                      <a:pt x="216069" y="7045"/>
                    </a:cubicBezTo>
                    <a:cubicBezTo>
                      <a:pt x="216853" y="6686"/>
                      <a:pt x="217750" y="6508"/>
                      <a:pt x="218765" y="6508"/>
                    </a:cubicBezTo>
                    <a:lnTo>
                      <a:pt x="220065" y="6508"/>
                    </a:lnTo>
                    <a:cubicBezTo>
                      <a:pt x="220298" y="6508"/>
                      <a:pt x="220477" y="6582"/>
                      <a:pt x="220604" y="6729"/>
                    </a:cubicBezTo>
                    <a:cubicBezTo>
                      <a:pt x="220753" y="6876"/>
                      <a:pt x="220826" y="7056"/>
                      <a:pt x="220826" y="7266"/>
                    </a:cubicBezTo>
                    <a:lnTo>
                      <a:pt x="220826" y="9541"/>
                    </a:lnTo>
                    <a:cubicBezTo>
                      <a:pt x="220826" y="9751"/>
                      <a:pt x="220753" y="9931"/>
                      <a:pt x="220604" y="10078"/>
                    </a:cubicBezTo>
                    <a:cubicBezTo>
                      <a:pt x="220477" y="10224"/>
                      <a:pt x="220298" y="10299"/>
                      <a:pt x="220065" y="10299"/>
                    </a:cubicBezTo>
                    <a:lnTo>
                      <a:pt x="217591" y="10299"/>
                    </a:lnTo>
                    <a:cubicBezTo>
                      <a:pt x="216576" y="10299"/>
                      <a:pt x="215784" y="10583"/>
                      <a:pt x="215213" y="11152"/>
                    </a:cubicBezTo>
                    <a:cubicBezTo>
                      <a:pt x="214665" y="11721"/>
                      <a:pt x="214388" y="12499"/>
                      <a:pt x="214388" y="13490"/>
                    </a:cubicBezTo>
                    <a:lnTo>
                      <a:pt x="214388" y="22177"/>
                    </a:lnTo>
                    <a:cubicBezTo>
                      <a:pt x="214388" y="22387"/>
                      <a:pt x="214316" y="22568"/>
                      <a:pt x="214166" y="22714"/>
                    </a:cubicBezTo>
                    <a:cubicBezTo>
                      <a:pt x="214019" y="22861"/>
                      <a:pt x="213829" y="22936"/>
                      <a:pt x="213595" y="22936"/>
                    </a:cubicBezTo>
                    <a:lnTo>
                      <a:pt x="210836"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4" name="Freeform 183">
                <a:extLst>
                  <a:ext uri="{FF2B5EF4-FFF2-40B4-BE49-F238E27FC236}">
                    <a16:creationId xmlns:a16="http://schemas.microsoft.com/office/drawing/2014/main" id="{D7CDA79C-E215-EA1D-60E7-DB4D81C4F407}"/>
                  </a:ext>
                </a:extLst>
              </p:cNvPr>
              <p:cNvSpPr/>
              <p:nvPr/>
            </p:nvSpPr>
            <p:spPr>
              <a:xfrm>
                <a:off x="2275658" y="5480723"/>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5" name="Freeform 184">
                <a:extLst>
                  <a:ext uri="{FF2B5EF4-FFF2-40B4-BE49-F238E27FC236}">
                    <a16:creationId xmlns:a16="http://schemas.microsoft.com/office/drawing/2014/main" id="{FA3F1151-404F-2791-8FF5-53E85C4156B1}"/>
                  </a:ext>
                </a:extLst>
              </p:cNvPr>
              <p:cNvSpPr/>
              <p:nvPr/>
            </p:nvSpPr>
            <p:spPr>
              <a:xfrm>
                <a:off x="2266597" y="5489749"/>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6" name="Freeform 185">
                <a:extLst>
                  <a:ext uri="{FF2B5EF4-FFF2-40B4-BE49-F238E27FC236}">
                    <a16:creationId xmlns:a16="http://schemas.microsoft.com/office/drawing/2014/main" id="{F03420F1-766D-4713-B497-BA99298713F2}"/>
                  </a:ext>
                </a:extLst>
              </p:cNvPr>
              <p:cNvSpPr/>
              <p:nvPr/>
            </p:nvSpPr>
            <p:spPr>
              <a:xfrm>
                <a:off x="2262067" y="5503289"/>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7" name="Freeform 186">
                <a:extLst>
                  <a:ext uri="{FF2B5EF4-FFF2-40B4-BE49-F238E27FC236}">
                    <a16:creationId xmlns:a16="http://schemas.microsoft.com/office/drawing/2014/main" id="{D79962A6-CDBD-AF54-DE72-6ED1E3A1B2D5}"/>
                  </a:ext>
                </a:extLst>
              </p:cNvPr>
              <p:cNvSpPr/>
              <p:nvPr/>
            </p:nvSpPr>
            <p:spPr>
              <a:xfrm>
                <a:off x="2302841" y="5503289"/>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8" name="Freeform 187">
                <a:extLst>
                  <a:ext uri="{FF2B5EF4-FFF2-40B4-BE49-F238E27FC236}">
                    <a16:creationId xmlns:a16="http://schemas.microsoft.com/office/drawing/2014/main" id="{310979DF-446A-4522-2F83-F5B54BB1C337}"/>
                  </a:ext>
                </a:extLst>
              </p:cNvPr>
              <p:cNvSpPr/>
              <p:nvPr/>
            </p:nvSpPr>
            <p:spPr>
              <a:xfrm>
                <a:off x="2291514" y="5501032"/>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9" name="Freeform 188">
                <a:extLst>
                  <a:ext uri="{FF2B5EF4-FFF2-40B4-BE49-F238E27FC236}">
                    <a16:creationId xmlns:a16="http://schemas.microsoft.com/office/drawing/2014/main" id="{498AB55E-C2DB-1F25-C6A6-C0A6D504F374}"/>
                  </a:ext>
                </a:extLst>
              </p:cNvPr>
              <p:cNvSpPr/>
              <p:nvPr/>
            </p:nvSpPr>
            <p:spPr>
              <a:xfrm>
                <a:off x="2277923" y="5501032"/>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0" name="Freeform 189">
                <a:extLst>
                  <a:ext uri="{FF2B5EF4-FFF2-40B4-BE49-F238E27FC236}">
                    <a16:creationId xmlns:a16="http://schemas.microsoft.com/office/drawing/2014/main" id="{D37D37FA-206C-5010-474B-7DF9E9AEB449}"/>
                  </a:ext>
                </a:extLst>
              </p:cNvPr>
              <p:cNvSpPr/>
              <p:nvPr/>
            </p:nvSpPr>
            <p:spPr>
              <a:xfrm>
                <a:off x="2779168" y="5489885"/>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5 h 29380"/>
                  <a:gd name="csX38" fmla="*/ 27149 w 87810"/>
                  <a:gd name="csY38" fmla="*/ 26505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6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7 h 29380"/>
                  <a:gd name="csX55" fmla="*/ 31969 w 87810"/>
                  <a:gd name="csY55" fmla="*/ 6413 h 29380"/>
                  <a:gd name="csX56" fmla="*/ 34030 w 87810"/>
                  <a:gd name="csY56" fmla="*/ 8119 h 29380"/>
                  <a:gd name="csX57" fmla="*/ 34030 w 87810"/>
                  <a:gd name="csY57" fmla="*/ 6761 h 29380"/>
                  <a:gd name="csX58" fmla="*/ 34221 w 87810"/>
                  <a:gd name="csY58" fmla="*/ 6224 h 29380"/>
                  <a:gd name="csX59" fmla="*/ 34760 w 87810"/>
                  <a:gd name="csY59" fmla="*/ 6002 h 29380"/>
                  <a:gd name="csX60" fmla="*/ 36218 w 87810"/>
                  <a:gd name="csY60" fmla="*/ 6002 h 29380"/>
                  <a:gd name="csX61" fmla="*/ 36758 w 87810"/>
                  <a:gd name="csY61" fmla="*/ 6224 h 29380"/>
                  <a:gd name="csX62" fmla="*/ 36979 w 87810"/>
                  <a:gd name="csY62" fmla="*/ 6761 h 29380"/>
                  <a:gd name="csX63" fmla="*/ 36979 w 87810"/>
                  <a:gd name="csY63" fmla="*/ 22083 h 29380"/>
                  <a:gd name="csX64" fmla="*/ 36250 w 87810"/>
                  <a:gd name="csY64" fmla="*/ 25842 h 29380"/>
                  <a:gd name="csX65" fmla="*/ 33903 w 87810"/>
                  <a:gd name="csY65" fmla="*/ 28433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4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7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3 h 29380"/>
                  <a:gd name="csX101" fmla="*/ 45975 w 87810"/>
                  <a:gd name="csY101" fmla="*/ 19713 h 29380"/>
                  <a:gd name="csX102" fmla="*/ 48258 w 87810"/>
                  <a:gd name="csY102" fmla="*/ 20408 h 29380"/>
                  <a:gd name="csX103" fmla="*/ 50161 w 87810"/>
                  <a:gd name="csY103" fmla="*/ 20061 h 29380"/>
                  <a:gd name="csX104" fmla="*/ 51397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4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7 h 29380"/>
                  <a:gd name="csX137" fmla="*/ 71173 w 87810"/>
                  <a:gd name="csY137" fmla="*/ 6603 h 29380"/>
                  <a:gd name="csX138" fmla="*/ 73361 w 87810"/>
                  <a:gd name="csY138" fmla="*/ 9098 h 29380"/>
                  <a:gd name="csX139" fmla="*/ 74090 w 87810"/>
                  <a:gd name="csY139" fmla="*/ 12795 h 29380"/>
                  <a:gd name="csX140" fmla="*/ 74090 w 87810"/>
                  <a:gd name="csY140" fmla="*/ 21704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4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4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2 w 87810"/>
                  <a:gd name="csY158" fmla="*/ 16870 h 29380"/>
                  <a:gd name="csX159" fmla="*/ 79882 w 87810"/>
                  <a:gd name="csY159" fmla="*/ 8530 h 29380"/>
                  <a:gd name="csX160" fmla="*/ 77409 w 87810"/>
                  <a:gd name="csY160" fmla="*/ 8530 h 29380"/>
                  <a:gd name="csX161" fmla="*/ 76870 w 87810"/>
                  <a:gd name="csY161" fmla="*/ 8340 h 29380"/>
                  <a:gd name="csX162" fmla="*/ 76679 w 87810"/>
                  <a:gd name="csY162" fmla="*/ 7803 h 29380"/>
                  <a:gd name="csX163" fmla="*/ 76679 w 87810"/>
                  <a:gd name="csY163" fmla="*/ 6729 h 29380"/>
                  <a:gd name="csX164" fmla="*/ 76870 w 87810"/>
                  <a:gd name="csY164" fmla="*/ 6224 h 29380"/>
                  <a:gd name="csX165" fmla="*/ 77409 w 87810"/>
                  <a:gd name="csY165" fmla="*/ 6002 h 29380"/>
                  <a:gd name="csX166" fmla="*/ 79882 w 87810"/>
                  <a:gd name="csY166" fmla="*/ 6002 h 29380"/>
                  <a:gd name="csX167" fmla="*/ 79882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4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8"/>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8"/>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3"/>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5"/>
                    </a:cubicBezTo>
                    <a:cubicBezTo>
                      <a:pt x="26229" y="25894"/>
                      <a:pt x="26621" y="26232"/>
                      <a:pt x="27149" y="26505"/>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6"/>
                      <a:pt x="28829" y="22556"/>
                    </a:cubicBezTo>
                    <a:cubicBezTo>
                      <a:pt x="27645" y="22556"/>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7"/>
                      <a:pt x="28829" y="5687"/>
                    </a:cubicBezTo>
                    <a:cubicBezTo>
                      <a:pt x="30098" y="5687"/>
                      <a:pt x="31144" y="5928"/>
                      <a:pt x="31969" y="6413"/>
                    </a:cubicBezTo>
                    <a:cubicBezTo>
                      <a:pt x="32814" y="6876"/>
                      <a:pt x="33502" y="7444"/>
                      <a:pt x="34030" y="8119"/>
                    </a:cubicBezTo>
                    <a:lnTo>
                      <a:pt x="34030" y="6761"/>
                    </a:lnTo>
                    <a:cubicBezTo>
                      <a:pt x="34030" y="6551"/>
                      <a:pt x="34094" y="6370"/>
                      <a:pt x="34221" y="6224"/>
                    </a:cubicBezTo>
                    <a:cubicBezTo>
                      <a:pt x="34368" y="6077"/>
                      <a:pt x="34549" y="6002"/>
                      <a:pt x="34760" y="6002"/>
                    </a:cubicBezTo>
                    <a:lnTo>
                      <a:pt x="36218" y="6002"/>
                    </a:lnTo>
                    <a:cubicBezTo>
                      <a:pt x="36429" y="6002"/>
                      <a:pt x="36610" y="6077"/>
                      <a:pt x="36758" y="6224"/>
                    </a:cubicBezTo>
                    <a:cubicBezTo>
                      <a:pt x="36905" y="6370"/>
                      <a:pt x="36979" y="6551"/>
                      <a:pt x="36979" y="6761"/>
                    </a:cubicBezTo>
                    <a:lnTo>
                      <a:pt x="36979" y="22083"/>
                    </a:lnTo>
                    <a:cubicBezTo>
                      <a:pt x="36979" y="23493"/>
                      <a:pt x="36737" y="24748"/>
                      <a:pt x="36250" y="25842"/>
                    </a:cubicBezTo>
                    <a:cubicBezTo>
                      <a:pt x="35786" y="26936"/>
                      <a:pt x="35002" y="27801"/>
                      <a:pt x="33903" y="28433"/>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6" y="14932"/>
                      <a:pt x="33967" y="14575"/>
                      <a:pt x="33967" y="14153"/>
                    </a:cubicBezTo>
                    <a:cubicBezTo>
                      <a:pt x="33967" y="13711"/>
                      <a:pt x="33956"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7"/>
                      <a:pt x="25563" y="10836"/>
                    </a:cubicBezTo>
                    <a:cubicBezTo>
                      <a:pt x="25289" y="11594"/>
                      <a:pt x="25130" y="12416"/>
                      <a:pt x="25087" y="13300"/>
                    </a:cubicBezTo>
                    <a:cubicBezTo>
                      <a:pt x="25067" y="13848"/>
                      <a:pt x="25067" y="14406"/>
                      <a:pt x="25087" y="14974"/>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7"/>
                      <a:pt x="43429" y="7214"/>
                      <a:pt x="44484" y="6603"/>
                    </a:cubicBezTo>
                    <a:cubicBezTo>
                      <a:pt x="45562" y="5991"/>
                      <a:pt x="46822" y="5687"/>
                      <a:pt x="48258" y="5687"/>
                    </a:cubicBezTo>
                    <a:cubicBezTo>
                      <a:pt x="49866" y="5687"/>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3"/>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7"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4"/>
                    </a:cubicBezTo>
                    <a:lnTo>
                      <a:pt x="59439" y="6729"/>
                    </a:lnTo>
                    <a:cubicBezTo>
                      <a:pt x="59439" y="6519"/>
                      <a:pt x="59502" y="6350"/>
                      <a:pt x="59629" y="6224"/>
                    </a:cubicBezTo>
                    <a:cubicBezTo>
                      <a:pt x="59779" y="6077"/>
                      <a:pt x="59958" y="6002"/>
                      <a:pt x="60168" y="6002"/>
                    </a:cubicBezTo>
                    <a:lnTo>
                      <a:pt x="61659" y="6002"/>
                    </a:lnTo>
                    <a:cubicBezTo>
                      <a:pt x="61872" y="6002"/>
                      <a:pt x="62040" y="6077"/>
                      <a:pt x="62166" y="6224"/>
                    </a:cubicBezTo>
                    <a:cubicBezTo>
                      <a:pt x="62316" y="6350"/>
                      <a:pt x="62388" y="6519"/>
                      <a:pt x="62388" y="6729"/>
                    </a:cubicBezTo>
                    <a:lnTo>
                      <a:pt x="62388" y="8119"/>
                    </a:lnTo>
                    <a:cubicBezTo>
                      <a:pt x="62939" y="7404"/>
                      <a:pt x="63625" y="6824"/>
                      <a:pt x="64450" y="6382"/>
                    </a:cubicBezTo>
                    <a:cubicBezTo>
                      <a:pt x="65297" y="5919"/>
                      <a:pt x="66375" y="5687"/>
                      <a:pt x="67684" y="5687"/>
                    </a:cubicBezTo>
                    <a:cubicBezTo>
                      <a:pt x="69059" y="5687"/>
                      <a:pt x="70221" y="5991"/>
                      <a:pt x="71173" y="6603"/>
                    </a:cubicBezTo>
                    <a:cubicBezTo>
                      <a:pt x="72147" y="7192"/>
                      <a:pt x="72876" y="8024"/>
                      <a:pt x="73361" y="9098"/>
                    </a:cubicBezTo>
                    <a:cubicBezTo>
                      <a:pt x="73848" y="10152"/>
                      <a:pt x="74090" y="11384"/>
                      <a:pt x="74090" y="12795"/>
                    </a:cubicBezTo>
                    <a:lnTo>
                      <a:pt x="74090" y="21704"/>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4"/>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4"/>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8" y="20661"/>
                      <a:pt x="80390" y="19840"/>
                    </a:cubicBezTo>
                    <a:cubicBezTo>
                      <a:pt x="80052" y="18998"/>
                      <a:pt x="79882" y="18007"/>
                      <a:pt x="79882" y="16870"/>
                    </a:cubicBezTo>
                    <a:lnTo>
                      <a:pt x="79882" y="8530"/>
                    </a:lnTo>
                    <a:lnTo>
                      <a:pt x="77409" y="8530"/>
                    </a:lnTo>
                    <a:cubicBezTo>
                      <a:pt x="77198" y="8530"/>
                      <a:pt x="77017" y="8467"/>
                      <a:pt x="76870" y="8340"/>
                    </a:cubicBezTo>
                    <a:cubicBezTo>
                      <a:pt x="76743" y="8194"/>
                      <a:pt x="76679" y="8013"/>
                      <a:pt x="76679" y="7803"/>
                    </a:cubicBezTo>
                    <a:lnTo>
                      <a:pt x="76679" y="6729"/>
                    </a:lnTo>
                    <a:cubicBezTo>
                      <a:pt x="76679" y="6519"/>
                      <a:pt x="76743" y="6350"/>
                      <a:pt x="76870" y="6224"/>
                    </a:cubicBezTo>
                    <a:cubicBezTo>
                      <a:pt x="77017" y="6077"/>
                      <a:pt x="77198" y="6002"/>
                      <a:pt x="77409" y="6002"/>
                    </a:cubicBezTo>
                    <a:lnTo>
                      <a:pt x="79882" y="6002"/>
                    </a:lnTo>
                    <a:lnTo>
                      <a:pt x="79882" y="727"/>
                    </a:lnTo>
                    <a:cubicBezTo>
                      <a:pt x="79882" y="517"/>
                      <a:pt x="79946" y="348"/>
                      <a:pt x="80073" y="221"/>
                    </a:cubicBezTo>
                    <a:cubicBezTo>
                      <a:pt x="80220" y="74"/>
                      <a:pt x="80401" y="0"/>
                      <a:pt x="80612" y="0"/>
                    </a:cubicBezTo>
                    <a:lnTo>
                      <a:pt x="82102" y="0"/>
                    </a:lnTo>
                    <a:cubicBezTo>
                      <a:pt x="82313" y="0"/>
                      <a:pt x="82483" y="74"/>
                      <a:pt x="82610" y="221"/>
                    </a:cubicBezTo>
                    <a:cubicBezTo>
                      <a:pt x="82757" y="348"/>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4"/>
                      <a:pt x="87272" y="8340"/>
                    </a:cubicBezTo>
                    <a:cubicBezTo>
                      <a:pt x="87145" y="8467"/>
                      <a:pt x="86975" y="8530"/>
                      <a:pt x="86764" y="8530"/>
                    </a:cubicBezTo>
                    <a:lnTo>
                      <a:pt x="82832" y="8530"/>
                    </a:lnTo>
                    <a:lnTo>
                      <a:pt x="82832" y="16649"/>
                    </a:lnTo>
                    <a:cubicBezTo>
                      <a:pt x="82832" y="17639"/>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4"/>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1" name="Freeform 190">
                <a:extLst>
                  <a:ext uri="{FF2B5EF4-FFF2-40B4-BE49-F238E27FC236}">
                    <a16:creationId xmlns:a16="http://schemas.microsoft.com/office/drawing/2014/main" id="{1802D02C-9CCD-460C-E838-0CBBBE1AD294}"/>
                  </a:ext>
                </a:extLst>
              </p:cNvPr>
              <p:cNvSpPr/>
              <p:nvPr/>
            </p:nvSpPr>
            <p:spPr>
              <a:xfrm>
                <a:off x="2568382" y="5315995"/>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2" name="Freeform 191">
                <a:extLst>
                  <a:ext uri="{FF2B5EF4-FFF2-40B4-BE49-F238E27FC236}">
                    <a16:creationId xmlns:a16="http://schemas.microsoft.com/office/drawing/2014/main" id="{894EE204-3F26-5547-14FF-DD864F79F558}"/>
                  </a:ext>
                </a:extLst>
              </p:cNvPr>
              <p:cNvSpPr/>
              <p:nvPr/>
            </p:nvSpPr>
            <p:spPr>
              <a:xfrm>
                <a:off x="2568382" y="6062914"/>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3" name="Rectangle 192">
                <a:extLst>
                  <a:ext uri="{FF2B5EF4-FFF2-40B4-BE49-F238E27FC236}">
                    <a16:creationId xmlns:a16="http://schemas.microsoft.com/office/drawing/2014/main" id="{C122C140-1E78-D941-D476-2580D224D294}"/>
                  </a:ext>
                </a:extLst>
              </p:cNvPr>
              <p:cNvSpPr/>
              <p:nvPr/>
            </p:nvSpPr>
            <p:spPr>
              <a:xfrm>
                <a:off x="2460272" y="5240400"/>
                <a:ext cx="233316" cy="110571"/>
              </a:xfrm>
              <a:prstGeom prst="rect">
                <a:avLst/>
              </a:prstGeom>
              <a:solidFill>
                <a:srgbClr val="E6EFF2"/>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4" name="Rectangle 193">
                <a:extLst>
                  <a:ext uri="{FF2B5EF4-FFF2-40B4-BE49-F238E27FC236}">
                    <a16:creationId xmlns:a16="http://schemas.microsoft.com/office/drawing/2014/main" id="{868EA6D1-6D46-1B24-ABBF-2C683C423101}"/>
                  </a:ext>
                </a:extLst>
              </p:cNvPr>
              <p:cNvSpPr/>
              <p:nvPr/>
            </p:nvSpPr>
            <p:spPr>
              <a:xfrm>
                <a:off x="2460272" y="5240400"/>
                <a:ext cx="233316" cy="110571"/>
              </a:xfrm>
              <a:prstGeom prst="rect">
                <a:avLst/>
              </a:pr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5" name="Freeform 194">
                <a:extLst>
                  <a:ext uri="{FF2B5EF4-FFF2-40B4-BE49-F238E27FC236}">
                    <a16:creationId xmlns:a16="http://schemas.microsoft.com/office/drawing/2014/main" id="{AB8DD18F-72EC-C4A8-0CEE-00D805B15B22}"/>
                  </a:ext>
                </a:extLst>
              </p:cNvPr>
              <p:cNvSpPr/>
              <p:nvPr/>
            </p:nvSpPr>
            <p:spPr>
              <a:xfrm>
                <a:off x="2571277" y="5286795"/>
                <a:ext cx="77017" cy="22746"/>
              </a:xfrm>
              <a:custGeom>
                <a:avLst/>
                <a:gdLst>
                  <a:gd name="csX0" fmla="*/ 9038 w 77017"/>
                  <a:gd name="csY0" fmla="*/ 22746 h 22746"/>
                  <a:gd name="csX1" fmla="*/ 4091 w 77017"/>
                  <a:gd name="csY1" fmla="*/ 21893 h 22746"/>
                  <a:gd name="csX2" fmla="*/ 1078 w 77017"/>
                  <a:gd name="csY2" fmla="*/ 19618 h 22746"/>
                  <a:gd name="csX3" fmla="*/ 0 w 77017"/>
                  <a:gd name="csY3" fmla="*/ 16649 h 22746"/>
                  <a:gd name="csX4" fmla="*/ 190 w 77017"/>
                  <a:gd name="csY4" fmla="*/ 16175 h 22746"/>
                  <a:gd name="csX5" fmla="*/ 666 w 77017"/>
                  <a:gd name="csY5" fmla="*/ 15985 h 22746"/>
                  <a:gd name="csX6" fmla="*/ 3488 w 77017"/>
                  <a:gd name="csY6" fmla="*/ 15985 h 22746"/>
                  <a:gd name="csX7" fmla="*/ 4091 w 77017"/>
                  <a:gd name="csY7" fmla="*/ 16175 h 22746"/>
                  <a:gd name="csX8" fmla="*/ 4472 w 77017"/>
                  <a:gd name="csY8" fmla="*/ 16586 h 22746"/>
                  <a:gd name="csX9" fmla="*/ 5201 w 77017"/>
                  <a:gd name="csY9" fmla="*/ 17786 h 22746"/>
                  <a:gd name="csX10" fmla="*/ 6660 w 77017"/>
                  <a:gd name="csY10" fmla="*/ 18734 h 22746"/>
                  <a:gd name="csX11" fmla="*/ 9038 w 77017"/>
                  <a:gd name="csY11" fmla="*/ 19113 h 22746"/>
                  <a:gd name="csX12" fmla="*/ 12431 w 77017"/>
                  <a:gd name="csY12" fmla="*/ 18355 h 22746"/>
                  <a:gd name="csX13" fmla="*/ 13573 w 77017"/>
                  <a:gd name="csY13" fmla="*/ 16301 h 22746"/>
                  <a:gd name="csX14" fmla="*/ 12971 w 77017"/>
                  <a:gd name="csY14" fmla="*/ 14848 h 22746"/>
                  <a:gd name="csX15" fmla="*/ 11100 w 77017"/>
                  <a:gd name="csY15" fmla="*/ 13837 h 22746"/>
                  <a:gd name="csX16" fmla="*/ 7801 w 77017"/>
                  <a:gd name="csY16" fmla="*/ 12858 h 22746"/>
                  <a:gd name="csX17" fmla="*/ 3806 w 77017"/>
                  <a:gd name="csY17" fmla="*/ 11499 h 22746"/>
                  <a:gd name="csX18" fmla="*/ 1395 w 77017"/>
                  <a:gd name="csY18" fmla="*/ 9446 h 22746"/>
                  <a:gd name="csX19" fmla="*/ 603 w 77017"/>
                  <a:gd name="csY19" fmla="*/ 6318 h 22746"/>
                  <a:gd name="csX20" fmla="*/ 1586 w 77017"/>
                  <a:gd name="csY20" fmla="*/ 3064 h 22746"/>
                  <a:gd name="csX21" fmla="*/ 4440 w 77017"/>
                  <a:gd name="csY21" fmla="*/ 821 h 22746"/>
                  <a:gd name="csX22" fmla="*/ 8880 w 77017"/>
                  <a:gd name="csY22" fmla="*/ 0 h 22746"/>
                  <a:gd name="csX23" fmla="*/ 12527 w 77017"/>
                  <a:gd name="csY23" fmla="*/ 569 h 22746"/>
                  <a:gd name="csX24" fmla="*/ 15159 w 77017"/>
                  <a:gd name="csY24" fmla="*/ 2022 h 22746"/>
                  <a:gd name="csX25" fmla="*/ 16744 w 77017"/>
                  <a:gd name="csY25" fmla="*/ 3949 h 22746"/>
                  <a:gd name="csX26" fmla="*/ 17347 w 77017"/>
                  <a:gd name="csY26" fmla="*/ 5939 h 22746"/>
                  <a:gd name="csX27" fmla="*/ 17157 w 77017"/>
                  <a:gd name="csY27" fmla="*/ 6413 h 22746"/>
                  <a:gd name="csX28" fmla="*/ 16681 w 77017"/>
                  <a:gd name="csY28" fmla="*/ 6603 h 22746"/>
                  <a:gd name="csX29" fmla="*/ 13732 w 77017"/>
                  <a:gd name="csY29" fmla="*/ 6603 h 22746"/>
                  <a:gd name="csX30" fmla="*/ 13224 w 77017"/>
                  <a:gd name="csY30" fmla="*/ 6476 h 22746"/>
                  <a:gd name="csX31" fmla="*/ 12812 w 77017"/>
                  <a:gd name="csY31" fmla="*/ 6002 h 22746"/>
                  <a:gd name="csX32" fmla="*/ 11575 w 77017"/>
                  <a:gd name="csY32" fmla="*/ 4328 h 22746"/>
                  <a:gd name="csX33" fmla="*/ 8880 w 77017"/>
                  <a:gd name="csY33" fmla="*/ 3633 h 22746"/>
                  <a:gd name="csX34" fmla="*/ 6121 w 77017"/>
                  <a:gd name="csY34" fmla="*/ 4265 h 22746"/>
                  <a:gd name="csX35" fmla="*/ 5074 w 77017"/>
                  <a:gd name="csY35" fmla="*/ 6224 h 22746"/>
                  <a:gd name="csX36" fmla="*/ 5581 w 77017"/>
                  <a:gd name="csY36" fmla="*/ 7708 h 22746"/>
                  <a:gd name="csX37" fmla="*/ 7262 w 77017"/>
                  <a:gd name="csY37" fmla="*/ 8719 h 22746"/>
                  <a:gd name="csX38" fmla="*/ 10338 w 77017"/>
                  <a:gd name="csY38" fmla="*/ 9667 h 22746"/>
                  <a:gd name="csX39" fmla="*/ 14747 w 77017"/>
                  <a:gd name="csY39" fmla="*/ 11057 h 22746"/>
                  <a:gd name="csX40" fmla="*/ 17252 w 77017"/>
                  <a:gd name="csY40" fmla="*/ 13079 h 22746"/>
                  <a:gd name="csX41" fmla="*/ 18045 w 77017"/>
                  <a:gd name="csY41" fmla="*/ 16143 h 22746"/>
                  <a:gd name="csX42" fmla="*/ 16903 w 77017"/>
                  <a:gd name="csY42" fmla="*/ 19713 h 22746"/>
                  <a:gd name="csX43" fmla="*/ 13763 w 77017"/>
                  <a:gd name="csY43" fmla="*/ 21956 h 22746"/>
                  <a:gd name="csX44" fmla="*/ 9038 w 77017"/>
                  <a:gd name="csY44" fmla="*/ 22746 h 22746"/>
                  <a:gd name="csX45" fmla="*/ 28750 w 77017"/>
                  <a:gd name="csY45" fmla="*/ 22430 h 22746"/>
                  <a:gd name="csX46" fmla="*/ 25547 w 77017"/>
                  <a:gd name="csY46" fmla="*/ 21767 h 22746"/>
                  <a:gd name="csX47" fmla="*/ 23613 w 77017"/>
                  <a:gd name="csY47" fmla="*/ 19808 h 22746"/>
                  <a:gd name="csX48" fmla="*/ 22978 w 77017"/>
                  <a:gd name="csY48" fmla="*/ 16522 h 22746"/>
                  <a:gd name="csX49" fmla="*/ 22978 w 77017"/>
                  <a:gd name="csY49" fmla="*/ 9351 h 22746"/>
                  <a:gd name="csX50" fmla="*/ 20473 w 77017"/>
                  <a:gd name="csY50" fmla="*/ 9351 h 22746"/>
                  <a:gd name="csX51" fmla="*/ 19934 w 77017"/>
                  <a:gd name="csY51" fmla="*/ 9130 h 22746"/>
                  <a:gd name="csX52" fmla="*/ 19712 w 77017"/>
                  <a:gd name="csY52" fmla="*/ 8593 h 22746"/>
                  <a:gd name="csX53" fmla="*/ 19712 w 77017"/>
                  <a:gd name="csY53" fmla="*/ 6761 h 22746"/>
                  <a:gd name="csX54" fmla="*/ 19934 w 77017"/>
                  <a:gd name="csY54" fmla="*/ 6224 h 22746"/>
                  <a:gd name="csX55" fmla="*/ 20473 w 77017"/>
                  <a:gd name="csY55" fmla="*/ 6002 h 22746"/>
                  <a:gd name="csX56" fmla="*/ 22978 w 77017"/>
                  <a:gd name="csY56" fmla="*/ 6002 h 22746"/>
                  <a:gd name="csX57" fmla="*/ 22978 w 77017"/>
                  <a:gd name="csY57" fmla="*/ 758 h 22746"/>
                  <a:gd name="csX58" fmla="*/ 23169 w 77017"/>
                  <a:gd name="csY58" fmla="*/ 221 h 22746"/>
                  <a:gd name="csX59" fmla="*/ 23739 w 77017"/>
                  <a:gd name="csY59" fmla="*/ 0 h 22746"/>
                  <a:gd name="csX60" fmla="*/ 26308 w 77017"/>
                  <a:gd name="csY60" fmla="*/ 0 h 22746"/>
                  <a:gd name="csX61" fmla="*/ 26847 w 77017"/>
                  <a:gd name="csY61" fmla="*/ 221 h 22746"/>
                  <a:gd name="csX62" fmla="*/ 27069 w 77017"/>
                  <a:gd name="csY62" fmla="*/ 758 h 22746"/>
                  <a:gd name="csX63" fmla="*/ 27069 w 77017"/>
                  <a:gd name="csY63" fmla="*/ 6002 h 22746"/>
                  <a:gd name="csX64" fmla="*/ 31033 w 77017"/>
                  <a:gd name="csY64" fmla="*/ 6002 h 22746"/>
                  <a:gd name="csX65" fmla="*/ 31572 w 77017"/>
                  <a:gd name="csY65" fmla="*/ 6224 h 22746"/>
                  <a:gd name="csX66" fmla="*/ 31794 w 77017"/>
                  <a:gd name="csY66" fmla="*/ 6761 h 22746"/>
                  <a:gd name="csX67" fmla="*/ 31794 w 77017"/>
                  <a:gd name="csY67" fmla="*/ 8593 h 22746"/>
                  <a:gd name="csX68" fmla="*/ 31572 w 77017"/>
                  <a:gd name="csY68" fmla="*/ 9130 h 22746"/>
                  <a:gd name="csX69" fmla="*/ 31033 w 77017"/>
                  <a:gd name="csY69" fmla="*/ 9351 h 22746"/>
                  <a:gd name="csX70" fmla="*/ 27069 w 77017"/>
                  <a:gd name="csY70" fmla="*/ 9351 h 22746"/>
                  <a:gd name="csX71" fmla="*/ 27069 w 77017"/>
                  <a:gd name="csY71" fmla="*/ 16207 h 22746"/>
                  <a:gd name="csX72" fmla="*/ 27513 w 77017"/>
                  <a:gd name="csY72" fmla="*/ 18228 h 22746"/>
                  <a:gd name="csX73" fmla="*/ 29131 w 77017"/>
                  <a:gd name="csY73" fmla="*/ 18955 h 22746"/>
                  <a:gd name="csX74" fmla="*/ 31319 w 77017"/>
                  <a:gd name="csY74" fmla="*/ 18955 h 22746"/>
                  <a:gd name="csX75" fmla="*/ 31858 w 77017"/>
                  <a:gd name="csY75" fmla="*/ 19176 h 22746"/>
                  <a:gd name="csX76" fmla="*/ 32080 w 77017"/>
                  <a:gd name="csY76" fmla="*/ 19713 h 22746"/>
                  <a:gd name="csX77" fmla="*/ 32080 w 77017"/>
                  <a:gd name="csY77" fmla="*/ 21672 h 22746"/>
                  <a:gd name="csX78" fmla="*/ 31858 w 77017"/>
                  <a:gd name="csY78" fmla="*/ 22209 h 22746"/>
                  <a:gd name="csX79" fmla="*/ 31319 w 77017"/>
                  <a:gd name="csY79" fmla="*/ 22430 h 22746"/>
                  <a:gd name="csX80" fmla="*/ 28750 w 77017"/>
                  <a:gd name="csY80" fmla="*/ 22430 h 22746"/>
                  <a:gd name="csX81" fmla="*/ 39682 w 77017"/>
                  <a:gd name="csY81" fmla="*/ 22746 h 22746"/>
                  <a:gd name="csX82" fmla="*/ 36701 w 77017"/>
                  <a:gd name="csY82" fmla="*/ 22114 h 22746"/>
                  <a:gd name="csX83" fmla="*/ 34576 w 77017"/>
                  <a:gd name="csY83" fmla="*/ 20377 h 22746"/>
                  <a:gd name="csX84" fmla="*/ 33815 w 77017"/>
                  <a:gd name="csY84" fmla="*/ 17913 h 22746"/>
                  <a:gd name="csX85" fmla="*/ 35591 w 77017"/>
                  <a:gd name="csY85" fmla="*/ 14406 h 22746"/>
                  <a:gd name="csX86" fmla="*/ 40348 w 77017"/>
                  <a:gd name="csY86" fmla="*/ 12637 h 22746"/>
                  <a:gd name="csX87" fmla="*/ 44693 w 77017"/>
                  <a:gd name="csY87" fmla="*/ 12005 h 22746"/>
                  <a:gd name="csX88" fmla="*/ 44693 w 77017"/>
                  <a:gd name="csY88" fmla="*/ 11341 h 22746"/>
                  <a:gd name="csX89" fmla="*/ 44027 w 77017"/>
                  <a:gd name="csY89" fmla="*/ 9288 h 22746"/>
                  <a:gd name="csX90" fmla="*/ 41743 w 77017"/>
                  <a:gd name="csY90" fmla="*/ 8561 h 22746"/>
                  <a:gd name="csX91" fmla="*/ 39872 w 77017"/>
                  <a:gd name="csY91" fmla="*/ 9035 h 22746"/>
                  <a:gd name="csX92" fmla="*/ 38826 w 77017"/>
                  <a:gd name="csY92" fmla="*/ 10236 h 22746"/>
                  <a:gd name="csX93" fmla="*/ 38096 w 77017"/>
                  <a:gd name="csY93" fmla="*/ 10646 h 22746"/>
                  <a:gd name="csX94" fmla="*/ 35591 w 77017"/>
                  <a:gd name="csY94" fmla="*/ 10646 h 22746"/>
                  <a:gd name="csX95" fmla="*/ 35052 w 77017"/>
                  <a:gd name="csY95" fmla="*/ 10457 h 22746"/>
                  <a:gd name="csX96" fmla="*/ 34893 w 77017"/>
                  <a:gd name="csY96" fmla="*/ 9951 h 22746"/>
                  <a:gd name="csX97" fmla="*/ 35306 w 77017"/>
                  <a:gd name="csY97" fmla="*/ 8719 h 22746"/>
                  <a:gd name="csX98" fmla="*/ 36511 w 77017"/>
                  <a:gd name="csY98" fmla="*/ 7329 h 22746"/>
                  <a:gd name="csX99" fmla="*/ 38635 w 77017"/>
                  <a:gd name="csY99" fmla="*/ 6160 h 22746"/>
                  <a:gd name="csX100" fmla="*/ 41775 w 77017"/>
                  <a:gd name="csY100" fmla="*/ 5687 h 22746"/>
                  <a:gd name="csX101" fmla="*/ 45137 w 77017"/>
                  <a:gd name="csY101" fmla="*/ 6192 h 22746"/>
                  <a:gd name="csX102" fmla="*/ 47356 w 77017"/>
                  <a:gd name="csY102" fmla="*/ 7487 h 22746"/>
                  <a:gd name="csX103" fmla="*/ 48561 w 77017"/>
                  <a:gd name="csY103" fmla="*/ 9414 h 22746"/>
                  <a:gd name="csX104" fmla="*/ 48942 w 77017"/>
                  <a:gd name="csY104" fmla="*/ 11752 h 22746"/>
                  <a:gd name="csX105" fmla="*/ 48942 w 77017"/>
                  <a:gd name="csY105" fmla="*/ 21672 h 22746"/>
                  <a:gd name="csX106" fmla="*/ 48720 w 77017"/>
                  <a:gd name="csY106" fmla="*/ 22209 h 22746"/>
                  <a:gd name="csX107" fmla="*/ 48181 w 77017"/>
                  <a:gd name="csY107" fmla="*/ 22430 h 22746"/>
                  <a:gd name="csX108" fmla="*/ 45612 w 77017"/>
                  <a:gd name="csY108" fmla="*/ 22430 h 22746"/>
                  <a:gd name="csX109" fmla="*/ 45041 w 77017"/>
                  <a:gd name="csY109" fmla="*/ 22209 h 22746"/>
                  <a:gd name="csX110" fmla="*/ 44851 w 77017"/>
                  <a:gd name="csY110" fmla="*/ 21672 h 22746"/>
                  <a:gd name="csX111" fmla="*/ 44851 w 77017"/>
                  <a:gd name="csY111" fmla="*/ 20440 h 22746"/>
                  <a:gd name="csX112" fmla="*/ 43741 w 77017"/>
                  <a:gd name="csY112" fmla="*/ 21577 h 22746"/>
                  <a:gd name="csX113" fmla="*/ 42029 w 77017"/>
                  <a:gd name="csY113" fmla="*/ 22430 h 22746"/>
                  <a:gd name="csX114" fmla="*/ 39682 w 77017"/>
                  <a:gd name="csY114" fmla="*/ 22746 h 22746"/>
                  <a:gd name="csX115" fmla="*/ 40760 w 77017"/>
                  <a:gd name="csY115" fmla="*/ 19745 h 22746"/>
                  <a:gd name="csX116" fmla="*/ 42758 w 77017"/>
                  <a:gd name="csY116" fmla="*/ 19271 h 22746"/>
                  <a:gd name="csX117" fmla="*/ 44185 w 77017"/>
                  <a:gd name="csY117" fmla="*/ 17818 h 22746"/>
                  <a:gd name="csX118" fmla="*/ 44724 w 77017"/>
                  <a:gd name="csY118" fmla="*/ 15290 h 22746"/>
                  <a:gd name="csX119" fmla="*/ 44724 w 77017"/>
                  <a:gd name="csY119" fmla="*/ 14627 h 22746"/>
                  <a:gd name="csX120" fmla="*/ 41553 w 77017"/>
                  <a:gd name="csY120" fmla="*/ 15132 h 22746"/>
                  <a:gd name="csX121" fmla="*/ 38762 w 77017"/>
                  <a:gd name="csY121" fmla="*/ 16049 h 22746"/>
                  <a:gd name="csX122" fmla="*/ 37843 w 77017"/>
                  <a:gd name="csY122" fmla="*/ 17597 h 22746"/>
                  <a:gd name="csX123" fmla="*/ 38255 w 77017"/>
                  <a:gd name="csY123" fmla="*/ 18797 h 22746"/>
                  <a:gd name="csX124" fmla="*/ 39365 w 77017"/>
                  <a:gd name="csY124" fmla="*/ 19524 h 22746"/>
                  <a:gd name="csX125" fmla="*/ 40760 w 77017"/>
                  <a:gd name="csY125" fmla="*/ 19745 h 22746"/>
                  <a:gd name="csX126" fmla="*/ 53771 w 77017"/>
                  <a:gd name="csY126" fmla="*/ 22430 h 22746"/>
                  <a:gd name="csX127" fmla="*/ 53232 w 77017"/>
                  <a:gd name="csY127" fmla="*/ 22209 h 22746"/>
                  <a:gd name="csX128" fmla="*/ 53010 w 77017"/>
                  <a:gd name="csY128" fmla="*/ 21672 h 22746"/>
                  <a:gd name="csX129" fmla="*/ 53010 w 77017"/>
                  <a:gd name="csY129" fmla="*/ 6792 h 22746"/>
                  <a:gd name="csX130" fmla="*/ 53232 w 77017"/>
                  <a:gd name="csY130" fmla="*/ 6224 h 22746"/>
                  <a:gd name="csX131" fmla="*/ 53771 w 77017"/>
                  <a:gd name="csY131" fmla="*/ 6002 h 22746"/>
                  <a:gd name="csX132" fmla="*/ 56340 w 77017"/>
                  <a:gd name="csY132" fmla="*/ 6002 h 22746"/>
                  <a:gd name="csX133" fmla="*/ 56879 w 77017"/>
                  <a:gd name="csY133" fmla="*/ 6224 h 22746"/>
                  <a:gd name="csX134" fmla="*/ 57133 w 77017"/>
                  <a:gd name="csY134" fmla="*/ 6792 h 22746"/>
                  <a:gd name="csX135" fmla="*/ 57133 w 77017"/>
                  <a:gd name="csY135" fmla="*/ 8087 h 22746"/>
                  <a:gd name="csX136" fmla="*/ 59004 w 77017"/>
                  <a:gd name="csY136" fmla="*/ 6539 h 22746"/>
                  <a:gd name="csX137" fmla="*/ 61700 w 77017"/>
                  <a:gd name="csY137" fmla="*/ 6002 h 22746"/>
                  <a:gd name="csX138" fmla="*/ 63000 w 77017"/>
                  <a:gd name="csY138" fmla="*/ 6002 h 22746"/>
                  <a:gd name="csX139" fmla="*/ 63539 w 77017"/>
                  <a:gd name="csY139" fmla="*/ 6224 h 22746"/>
                  <a:gd name="csX140" fmla="*/ 63761 w 77017"/>
                  <a:gd name="csY140" fmla="*/ 6761 h 22746"/>
                  <a:gd name="csX141" fmla="*/ 63761 w 77017"/>
                  <a:gd name="csY141" fmla="*/ 9035 h 22746"/>
                  <a:gd name="csX142" fmla="*/ 63539 w 77017"/>
                  <a:gd name="csY142" fmla="*/ 9572 h 22746"/>
                  <a:gd name="csX143" fmla="*/ 63000 w 77017"/>
                  <a:gd name="csY143" fmla="*/ 9793 h 22746"/>
                  <a:gd name="csX144" fmla="*/ 60526 w 77017"/>
                  <a:gd name="csY144" fmla="*/ 9793 h 22746"/>
                  <a:gd name="csX145" fmla="*/ 58148 w 77017"/>
                  <a:gd name="csY145" fmla="*/ 10646 h 22746"/>
                  <a:gd name="csX146" fmla="*/ 57323 w 77017"/>
                  <a:gd name="csY146" fmla="*/ 12984 h 22746"/>
                  <a:gd name="csX147" fmla="*/ 57323 w 77017"/>
                  <a:gd name="csY147" fmla="*/ 21672 h 22746"/>
                  <a:gd name="csX148" fmla="*/ 57101 w 77017"/>
                  <a:gd name="csY148" fmla="*/ 22209 h 22746"/>
                  <a:gd name="csX149" fmla="*/ 56530 w 77017"/>
                  <a:gd name="csY149" fmla="*/ 22430 h 22746"/>
                  <a:gd name="csX150" fmla="*/ 53771 w 77017"/>
                  <a:gd name="csY150" fmla="*/ 22430 h 22746"/>
                  <a:gd name="csX151" fmla="*/ 73687 w 77017"/>
                  <a:gd name="csY151" fmla="*/ 22430 h 22746"/>
                  <a:gd name="csX152" fmla="*/ 70484 w 77017"/>
                  <a:gd name="csY152" fmla="*/ 21767 h 22746"/>
                  <a:gd name="csX153" fmla="*/ 68550 w 77017"/>
                  <a:gd name="csY153" fmla="*/ 19808 h 22746"/>
                  <a:gd name="csX154" fmla="*/ 67915 w 77017"/>
                  <a:gd name="csY154" fmla="*/ 16522 h 22746"/>
                  <a:gd name="csX155" fmla="*/ 67915 w 77017"/>
                  <a:gd name="csY155" fmla="*/ 9351 h 22746"/>
                  <a:gd name="csX156" fmla="*/ 65410 w 77017"/>
                  <a:gd name="csY156" fmla="*/ 9351 h 22746"/>
                  <a:gd name="csX157" fmla="*/ 64871 w 77017"/>
                  <a:gd name="csY157" fmla="*/ 9130 h 22746"/>
                  <a:gd name="csX158" fmla="*/ 64649 w 77017"/>
                  <a:gd name="csY158" fmla="*/ 8593 h 22746"/>
                  <a:gd name="csX159" fmla="*/ 64649 w 77017"/>
                  <a:gd name="csY159" fmla="*/ 6761 h 22746"/>
                  <a:gd name="csX160" fmla="*/ 64871 w 77017"/>
                  <a:gd name="csY160" fmla="*/ 6224 h 22746"/>
                  <a:gd name="csX161" fmla="*/ 65410 w 77017"/>
                  <a:gd name="csY161" fmla="*/ 6002 h 22746"/>
                  <a:gd name="csX162" fmla="*/ 67915 w 77017"/>
                  <a:gd name="csY162" fmla="*/ 6002 h 22746"/>
                  <a:gd name="csX163" fmla="*/ 67915 w 77017"/>
                  <a:gd name="csY163" fmla="*/ 758 h 22746"/>
                  <a:gd name="csX164" fmla="*/ 68106 w 77017"/>
                  <a:gd name="csY164" fmla="*/ 221 h 22746"/>
                  <a:gd name="csX165" fmla="*/ 68677 w 77017"/>
                  <a:gd name="csY165" fmla="*/ 0 h 22746"/>
                  <a:gd name="csX166" fmla="*/ 71245 w 77017"/>
                  <a:gd name="csY166" fmla="*/ 0 h 22746"/>
                  <a:gd name="csX167" fmla="*/ 71784 w 77017"/>
                  <a:gd name="csY167" fmla="*/ 221 h 22746"/>
                  <a:gd name="csX168" fmla="*/ 72006 w 77017"/>
                  <a:gd name="csY168" fmla="*/ 758 h 22746"/>
                  <a:gd name="csX169" fmla="*/ 72006 w 77017"/>
                  <a:gd name="csY169" fmla="*/ 6002 h 22746"/>
                  <a:gd name="csX170" fmla="*/ 75971 w 77017"/>
                  <a:gd name="csY170" fmla="*/ 6002 h 22746"/>
                  <a:gd name="csX171" fmla="*/ 76510 w 77017"/>
                  <a:gd name="csY171" fmla="*/ 6224 h 22746"/>
                  <a:gd name="csX172" fmla="*/ 76732 w 77017"/>
                  <a:gd name="csY172" fmla="*/ 6761 h 22746"/>
                  <a:gd name="csX173" fmla="*/ 76732 w 77017"/>
                  <a:gd name="csY173" fmla="*/ 8593 h 22746"/>
                  <a:gd name="csX174" fmla="*/ 76510 w 77017"/>
                  <a:gd name="csY174" fmla="*/ 9130 h 22746"/>
                  <a:gd name="csX175" fmla="*/ 75971 w 77017"/>
                  <a:gd name="csY175" fmla="*/ 9351 h 22746"/>
                  <a:gd name="csX176" fmla="*/ 72006 w 77017"/>
                  <a:gd name="csY176" fmla="*/ 9351 h 22746"/>
                  <a:gd name="csX177" fmla="*/ 72006 w 77017"/>
                  <a:gd name="csY177" fmla="*/ 16207 h 22746"/>
                  <a:gd name="csX178" fmla="*/ 72450 w 77017"/>
                  <a:gd name="csY178" fmla="*/ 18228 h 22746"/>
                  <a:gd name="csX179" fmla="*/ 74068 w 77017"/>
                  <a:gd name="csY179" fmla="*/ 18955 h 22746"/>
                  <a:gd name="csX180" fmla="*/ 76256 w 77017"/>
                  <a:gd name="csY180" fmla="*/ 18955 h 22746"/>
                  <a:gd name="csX181" fmla="*/ 76795 w 77017"/>
                  <a:gd name="csY181" fmla="*/ 19176 h 22746"/>
                  <a:gd name="csX182" fmla="*/ 77017 w 77017"/>
                  <a:gd name="csY182" fmla="*/ 19713 h 22746"/>
                  <a:gd name="csX183" fmla="*/ 77017 w 77017"/>
                  <a:gd name="csY183" fmla="*/ 21672 h 22746"/>
                  <a:gd name="csX184" fmla="*/ 76795 w 77017"/>
                  <a:gd name="csY184" fmla="*/ 22209 h 22746"/>
                  <a:gd name="csX185" fmla="*/ 76256 w 77017"/>
                  <a:gd name="csY185" fmla="*/ 22430 h 22746"/>
                  <a:gd name="csX186" fmla="*/ 73687 w 77017"/>
                  <a:gd name="csY186" fmla="*/ 22430 h 22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Lst>
                <a:rect l="l" t="t" r="r" b="b"/>
                <a:pathLst>
                  <a:path w="77017" h="22746">
                    <a:moveTo>
                      <a:pt x="9038" y="22746"/>
                    </a:moveTo>
                    <a:cubicBezTo>
                      <a:pt x="7072" y="22746"/>
                      <a:pt x="5423" y="22462"/>
                      <a:pt x="4091" y="21893"/>
                    </a:cubicBezTo>
                    <a:cubicBezTo>
                      <a:pt x="2779" y="21304"/>
                      <a:pt x="1776" y="20546"/>
                      <a:pt x="1078" y="19618"/>
                    </a:cubicBezTo>
                    <a:cubicBezTo>
                      <a:pt x="401" y="18671"/>
                      <a:pt x="43" y="17680"/>
                      <a:pt x="0" y="16649"/>
                    </a:cubicBezTo>
                    <a:cubicBezTo>
                      <a:pt x="0" y="16459"/>
                      <a:pt x="63" y="16301"/>
                      <a:pt x="190" y="16175"/>
                    </a:cubicBezTo>
                    <a:cubicBezTo>
                      <a:pt x="317" y="16049"/>
                      <a:pt x="476" y="15985"/>
                      <a:pt x="666" y="15985"/>
                    </a:cubicBezTo>
                    <a:lnTo>
                      <a:pt x="3488" y="15985"/>
                    </a:lnTo>
                    <a:cubicBezTo>
                      <a:pt x="3763" y="15985"/>
                      <a:pt x="3964" y="16049"/>
                      <a:pt x="4091" y="16175"/>
                    </a:cubicBezTo>
                    <a:cubicBezTo>
                      <a:pt x="4238" y="16281"/>
                      <a:pt x="4365" y="16416"/>
                      <a:pt x="4472" y="16586"/>
                    </a:cubicBezTo>
                    <a:cubicBezTo>
                      <a:pt x="4598" y="16985"/>
                      <a:pt x="4841" y="17387"/>
                      <a:pt x="5201" y="17786"/>
                    </a:cubicBezTo>
                    <a:cubicBezTo>
                      <a:pt x="5561" y="18165"/>
                      <a:pt x="6046" y="18481"/>
                      <a:pt x="6660" y="18734"/>
                    </a:cubicBezTo>
                    <a:cubicBezTo>
                      <a:pt x="7294" y="18987"/>
                      <a:pt x="8087" y="19113"/>
                      <a:pt x="9038" y="19113"/>
                    </a:cubicBezTo>
                    <a:cubicBezTo>
                      <a:pt x="10560" y="19113"/>
                      <a:pt x="11691" y="18860"/>
                      <a:pt x="12431" y="18355"/>
                    </a:cubicBezTo>
                    <a:cubicBezTo>
                      <a:pt x="13193" y="17849"/>
                      <a:pt x="13573" y="17166"/>
                      <a:pt x="13573" y="16301"/>
                    </a:cubicBezTo>
                    <a:cubicBezTo>
                      <a:pt x="13573" y="15690"/>
                      <a:pt x="13372" y="15206"/>
                      <a:pt x="12971" y="14848"/>
                    </a:cubicBezTo>
                    <a:cubicBezTo>
                      <a:pt x="12570" y="14469"/>
                      <a:pt x="11944" y="14132"/>
                      <a:pt x="11100" y="13837"/>
                    </a:cubicBezTo>
                    <a:cubicBezTo>
                      <a:pt x="10275" y="13521"/>
                      <a:pt x="9176" y="13195"/>
                      <a:pt x="7801" y="12858"/>
                    </a:cubicBezTo>
                    <a:cubicBezTo>
                      <a:pt x="6216" y="12479"/>
                      <a:pt x="4884" y="12026"/>
                      <a:pt x="3806" y="11499"/>
                    </a:cubicBezTo>
                    <a:cubicBezTo>
                      <a:pt x="2748" y="10952"/>
                      <a:pt x="1946" y="10267"/>
                      <a:pt x="1395" y="9446"/>
                    </a:cubicBezTo>
                    <a:cubicBezTo>
                      <a:pt x="868" y="8625"/>
                      <a:pt x="603" y="7582"/>
                      <a:pt x="603" y="6318"/>
                    </a:cubicBezTo>
                    <a:cubicBezTo>
                      <a:pt x="603" y="5097"/>
                      <a:pt x="931" y="4012"/>
                      <a:pt x="1586" y="3064"/>
                    </a:cubicBezTo>
                    <a:cubicBezTo>
                      <a:pt x="2263" y="2117"/>
                      <a:pt x="3214" y="1369"/>
                      <a:pt x="4440" y="821"/>
                    </a:cubicBezTo>
                    <a:cubicBezTo>
                      <a:pt x="5688" y="274"/>
                      <a:pt x="7167" y="0"/>
                      <a:pt x="8880" y="0"/>
                    </a:cubicBezTo>
                    <a:cubicBezTo>
                      <a:pt x="10255" y="0"/>
                      <a:pt x="11469" y="190"/>
                      <a:pt x="12527" y="569"/>
                    </a:cubicBezTo>
                    <a:cubicBezTo>
                      <a:pt x="13584" y="927"/>
                      <a:pt x="14461" y="1411"/>
                      <a:pt x="15159" y="2022"/>
                    </a:cubicBezTo>
                    <a:cubicBezTo>
                      <a:pt x="15856" y="2612"/>
                      <a:pt x="16384" y="3254"/>
                      <a:pt x="16744" y="3949"/>
                    </a:cubicBezTo>
                    <a:cubicBezTo>
                      <a:pt x="17125" y="4623"/>
                      <a:pt x="17327" y="5286"/>
                      <a:pt x="17347" y="5939"/>
                    </a:cubicBezTo>
                    <a:cubicBezTo>
                      <a:pt x="17347" y="6108"/>
                      <a:pt x="17284" y="6266"/>
                      <a:pt x="17157" y="6413"/>
                    </a:cubicBezTo>
                    <a:cubicBezTo>
                      <a:pt x="17050" y="6539"/>
                      <a:pt x="16892" y="6603"/>
                      <a:pt x="16681" y="6603"/>
                    </a:cubicBezTo>
                    <a:lnTo>
                      <a:pt x="13732" y="6603"/>
                    </a:lnTo>
                    <a:cubicBezTo>
                      <a:pt x="13562" y="6603"/>
                      <a:pt x="13394" y="6560"/>
                      <a:pt x="13224" y="6476"/>
                    </a:cubicBezTo>
                    <a:cubicBezTo>
                      <a:pt x="13054" y="6392"/>
                      <a:pt x="12918" y="6234"/>
                      <a:pt x="12812" y="6002"/>
                    </a:cubicBezTo>
                    <a:cubicBezTo>
                      <a:pt x="12685" y="5350"/>
                      <a:pt x="12273" y="4791"/>
                      <a:pt x="11575" y="4328"/>
                    </a:cubicBezTo>
                    <a:cubicBezTo>
                      <a:pt x="10878" y="3865"/>
                      <a:pt x="9978" y="3633"/>
                      <a:pt x="8880" y="3633"/>
                    </a:cubicBezTo>
                    <a:cubicBezTo>
                      <a:pt x="7738" y="3633"/>
                      <a:pt x="6818" y="3844"/>
                      <a:pt x="6121" y="4265"/>
                    </a:cubicBezTo>
                    <a:cubicBezTo>
                      <a:pt x="5423" y="4686"/>
                      <a:pt x="5074" y="5339"/>
                      <a:pt x="5074" y="6224"/>
                    </a:cubicBezTo>
                    <a:cubicBezTo>
                      <a:pt x="5074" y="6813"/>
                      <a:pt x="5244" y="7308"/>
                      <a:pt x="5581" y="7708"/>
                    </a:cubicBezTo>
                    <a:cubicBezTo>
                      <a:pt x="5942" y="8087"/>
                      <a:pt x="6501" y="8424"/>
                      <a:pt x="7262" y="8719"/>
                    </a:cubicBezTo>
                    <a:cubicBezTo>
                      <a:pt x="8044" y="9014"/>
                      <a:pt x="9070" y="9330"/>
                      <a:pt x="10338" y="9667"/>
                    </a:cubicBezTo>
                    <a:cubicBezTo>
                      <a:pt x="12135" y="10067"/>
                      <a:pt x="13605" y="10531"/>
                      <a:pt x="14747" y="11057"/>
                    </a:cubicBezTo>
                    <a:cubicBezTo>
                      <a:pt x="15888" y="11584"/>
                      <a:pt x="16724" y="12258"/>
                      <a:pt x="17252" y="13079"/>
                    </a:cubicBezTo>
                    <a:cubicBezTo>
                      <a:pt x="17780" y="13879"/>
                      <a:pt x="18045" y="14901"/>
                      <a:pt x="18045" y="16143"/>
                    </a:cubicBezTo>
                    <a:cubicBezTo>
                      <a:pt x="18045" y="17533"/>
                      <a:pt x="17664" y="18723"/>
                      <a:pt x="16903" y="19713"/>
                    </a:cubicBezTo>
                    <a:cubicBezTo>
                      <a:pt x="16162" y="20681"/>
                      <a:pt x="15116" y="21430"/>
                      <a:pt x="13763" y="21956"/>
                    </a:cubicBezTo>
                    <a:cubicBezTo>
                      <a:pt x="12411" y="22482"/>
                      <a:pt x="10834" y="22746"/>
                      <a:pt x="9038" y="22746"/>
                    </a:cubicBezTo>
                    <a:close/>
                    <a:moveTo>
                      <a:pt x="28750" y="22430"/>
                    </a:moveTo>
                    <a:cubicBezTo>
                      <a:pt x="27481" y="22430"/>
                      <a:pt x="26415" y="22209"/>
                      <a:pt x="25547" y="21767"/>
                    </a:cubicBezTo>
                    <a:cubicBezTo>
                      <a:pt x="24682" y="21324"/>
                      <a:pt x="24036" y="20672"/>
                      <a:pt x="23613" y="19808"/>
                    </a:cubicBezTo>
                    <a:cubicBezTo>
                      <a:pt x="23191" y="18923"/>
                      <a:pt x="22978" y="17829"/>
                      <a:pt x="22978" y="16522"/>
                    </a:cubicBezTo>
                    <a:lnTo>
                      <a:pt x="22978" y="9351"/>
                    </a:lnTo>
                    <a:lnTo>
                      <a:pt x="20473" y="9351"/>
                    </a:lnTo>
                    <a:cubicBezTo>
                      <a:pt x="20262" y="9351"/>
                      <a:pt x="20083" y="9277"/>
                      <a:pt x="19934" y="9130"/>
                    </a:cubicBezTo>
                    <a:cubicBezTo>
                      <a:pt x="19787" y="8983"/>
                      <a:pt x="19712" y="8803"/>
                      <a:pt x="19712" y="8593"/>
                    </a:cubicBezTo>
                    <a:lnTo>
                      <a:pt x="19712" y="6761"/>
                    </a:lnTo>
                    <a:cubicBezTo>
                      <a:pt x="19712" y="6550"/>
                      <a:pt x="19787" y="6371"/>
                      <a:pt x="19934" y="6224"/>
                    </a:cubicBezTo>
                    <a:cubicBezTo>
                      <a:pt x="20083" y="6076"/>
                      <a:pt x="20262" y="6002"/>
                      <a:pt x="20473" y="6002"/>
                    </a:cubicBezTo>
                    <a:lnTo>
                      <a:pt x="22978" y="6002"/>
                    </a:lnTo>
                    <a:lnTo>
                      <a:pt x="22978" y="758"/>
                    </a:lnTo>
                    <a:cubicBezTo>
                      <a:pt x="22978" y="548"/>
                      <a:pt x="23042" y="368"/>
                      <a:pt x="23169" y="221"/>
                    </a:cubicBezTo>
                    <a:cubicBezTo>
                      <a:pt x="23318" y="74"/>
                      <a:pt x="23508" y="0"/>
                      <a:pt x="23739" y="0"/>
                    </a:cubicBezTo>
                    <a:lnTo>
                      <a:pt x="26308" y="0"/>
                    </a:lnTo>
                    <a:cubicBezTo>
                      <a:pt x="26521" y="0"/>
                      <a:pt x="26700" y="74"/>
                      <a:pt x="26847" y="221"/>
                    </a:cubicBezTo>
                    <a:cubicBezTo>
                      <a:pt x="26997" y="368"/>
                      <a:pt x="27069" y="548"/>
                      <a:pt x="27069" y="758"/>
                    </a:cubicBezTo>
                    <a:lnTo>
                      <a:pt x="27069" y="6002"/>
                    </a:lnTo>
                    <a:lnTo>
                      <a:pt x="31033" y="6002"/>
                    </a:lnTo>
                    <a:cubicBezTo>
                      <a:pt x="31246" y="6002"/>
                      <a:pt x="31425" y="6076"/>
                      <a:pt x="31572" y="6224"/>
                    </a:cubicBezTo>
                    <a:cubicBezTo>
                      <a:pt x="31722" y="6371"/>
                      <a:pt x="31794" y="6550"/>
                      <a:pt x="31794" y="6761"/>
                    </a:cubicBezTo>
                    <a:lnTo>
                      <a:pt x="31794" y="8593"/>
                    </a:lnTo>
                    <a:cubicBezTo>
                      <a:pt x="31794" y="8803"/>
                      <a:pt x="31722" y="8983"/>
                      <a:pt x="31572" y="9130"/>
                    </a:cubicBezTo>
                    <a:cubicBezTo>
                      <a:pt x="31425" y="9277"/>
                      <a:pt x="31246" y="9351"/>
                      <a:pt x="31033" y="9351"/>
                    </a:cubicBezTo>
                    <a:lnTo>
                      <a:pt x="27069" y="9351"/>
                    </a:lnTo>
                    <a:lnTo>
                      <a:pt x="27069" y="16207"/>
                    </a:lnTo>
                    <a:cubicBezTo>
                      <a:pt x="27069" y="17071"/>
                      <a:pt x="27219" y="17743"/>
                      <a:pt x="27513" y="18228"/>
                    </a:cubicBezTo>
                    <a:cubicBezTo>
                      <a:pt x="27830" y="18714"/>
                      <a:pt x="28369" y="18955"/>
                      <a:pt x="29131" y="18955"/>
                    </a:cubicBezTo>
                    <a:lnTo>
                      <a:pt x="31319" y="18955"/>
                    </a:lnTo>
                    <a:cubicBezTo>
                      <a:pt x="31532" y="18955"/>
                      <a:pt x="31711" y="19029"/>
                      <a:pt x="31858" y="19176"/>
                    </a:cubicBezTo>
                    <a:cubicBezTo>
                      <a:pt x="32007" y="19323"/>
                      <a:pt x="32080" y="19503"/>
                      <a:pt x="32080" y="19713"/>
                    </a:cubicBezTo>
                    <a:lnTo>
                      <a:pt x="32080" y="21672"/>
                    </a:lnTo>
                    <a:cubicBezTo>
                      <a:pt x="32080" y="21882"/>
                      <a:pt x="32007" y="22062"/>
                      <a:pt x="31858" y="22209"/>
                    </a:cubicBezTo>
                    <a:cubicBezTo>
                      <a:pt x="31711" y="22356"/>
                      <a:pt x="31532" y="22430"/>
                      <a:pt x="31319" y="22430"/>
                    </a:cubicBezTo>
                    <a:lnTo>
                      <a:pt x="28750" y="22430"/>
                    </a:lnTo>
                    <a:close/>
                    <a:moveTo>
                      <a:pt x="39682" y="22746"/>
                    </a:moveTo>
                    <a:cubicBezTo>
                      <a:pt x="38583" y="22746"/>
                      <a:pt x="37589" y="22536"/>
                      <a:pt x="36701" y="22114"/>
                    </a:cubicBezTo>
                    <a:cubicBezTo>
                      <a:pt x="35813" y="21672"/>
                      <a:pt x="35106" y="21092"/>
                      <a:pt x="34576" y="20377"/>
                    </a:cubicBezTo>
                    <a:cubicBezTo>
                      <a:pt x="34069" y="19639"/>
                      <a:pt x="33815" y="18817"/>
                      <a:pt x="33815" y="17913"/>
                    </a:cubicBezTo>
                    <a:cubicBezTo>
                      <a:pt x="33815" y="16439"/>
                      <a:pt x="34409" y="15269"/>
                      <a:pt x="35591" y="14406"/>
                    </a:cubicBezTo>
                    <a:cubicBezTo>
                      <a:pt x="36796" y="13521"/>
                      <a:pt x="38382" y="12932"/>
                      <a:pt x="40348" y="12637"/>
                    </a:cubicBezTo>
                    <a:lnTo>
                      <a:pt x="44693" y="12005"/>
                    </a:lnTo>
                    <a:lnTo>
                      <a:pt x="44693" y="11341"/>
                    </a:lnTo>
                    <a:cubicBezTo>
                      <a:pt x="44693" y="10457"/>
                      <a:pt x="44471" y="9772"/>
                      <a:pt x="44027" y="9288"/>
                    </a:cubicBezTo>
                    <a:cubicBezTo>
                      <a:pt x="43583" y="8803"/>
                      <a:pt x="42821" y="8561"/>
                      <a:pt x="41743" y="8561"/>
                    </a:cubicBezTo>
                    <a:cubicBezTo>
                      <a:pt x="40982" y="8561"/>
                      <a:pt x="40359" y="8719"/>
                      <a:pt x="39872" y="9035"/>
                    </a:cubicBezTo>
                    <a:cubicBezTo>
                      <a:pt x="39408" y="9330"/>
                      <a:pt x="39059" y="9730"/>
                      <a:pt x="38826" y="10236"/>
                    </a:cubicBezTo>
                    <a:cubicBezTo>
                      <a:pt x="38658" y="10509"/>
                      <a:pt x="38413" y="10646"/>
                      <a:pt x="38096" y="10646"/>
                    </a:cubicBezTo>
                    <a:lnTo>
                      <a:pt x="35591" y="10646"/>
                    </a:lnTo>
                    <a:cubicBezTo>
                      <a:pt x="35360" y="10646"/>
                      <a:pt x="35179" y="10583"/>
                      <a:pt x="35052" y="10457"/>
                    </a:cubicBezTo>
                    <a:cubicBezTo>
                      <a:pt x="34948" y="10330"/>
                      <a:pt x="34893" y="10162"/>
                      <a:pt x="34893" y="9951"/>
                    </a:cubicBezTo>
                    <a:cubicBezTo>
                      <a:pt x="34916" y="9614"/>
                      <a:pt x="35052" y="9204"/>
                      <a:pt x="35306" y="8719"/>
                    </a:cubicBezTo>
                    <a:cubicBezTo>
                      <a:pt x="35559" y="8235"/>
                      <a:pt x="35962" y="7772"/>
                      <a:pt x="36511" y="7329"/>
                    </a:cubicBezTo>
                    <a:cubicBezTo>
                      <a:pt x="37061" y="6866"/>
                      <a:pt x="37770" y="6476"/>
                      <a:pt x="38635" y="6160"/>
                    </a:cubicBezTo>
                    <a:cubicBezTo>
                      <a:pt x="39503" y="5844"/>
                      <a:pt x="40549" y="5687"/>
                      <a:pt x="41775" y="5687"/>
                    </a:cubicBezTo>
                    <a:cubicBezTo>
                      <a:pt x="43107" y="5687"/>
                      <a:pt x="44228" y="5855"/>
                      <a:pt x="45137" y="6192"/>
                    </a:cubicBezTo>
                    <a:cubicBezTo>
                      <a:pt x="46068" y="6508"/>
                      <a:pt x="46808" y="6940"/>
                      <a:pt x="47356" y="7487"/>
                    </a:cubicBezTo>
                    <a:cubicBezTo>
                      <a:pt x="47907" y="8035"/>
                      <a:pt x="48308" y="8677"/>
                      <a:pt x="48561" y="9414"/>
                    </a:cubicBezTo>
                    <a:cubicBezTo>
                      <a:pt x="48815" y="10152"/>
                      <a:pt x="48942" y="10931"/>
                      <a:pt x="48942" y="11752"/>
                    </a:cubicBezTo>
                    <a:lnTo>
                      <a:pt x="48942" y="21672"/>
                    </a:lnTo>
                    <a:cubicBezTo>
                      <a:pt x="48942" y="21882"/>
                      <a:pt x="48870" y="22062"/>
                      <a:pt x="48720" y="22209"/>
                    </a:cubicBezTo>
                    <a:cubicBezTo>
                      <a:pt x="48573" y="22356"/>
                      <a:pt x="48394" y="22430"/>
                      <a:pt x="48181" y="22430"/>
                    </a:cubicBezTo>
                    <a:lnTo>
                      <a:pt x="45612" y="22430"/>
                    </a:lnTo>
                    <a:cubicBezTo>
                      <a:pt x="45381" y="22430"/>
                      <a:pt x="45191" y="22356"/>
                      <a:pt x="45041" y="22209"/>
                    </a:cubicBezTo>
                    <a:cubicBezTo>
                      <a:pt x="44915" y="22062"/>
                      <a:pt x="44851" y="21882"/>
                      <a:pt x="44851" y="21672"/>
                    </a:cubicBezTo>
                    <a:lnTo>
                      <a:pt x="44851" y="20440"/>
                    </a:lnTo>
                    <a:cubicBezTo>
                      <a:pt x="44577" y="20839"/>
                      <a:pt x="44208" y="21218"/>
                      <a:pt x="43741" y="21577"/>
                    </a:cubicBezTo>
                    <a:cubicBezTo>
                      <a:pt x="43277" y="21913"/>
                      <a:pt x="42706" y="22198"/>
                      <a:pt x="42029" y="22430"/>
                    </a:cubicBezTo>
                    <a:cubicBezTo>
                      <a:pt x="41374" y="22640"/>
                      <a:pt x="40593" y="22746"/>
                      <a:pt x="39682" y="22746"/>
                    </a:cubicBezTo>
                    <a:close/>
                    <a:moveTo>
                      <a:pt x="40760" y="19745"/>
                    </a:moveTo>
                    <a:cubicBezTo>
                      <a:pt x="41501" y="19745"/>
                      <a:pt x="42167" y="19587"/>
                      <a:pt x="42758" y="19271"/>
                    </a:cubicBezTo>
                    <a:cubicBezTo>
                      <a:pt x="43372" y="18955"/>
                      <a:pt x="43848" y="18470"/>
                      <a:pt x="44185" y="17818"/>
                    </a:cubicBezTo>
                    <a:cubicBezTo>
                      <a:pt x="44545" y="17143"/>
                      <a:pt x="44724" y="16301"/>
                      <a:pt x="44724" y="15290"/>
                    </a:cubicBezTo>
                    <a:lnTo>
                      <a:pt x="44724" y="14627"/>
                    </a:lnTo>
                    <a:lnTo>
                      <a:pt x="41553" y="15132"/>
                    </a:lnTo>
                    <a:cubicBezTo>
                      <a:pt x="40307" y="15322"/>
                      <a:pt x="39376" y="15627"/>
                      <a:pt x="38762" y="16049"/>
                    </a:cubicBezTo>
                    <a:cubicBezTo>
                      <a:pt x="38151" y="16471"/>
                      <a:pt x="37843" y="16985"/>
                      <a:pt x="37843" y="17597"/>
                    </a:cubicBezTo>
                    <a:cubicBezTo>
                      <a:pt x="37843" y="18059"/>
                      <a:pt x="37981" y="18461"/>
                      <a:pt x="38255" y="18797"/>
                    </a:cubicBezTo>
                    <a:cubicBezTo>
                      <a:pt x="38552" y="19113"/>
                      <a:pt x="38921" y="19354"/>
                      <a:pt x="39365" y="19524"/>
                    </a:cubicBezTo>
                    <a:cubicBezTo>
                      <a:pt x="39809" y="19670"/>
                      <a:pt x="40275" y="19745"/>
                      <a:pt x="40760" y="19745"/>
                    </a:cubicBezTo>
                    <a:close/>
                    <a:moveTo>
                      <a:pt x="53771" y="22430"/>
                    </a:moveTo>
                    <a:cubicBezTo>
                      <a:pt x="53561" y="22430"/>
                      <a:pt x="53382" y="22356"/>
                      <a:pt x="53232" y="22209"/>
                    </a:cubicBezTo>
                    <a:cubicBezTo>
                      <a:pt x="53085" y="22062"/>
                      <a:pt x="53010" y="21882"/>
                      <a:pt x="53010" y="21672"/>
                    </a:cubicBezTo>
                    <a:lnTo>
                      <a:pt x="53010" y="6792"/>
                    </a:lnTo>
                    <a:cubicBezTo>
                      <a:pt x="53010" y="6560"/>
                      <a:pt x="53085" y="6371"/>
                      <a:pt x="53232" y="6224"/>
                    </a:cubicBezTo>
                    <a:cubicBezTo>
                      <a:pt x="53382" y="6076"/>
                      <a:pt x="53561" y="6002"/>
                      <a:pt x="53771" y="6002"/>
                    </a:cubicBezTo>
                    <a:lnTo>
                      <a:pt x="56340" y="6002"/>
                    </a:lnTo>
                    <a:cubicBezTo>
                      <a:pt x="56553" y="6002"/>
                      <a:pt x="56732" y="6076"/>
                      <a:pt x="56879" y="6224"/>
                    </a:cubicBezTo>
                    <a:cubicBezTo>
                      <a:pt x="57049" y="6371"/>
                      <a:pt x="57133" y="6560"/>
                      <a:pt x="57133" y="6792"/>
                    </a:cubicBezTo>
                    <a:lnTo>
                      <a:pt x="57133" y="8087"/>
                    </a:lnTo>
                    <a:cubicBezTo>
                      <a:pt x="57620" y="7413"/>
                      <a:pt x="58243" y="6898"/>
                      <a:pt x="59004" y="6539"/>
                    </a:cubicBezTo>
                    <a:cubicBezTo>
                      <a:pt x="59788" y="6181"/>
                      <a:pt x="60685" y="6002"/>
                      <a:pt x="61700" y="6002"/>
                    </a:cubicBezTo>
                    <a:lnTo>
                      <a:pt x="63000" y="6002"/>
                    </a:lnTo>
                    <a:cubicBezTo>
                      <a:pt x="63233" y="6002"/>
                      <a:pt x="63412" y="6076"/>
                      <a:pt x="63539" y="6224"/>
                    </a:cubicBezTo>
                    <a:cubicBezTo>
                      <a:pt x="63689" y="6371"/>
                      <a:pt x="63761" y="6550"/>
                      <a:pt x="63761" y="6761"/>
                    </a:cubicBezTo>
                    <a:lnTo>
                      <a:pt x="63761" y="9035"/>
                    </a:lnTo>
                    <a:cubicBezTo>
                      <a:pt x="63761" y="9246"/>
                      <a:pt x="63689" y="9425"/>
                      <a:pt x="63539" y="9572"/>
                    </a:cubicBezTo>
                    <a:cubicBezTo>
                      <a:pt x="63412" y="9720"/>
                      <a:pt x="63233" y="9793"/>
                      <a:pt x="63000" y="9793"/>
                    </a:cubicBezTo>
                    <a:lnTo>
                      <a:pt x="60526" y="9793"/>
                    </a:lnTo>
                    <a:cubicBezTo>
                      <a:pt x="59512" y="9793"/>
                      <a:pt x="58719" y="10078"/>
                      <a:pt x="58148" y="10646"/>
                    </a:cubicBezTo>
                    <a:cubicBezTo>
                      <a:pt x="57600" y="11215"/>
                      <a:pt x="57323" y="11994"/>
                      <a:pt x="57323" y="12984"/>
                    </a:cubicBezTo>
                    <a:lnTo>
                      <a:pt x="57323" y="21672"/>
                    </a:lnTo>
                    <a:cubicBezTo>
                      <a:pt x="57323" y="21882"/>
                      <a:pt x="57251" y="22062"/>
                      <a:pt x="57101" y="22209"/>
                    </a:cubicBezTo>
                    <a:cubicBezTo>
                      <a:pt x="56954" y="22356"/>
                      <a:pt x="56764" y="22430"/>
                      <a:pt x="56530" y="22430"/>
                    </a:cubicBezTo>
                    <a:lnTo>
                      <a:pt x="53771" y="22430"/>
                    </a:lnTo>
                    <a:close/>
                    <a:moveTo>
                      <a:pt x="73687" y="22430"/>
                    </a:moveTo>
                    <a:cubicBezTo>
                      <a:pt x="72419" y="22430"/>
                      <a:pt x="71352" y="22209"/>
                      <a:pt x="70484" y="21767"/>
                    </a:cubicBezTo>
                    <a:cubicBezTo>
                      <a:pt x="69619" y="21324"/>
                      <a:pt x="68973" y="20672"/>
                      <a:pt x="68550" y="19808"/>
                    </a:cubicBezTo>
                    <a:cubicBezTo>
                      <a:pt x="68128" y="18923"/>
                      <a:pt x="67915" y="17829"/>
                      <a:pt x="67915" y="16522"/>
                    </a:cubicBezTo>
                    <a:lnTo>
                      <a:pt x="67915" y="9351"/>
                    </a:lnTo>
                    <a:lnTo>
                      <a:pt x="65410" y="9351"/>
                    </a:lnTo>
                    <a:cubicBezTo>
                      <a:pt x="65199" y="9351"/>
                      <a:pt x="65021" y="9277"/>
                      <a:pt x="64871" y="9130"/>
                    </a:cubicBezTo>
                    <a:cubicBezTo>
                      <a:pt x="64724" y="8983"/>
                      <a:pt x="64649" y="8803"/>
                      <a:pt x="64649" y="8593"/>
                    </a:cubicBezTo>
                    <a:lnTo>
                      <a:pt x="64649" y="6761"/>
                    </a:lnTo>
                    <a:cubicBezTo>
                      <a:pt x="64649" y="6550"/>
                      <a:pt x="64724" y="6371"/>
                      <a:pt x="64871" y="6224"/>
                    </a:cubicBezTo>
                    <a:cubicBezTo>
                      <a:pt x="65021" y="6076"/>
                      <a:pt x="65199" y="6002"/>
                      <a:pt x="65410" y="6002"/>
                    </a:cubicBezTo>
                    <a:lnTo>
                      <a:pt x="67915" y="6002"/>
                    </a:lnTo>
                    <a:lnTo>
                      <a:pt x="67915" y="758"/>
                    </a:lnTo>
                    <a:cubicBezTo>
                      <a:pt x="67915" y="548"/>
                      <a:pt x="67979" y="368"/>
                      <a:pt x="68106" y="221"/>
                    </a:cubicBezTo>
                    <a:cubicBezTo>
                      <a:pt x="68255" y="74"/>
                      <a:pt x="68446" y="0"/>
                      <a:pt x="68677" y="0"/>
                    </a:cubicBezTo>
                    <a:lnTo>
                      <a:pt x="71245" y="0"/>
                    </a:lnTo>
                    <a:cubicBezTo>
                      <a:pt x="71458" y="0"/>
                      <a:pt x="71637" y="74"/>
                      <a:pt x="71784" y="221"/>
                    </a:cubicBezTo>
                    <a:cubicBezTo>
                      <a:pt x="71934" y="368"/>
                      <a:pt x="72006" y="548"/>
                      <a:pt x="72006" y="758"/>
                    </a:cubicBezTo>
                    <a:lnTo>
                      <a:pt x="72006" y="6002"/>
                    </a:lnTo>
                    <a:lnTo>
                      <a:pt x="75971" y="6002"/>
                    </a:lnTo>
                    <a:cubicBezTo>
                      <a:pt x="76183" y="6002"/>
                      <a:pt x="76362" y="6076"/>
                      <a:pt x="76510" y="6224"/>
                    </a:cubicBezTo>
                    <a:cubicBezTo>
                      <a:pt x="76659" y="6371"/>
                      <a:pt x="76732" y="6550"/>
                      <a:pt x="76732" y="6761"/>
                    </a:cubicBezTo>
                    <a:lnTo>
                      <a:pt x="76732" y="8593"/>
                    </a:lnTo>
                    <a:cubicBezTo>
                      <a:pt x="76732" y="8803"/>
                      <a:pt x="76659" y="8983"/>
                      <a:pt x="76510" y="9130"/>
                    </a:cubicBezTo>
                    <a:cubicBezTo>
                      <a:pt x="76362" y="9277"/>
                      <a:pt x="76183" y="9351"/>
                      <a:pt x="75971" y="9351"/>
                    </a:cubicBezTo>
                    <a:lnTo>
                      <a:pt x="72006" y="9351"/>
                    </a:lnTo>
                    <a:lnTo>
                      <a:pt x="72006" y="16207"/>
                    </a:lnTo>
                    <a:cubicBezTo>
                      <a:pt x="72006" y="17071"/>
                      <a:pt x="72156" y="17743"/>
                      <a:pt x="72450" y="18228"/>
                    </a:cubicBezTo>
                    <a:cubicBezTo>
                      <a:pt x="72767" y="18714"/>
                      <a:pt x="73307" y="18955"/>
                      <a:pt x="74068" y="18955"/>
                    </a:cubicBezTo>
                    <a:lnTo>
                      <a:pt x="76256" y="18955"/>
                    </a:lnTo>
                    <a:cubicBezTo>
                      <a:pt x="76469" y="18955"/>
                      <a:pt x="76648" y="19029"/>
                      <a:pt x="76795" y="19176"/>
                    </a:cubicBezTo>
                    <a:cubicBezTo>
                      <a:pt x="76945" y="19323"/>
                      <a:pt x="77017" y="19503"/>
                      <a:pt x="77017" y="19713"/>
                    </a:cubicBezTo>
                    <a:lnTo>
                      <a:pt x="77017" y="21672"/>
                    </a:lnTo>
                    <a:cubicBezTo>
                      <a:pt x="77017" y="21882"/>
                      <a:pt x="76945" y="22062"/>
                      <a:pt x="76795" y="22209"/>
                    </a:cubicBezTo>
                    <a:cubicBezTo>
                      <a:pt x="76648" y="22356"/>
                      <a:pt x="76469" y="22430"/>
                      <a:pt x="76256" y="22430"/>
                    </a:cubicBezTo>
                    <a:lnTo>
                      <a:pt x="73687" y="22430"/>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6" name="Freeform 195">
                <a:extLst>
                  <a:ext uri="{FF2B5EF4-FFF2-40B4-BE49-F238E27FC236}">
                    <a16:creationId xmlns:a16="http://schemas.microsoft.com/office/drawing/2014/main" id="{DAAFEA76-25F4-3E27-2191-AC62C151FEAD}"/>
                  </a:ext>
                </a:extLst>
              </p:cNvPr>
              <p:cNvSpPr/>
              <p:nvPr/>
            </p:nvSpPr>
            <p:spPr>
              <a:xfrm>
                <a:off x="2502179" y="5275376"/>
                <a:ext cx="36245" cy="40621"/>
              </a:xfrm>
              <a:custGeom>
                <a:avLst/>
                <a:gdLst>
                  <a:gd name="csX0" fmla="*/ 0 w 36245"/>
                  <a:gd name="csY0" fmla="*/ 4514 h 40621"/>
                  <a:gd name="csX1" fmla="*/ 609 w 36245"/>
                  <a:gd name="csY1" fmla="*/ 2253 h 40621"/>
                  <a:gd name="csX2" fmla="*/ 2274 w 36245"/>
                  <a:gd name="csY2" fmla="*/ 600 h 40621"/>
                  <a:gd name="csX3" fmla="*/ 4546 w 36245"/>
                  <a:gd name="csY3" fmla="*/ 0 h 40621"/>
                  <a:gd name="csX4" fmla="*/ 6814 w 36245"/>
                  <a:gd name="csY4" fmla="*/ 615 h 40621"/>
                  <a:gd name="csX5" fmla="*/ 33989 w 36245"/>
                  <a:gd name="csY5" fmla="*/ 16407 h 40621"/>
                  <a:gd name="csX6" fmla="*/ 35641 w 36245"/>
                  <a:gd name="csY6" fmla="*/ 18056 h 40621"/>
                  <a:gd name="csX7" fmla="*/ 36246 w 36245"/>
                  <a:gd name="csY7" fmla="*/ 20306 h 40621"/>
                  <a:gd name="csX8" fmla="*/ 35645 w 36245"/>
                  <a:gd name="csY8" fmla="*/ 22557 h 40621"/>
                  <a:gd name="csX9" fmla="*/ 33996 w 36245"/>
                  <a:gd name="csY9" fmla="*/ 24210 h 40621"/>
                  <a:gd name="csX10" fmla="*/ 6814 w 36245"/>
                  <a:gd name="csY10" fmla="*/ 40005 h 40621"/>
                  <a:gd name="csX11" fmla="*/ 4546 w 36245"/>
                  <a:gd name="csY11" fmla="*/ 40621 h 40621"/>
                  <a:gd name="csX12" fmla="*/ 2274 w 36245"/>
                  <a:gd name="csY12" fmla="*/ 40021 h 40621"/>
                  <a:gd name="csX13" fmla="*/ 609 w 36245"/>
                  <a:gd name="csY13" fmla="*/ 38367 h 40621"/>
                  <a:gd name="csX14" fmla="*/ 0 w 36245"/>
                  <a:gd name="csY14" fmla="*/ 36106 h 40621"/>
                  <a:gd name="csX15" fmla="*/ 0 w 36245"/>
                  <a:gd name="csY15" fmla="*/ 4514 h 406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6245" h="40621">
                    <a:moveTo>
                      <a:pt x="0" y="4514"/>
                    </a:moveTo>
                    <a:cubicBezTo>
                      <a:pt x="0" y="3720"/>
                      <a:pt x="211" y="2940"/>
                      <a:pt x="609" y="2253"/>
                    </a:cubicBezTo>
                    <a:cubicBezTo>
                      <a:pt x="1008" y="1566"/>
                      <a:pt x="1583" y="995"/>
                      <a:pt x="2274" y="600"/>
                    </a:cubicBezTo>
                    <a:cubicBezTo>
                      <a:pt x="2965" y="204"/>
                      <a:pt x="3749" y="-3"/>
                      <a:pt x="4546" y="0"/>
                    </a:cubicBezTo>
                    <a:cubicBezTo>
                      <a:pt x="5344" y="3"/>
                      <a:pt x="6125" y="215"/>
                      <a:pt x="6814" y="615"/>
                    </a:cubicBezTo>
                    <a:lnTo>
                      <a:pt x="33989" y="16407"/>
                    </a:lnTo>
                    <a:cubicBezTo>
                      <a:pt x="34676" y="16803"/>
                      <a:pt x="35244" y="17372"/>
                      <a:pt x="35641" y="18056"/>
                    </a:cubicBezTo>
                    <a:cubicBezTo>
                      <a:pt x="36037" y="18740"/>
                      <a:pt x="36246" y="19516"/>
                      <a:pt x="36246" y="20306"/>
                    </a:cubicBezTo>
                    <a:cubicBezTo>
                      <a:pt x="36248" y="21096"/>
                      <a:pt x="36039" y="21872"/>
                      <a:pt x="35645" y="22557"/>
                    </a:cubicBezTo>
                    <a:cubicBezTo>
                      <a:pt x="35249" y="23242"/>
                      <a:pt x="34680" y="23812"/>
                      <a:pt x="33996" y="24210"/>
                    </a:cubicBezTo>
                    <a:lnTo>
                      <a:pt x="6814" y="40005"/>
                    </a:lnTo>
                    <a:cubicBezTo>
                      <a:pt x="6125" y="40405"/>
                      <a:pt x="5344" y="40617"/>
                      <a:pt x="4546" y="40621"/>
                    </a:cubicBezTo>
                    <a:cubicBezTo>
                      <a:pt x="3749" y="40624"/>
                      <a:pt x="2965" y="40416"/>
                      <a:pt x="2274" y="40021"/>
                    </a:cubicBezTo>
                    <a:cubicBezTo>
                      <a:pt x="1583" y="39626"/>
                      <a:pt x="1008" y="39055"/>
                      <a:pt x="609" y="38367"/>
                    </a:cubicBezTo>
                    <a:cubicBezTo>
                      <a:pt x="211" y="37681"/>
                      <a:pt x="0" y="36900"/>
                      <a:pt x="0" y="36106"/>
                    </a:cubicBezTo>
                    <a:lnTo>
                      <a:pt x="0" y="4514"/>
                    </a:ln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grpSp>
        <p:sp>
          <p:nvSpPr>
            <p:cNvPr id="44" name="Rectangle 43">
              <a:extLst>
                <a:ext uri="{FF2B5EF4-FFF2-40B4-BE49-F238E27FC236}">
                  <a16:creationId xmlns:a16="http://schemas.microsoft.com/office/drawing/2014/main" id="{C453E885-4039-AFF8-4B5F-F3D14FAEFD7B}"/>
                </a:ext>
              </a:extLst>
            </p:cNvPr>
            <p:cNvSpPr/>
            <p:nvPr/>
          </p:nvSpPr>
          <p:spPr>
            <a:xfrm>
              <a:off x="8821770" y="5312089"/>
              <a:ext cx="956368"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Workflows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Dynamic Agent Orchestration</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Event Driven</a:t>
              </a:r>
            </a:p>
          </p:txBody>
        </p:sp>
      </p:grpSp>
      <p:grpSp>
        <p:nvGrpSpPr>
          <p:cNvPr id="199" name="Group 198">
            <a:extLst>
              <a:ext uri="{FF2B5EF4-FFF2-40B4-BE49-F238E27FC236}">
                <a16:creationId xmlns:a16="http://schemas.microsoft.com/office/drawing/2014/main" id="{23405259-CB65-817D-F802-007044D5F016}"/>
              </a:ext>
            </a:extLst>
          </p:cNvPr>
          <p:cNvGrpSpPr/>
          <p:nvPr/>
        </p:nvGrpSpPr>
        <p:grpSpPr>
          <a:xfrm>
            <a:off x="4520850" y="2123684"/>
            <a:ext cx="3011862" cy="1335555"/>
            <a:chOff x="4520850" y="2123684"/>
            <a:chExt cx="3011862" cy="1335555"/>
          </a:xfrm>
        </p:grpSpPr>
        <p:pic>
          <p:nvPicPr>
            <p:cNvPr id="200" name="Picture 199">
              <a:extLst>
                <a:ext uri="{FF2B5EF4-FFF2-40B4-BE49-F238E27FC236}">
                  <a16:creationId xmlns:a16="http://schemas.microsoft.com/office/drawing/2014/main" id="{ED8755E4-3E75-8B55-439A-A94E9BB27102}"/>
                </a:ext>
              </a:extLst>
            </p:cNvPr>
            <p:cNvPicPr>
              <a:picLocks/>
            </p:cNvPicPr>
            <p:nvPr/>
          </p:nvPicPr>
          <p:blipFill>
            <a:blip r:embed="rId5">
              <a:extLst>
                <a:ext uri="{28A0092B-C50C-407E-A947-70E740481C1C}">
                  <a14:useLocalDpi xmlns:a14="http://schemas.microsoft.com/office/drawing/2010/main" val="0"/>
                </a:ext>
              </a:extLst>
            </a:blip>
            <a:srcRect/>
            <a:stretch/>
          </p:blipFill>
          <p:spPr>
            <a:xfrm>
              <a:off x="5521032" y="2123684"/>
              <a:ext cx="2011680" cy="1335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w="6350">
              <a:noFill/>
            </a:ln>
            <a:effectLst>
              <a:outerShdw blurRad="63500" sx="102000" sy="102000" algn="ctr" rotWithShape="0">
                <a:prstClr val="black">
                  <a:alpha val="40000"/>
                </a:prstClr>
              </a:outerShdw>
            </a:effectLst>
          </p:spPr>
        </p:pic>
        <p:sp>
          <p:nvSpPr>
            <p:cNvPr id="201" name="Rectangle 200">
              <a:extLst>
                <a:ext uri="{FF2B5EF4-FFF2-40B4-BE49-F238E27FC236}">
                  <a16:creationId xmlns:a16="http://schemas.microsoft.com/office/drawing/2014/main" id="{414DFAD4-52C4-35FA-FEEB-A5423532DB11}"/>
                </a:ext>
              </a:extLst>
            </p:cNvPr>
            <p:cNvSpPr/>
            <p:nvPr/>
          </p:nvSpPr>
          <p:spPr>
            <a:xfrm>
              <a:off x="4520850" y="2221614"/>
              <a:ext cx="931608" cy="1207385"/>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Built-in real-time data Connectors </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Pro-code to build your own Connectors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Pre-built Tools</a:t>
              </a:r>
            </a:p>
            <a:p>
              <a:pPr marL="171450" marR="0" lvl="0" indent="-171450" algn="l" defTabSz="876300" rtl="0" eaLnBrk="1" fontAlgn="auto" latinLnBrk="0" hangingPunct="0">
                <a:lnSpc>
                  <a:spcPct val="80000"/>
                </a:lnSpc>
                <a:spcBef>
                  <a:spcPts val="0"/>
                </a:spcBef>
                <a:spcAft>
                  <a:spcPts val="600"/>
                </a:spcAft>
                <a:buClrTx/>
                <a:buSzTx/>
                <a:buFont typeface="Arial" panose="020B0604020202020204" pitchFamily="34" charset="0"/>
                <a:buChar char="•"/>
                <a:tabLst/>
                <a:defRPr/>
              </a:pPr>
              <a:endParaRPr kumimoji="0" lang="en-US" sz="1050" b="1" i="0" u="none" strike="noStrike" kern="0" cap="none" spc="0" normalizeH="0" baseline="0" noProof="0">
                <a:ln>
                  <a:noFill/>
                </a:ln>
                <a:solidFill>
                  <a:srgbClr val="0A3B5E"/>
                </a:solidFill>
                <a:effectLst/>
                <a:uLnTx/>
                <a:uFillTx/>
                <a:latin typeface="Segoe UI"/>
                <a:ea typeface="+mn-ea"/>
                <a:cs typeface="Gill Sans"/>
              </a:endParaRPr>
            </a:p>
          </p:txBody>
        </p:sp>
      </p:grpSp>
      <p:grpSp>
        <p:nvGrpSpPr>
          <p:cNvPr id="205" name="Group 204">
            <a:extLst>
              <a:ext uri="{FF2B5EF4-FFF2-40B4-BE49-F238E27FC236}">
                <a16:creationId xmlns:a16="http://schemas.microsoft.com/office/drawing/2014/main" id="{14E42968-9619-4377-01A3-DFBA19B8A2FF}"/>
              </a:ext>
            </a:extLst>
          </p:cNvPr>
          <p:cNvGrpSpPr/>
          <p:nvPr/>
        </p:nvGrpSpPr>
        <p:grpSpPr>
          <a:xfrm>
            <a:off x="373960" y="5202149"/>
            <a:ext cx="3101272" cy="1300656"/>
            <a:chOff x="373960" y="5202149"/>
            <a:chExt cx="3101272" cy="1300656"/>
          </a:xfrm>
        </p:grpSpPr>
        <p:pic>
          <p:nvPicPr>
            <p:cNvPr id="206" name="Picture 205" descr="A diagram of a process&#10;&#10;AI-generated content may be incorrect.">
              <a:extLst>
                <a:ext uri="{FF2B5EF4-FFF2-40B4-BE49-F238E27FC236}">
                  <a16:creationId xmlns:a16="http://schemas.microsoft.com/office/drawing/2014/main" id="{151D8555-6D3C-BA81-4E02-41828C1DD880}"/>
                </a:ext>
              </a:extLst>
            </p:cNvPr>
            <p:cNvPicPr>
              <a:picLocks/>
            </p:cNvPicPr>
            <p:nvPr/>
          </p:nvPicPr>
          <p:blipFill>
            <a:blip r:embed="rId6">
              <a:extLst>
                <a:ext uri="{28A0092B-C50C-407E-A947-70E740481C1C}">
                  <a14:useLocalDpi xmlns:a14="http://schemas.microsoft.com/office/drawing/2010/main" val="0"/>
                </a:ext>
              </a:extLst>
            </a:blip>
            <a:srcRect t="103" b="-1"/>
            <a:stretch>
              <a:fillRect/>
            </a:stretch>
          </p:blipFill>
          <p:spPr>
            <a:xfrm>
              <a:off x="1347992" y="5202149"/>
              <a:ext cx="2127240" cy="1300656"/>
            </a:xfrm>
            <a:prstGeom prst="rect">
              <a:avLst/>
            </a:prstGeom>
            <a:ln w="6350">
              <a:noFill/>
            </a:ln>
            <a:effectLst>
              <a:outerShdw blurRad="63500" sx="102000" sy="102000" algn="ctr" rotWithShape="0">
                <a:prstClr val="black">
                  <a:alpha val="40000"/>
                </a:prstClr>
              </a:outerShdw>
            </a:effectLst>
          </p:spPr>
        </p:pic>
        <p:sp>
          <p:nvSpPr>
            <p:cNvPr id="207" name="Rectangle 206">
              <a:extLst>
                <a:ext uri="{FF2B5EF4-FFF2-40B4-BE49-F238E27FC236}">
                  <a16:creationId xmlns:a16="http://schemas.microsoft.com/office/drawing/2014/main" id="{D3D168BE-4785-EC29-3382-25F42A9CD786}"/>
                </a:ext>
              </a:extLst>
            </p:cNvPr>
            <p:cNvSpPr/>
            <p:nvPr/>
          </p:nvSpPr>
          <p:spPr>
            <a:xfrm>
              <a:off x="373960" y="5312089"/>
              <a:ext cx="854592"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Human in the Loop (chat approvals)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A3B5E">
                    <a:lumMod val="50000"/>
                  </a:srgbClr>
                </a:solidFill>
                <a:effectLst/>
                <a:uLnTx/>
                <a:uFillTx/>
                <a:latin typeface="Segoe UI"/>
                <a:ea typeface="+mn-ea"/>
                <a:cs typeface="+mn-cs"/>
              </a:endParaRPr>
            </a:p>
          </p:txBody>
        </p:sp>
      </p:grpSp>
      <p:sp>
        <p:nvSpPr>
          <p:cNvPr id="208" name="Rectangle: Rounded Corners 37">
            <a:extLst>
              <a:ext uri="{FF2B5EF4-FFF2-40B4-BE49-F238E27FC236}">
                <a16:creationId xmlns:a16="http://schemas.microsoft.com/office/drawing/2014/main" id="{41DF1006-4753-1714-5A30-7D9EF596E043}"/>
              </a:ext>
            </a:extLst>
          </p:cNvPr>
          <p:cNvSpPr/>
          <p:nvPr/>
        </p:nvSpPr>
        <p:spPr>
          <a:xfrm>
            <a:off x="4520849" y="4277116"/>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TEAMWORK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a:ln>
                  <a:noFill/>
                </a:ln>
                <a:solidFill>
                  <a:prstClr val="white"/>
                </a:solidFill>
                <a:effectLst/>
                <a:uLnTx/>
                <a:uFillTx/>
                <a:latin typeface="Segoe UI"/>
                <a:ea typeface="+mn-ea"/>
                <a:cs typeface="+mn-cs"/>
              </a:rPr>
              <a:t>Get them working</a:t>
            </a:r>
            <a:br>
              <a:rPr kumimoji="0" lang="en-CA" sz="1400" b="0" i="0" u="none" strike="noStrike" kern="1200" cap="none" spc="0" normalizeH="0" baseline="0" noProof="0">
                <a:ln>
                  <a:noFill/>
                </a:ln>
                <a:solidFill>
                  <a:prstClr val="white"/>
                </a:solidFill>
                <a:effectLst/>
                <a:uLnTx/>
                <a:uFillTx/>
                <a:latin typeface="Segoe UI"/>
                <a:ea typeface="+mn-ea"/>
                <a:cs typeface="+mn-cs"/>
              </a:rPr>
            </a:br>
            <a:r>
              <a:rPr kumimoji="0" lang="en-CA" sz="1400" b="0" i="0" u="none" strike="noStrike" kern="1200" cap="none" spc="0" normalizeH="0" baseline="0" noProof="0">
                <a:ln>
                  <a:noFill/>
                </a:ln>
                <a:solidFill>
                  <a:prstClr val="white"/>
                </a:solidFill>
                <a:effectLst/>
                <a:uLnTx/>
                <a:uFillTx/>
                <a:latin typeface="Segoe UI"/>
                <a:ea typeface="+mn-ea"/>
                <a:cs typeface="+mn-cs"/>
              </a:rPr>
              <a:t>together as a team</a:t>
            </a:r>
          </a:p>
        </p:txBody>
      </p:sp>
      <p:sp>
        <p:nvSpPr>
          <p:cNvPr id="209" name="Right Arrow 208">
            <a:extLst>
              <a:ext uri="{FF2B5EF4-FFF2-40B4-BE49-F238E27FC236}">
                <a16:creationId xmlns:a16="http://schemas.microsoft.com/office/drawing/2014/main" id="{2B6D5F86-753E-F5DA-E2F9-06A8670458D2}"/>
              </a:ext>
            </a:extLst>
          </p:cNvPr>
          <p:cNvSpPr/>
          <p:nvPr/>
        </p:nvSpPr>
        <p:spPr>
          <a:xfrm>
            <a:off x="3475232" y="4444181"/>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0" name="Rectangle: Rounded Corners 19">
            <a:extLst>
              <a:ext uri="{FF2B5EF4-FFF2-40B4-BE49-F238E27FC236}">
                <a16:creationId xmlns:a16="http://schemas.microsoft.com/office/drawing/2014/main" id="{243F1F20-0377-046E-9A0D-1A42D74461F5}"/>
              </a:ext>
            </a:extLst>
          </p:cNvPr>
          <p:cNvSpPr/>
          <p:nvPr/>
        </p:nvSpPr>
        <p:spPr>
          <a:xfrm>
            <a:off x="296944" y="4277116"/>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SUPERVISION</a:t>
            </a:r>
            <a:endParaRPr kumimoji="0" lang="en-US" sz="1800" b="1" i="0" u="none" strike="noStrike" kern="0" cap="none" spc="0" normalizeH="0" baseline="0" noProof="0">
              <a:ln>
                <a:noFill/>
              </a:ln>
              <a:solidFill>
                <a:srgbClr val="ABFF88"/>
              </a:solidFill>
              <a:effectLst/>
              <a:uLnTx/>
              <a:uFillTx/>
              <a:latin typeface="Segoe UI"/>
              <a:ea typeface="+mn-ea"/>
              <a:cs typeface="Gill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Close oversight to ensure accuracy</a:t>
            </a:r>
          </a:p>
        </p:txBody>
      </p:sp>
      <p:sp>
        <p:nvSpPr>
          <p:cNvPr id="211" name="Right Arrow 40">
            <a:extLst>
              <a:ext uri="{FF2B5EF4-FFF2-40B4-BE49-F238E27FC236}">
                <a16:creationId xmlns:a16="http://schemas.microsoft.com/office/drawing/2014/main" id="{14695618-2191-1E14-AFE9-5F150361CABC}"/>
              </a:ext>
            </a:extLst>
          </p:cNvPr>
          <p:cNvSpPr/>
          <p:nvPr/>
        </p:nvSpPr>
        <p:spPr>
          <a:xfrm rot="5400000">
            <a:off x="980418" y="4033031"/>
            <a:ext cx="448017"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2" name="Right Arrow 40">
            <a:extLst>
              <a:ext uri="{FF2B5EF4-FFF2-40B4-BE49-F238E27FC236}">
                <a16:creationId xmlns:a16="http://schemas.microsoft.com/office/drawing/2014/main" id="{E8BE9F0E-6460-29FB-FCF7-5981C0446E04}"/>
              </a:ext>
            </a:extLst>
          </p:cNvPr>
          <p:cNvSpPr/>
          <p:nvPr/>
        </p:nvSpPr>
        <p:spPr>
          <a:xfrm rot="10800000">
            <a:off x="1123950" y="3850872"/>
            <a:ext cx="10689952"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3" name="Right Arrow 212">
            <a:extLst>
              <a:ext uri="{FF2B5EF4-FFF2-40B4-BE49-F238E27FC236}">
                <a16:creationId xmlns:a16="http://schemas.microsoft.com/office/drawing/2014/main" id="{A63E32FB-E2EC-1C2F-DC73-60F9DBAA8497}"/>
              </a:ext>
            </a:extLst>
          </p:cNvPr>
          <p:cNvSpPr/>
          <p:nvPr/>
        </p:nvSpPr>
        <p:spPr>
          <a:xfrm rot="5400000">
            <a:off x="10745189" y="2841670"/>
            <a:ext cx="2141316"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4" name="Rectangle: Rounded Corners 15">
            <a:extLst>
              <a:ext uri="{FF2B5EF4-FFF2-40B4-BE49-F238E27FC236}">
                <a16:creationId xmlns:a16="http://schemas.microsoft.com/office/drawing/2014/main" id="{7CC19166-87B3-81C0-2F57-4153AFF38DD3}"/>
              </a:ext>
            </a:extLst>
          </p:cNvPr>
          <p:cNvSpPr/>
          <p:nvPr/>
        </p:nvSpPr>
        <p:spPr>
          <a:xfrm>
            <a:off x="8744754" y="1209285"/>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COACHING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Internal education to</a:t>
            </a:r>
            <a:br>
              <a:rPr kumimoji="0" lang="en-US" sz="1400" b="0" i="0" u="none" strike="noStrike" kern="1200" cap="none" spc="0" normalizeH="0" baseline="0" noProof="0">
                <a:ln>
                  <a:noFill/>
                </a:ln>
                <a:solidFill>
                  <a:prstClr val="white"/>
                </a:solidFill>
                <a:effectLst/>
                <a:uLnTx/>
                <a:uFillTx/>
                <a:latin typeface="Segoe UI"/>
                <a:ea typeface="+mn-ea"/>
                <a:cs typeface="+mn-cs"/>
              </a:rPr>
            </a:br>
            <a:r>
              <a:rPr kumimoji="0" lang="en-US" sz="1400" b="0" i="0" u="none" strike="noStrike" kern="1200" cap="none" spc="0" normalizeH="0" baseline="0" noProof="0">
                <a:ln>
                  <a:noFill/>
                </a:ln>
                <a:solidFill>
                  <a:prstClr val="white"/>
                </a:solidFill>
                <a:effectLst/>
                <a:uLnTx/>
                <a:uFillTx/>
                <a:latin typeface="Segoe UI"/>
                <a:ea typeface="+mn-ea"/>
                <a:cs typeface="+mn-cs"/>
              </a:rPr>
              <a:t>improve competence</a:t>
            </a:r>
          </a:p>
        </p:txBody>
      </p:sp>
      <p:sp>
        <p:nvSpPr>
          <p:cNvPr id="215" name="Right Arrow 214">
            <a:extLst>
              <a:ext uri="{FF2B5EF4-FFF2-40B4-BE49-F238E27FC236}">
                <a16:creationId xmlns:a16="http://schemas.microsoft.com/office/drawing/2014/main" id="{9F11A10D-F39F-618E-C596-CA4D9F67E871}"/>
              </a:ext>
            </a:extLst>
          </p:cNvPr>
          <p:cNvSpPr/>
          <p:nvPr/>
        </p:nvSpPr>
        <p:spPr>
          <a:xfrm>
            <a:off x="7710193" y="1376350"/>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6" name="Rectangle: Rounded Corners 7">
            <a:extLst>
              <a:ext uri="{FF2B5EF4-FFF2-40B4-BE49-F238E27FC236}">
                <a16:creationId xmlns:a16="http://schemas.microsoft.com/office/drawing/2014/main" id="{54CF74A9-F6FF-239E-A65E-1FA1912FB828}"/>
              </a:ext>
            </a:extLst>
          </p:cNvPr>
          <p:cNvSpPr/>
          <p:nvPr/>
        </p:nvSpPr>
        <p:spPr>
          <a:xfrm>
            <a:off x="4520849" y="1209285"/>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ONBOARDING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Give access to systems &amp; tools</a:t>
            </a:r>
          </a:p>
        </p:txBody>
      </p:sp>
      <p:sp>
        <p:nvSpPr>
          <p:cNvPr id="217" name="Right Arrow 216">
            <a:extLst>
              <a:ext uri="{FF2B5EF4-FFF2-40B4-BE49-F238E27FC236}">
                <a16:creationId xmlns:a16="http://schemas.microsoft.com/office/drawing/2014/main" id="{5537457A-FD8C-9DE1-115F-840FF2B68D0C}"/>
              </a:ext>
            </a:extLst>
          </p:cNvPr>
          <p:cNvSpPr/>
          <p:nvPr/>
        </p:nvSpPr>
        <p:spPr>
          <a:xfrm>
            <a:off x="3497344" y="1376350"/>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8" name="Rectangle: Rounded Corners 2">
            <a:extLst>
              <a:ext uri="{FF2B5EF4-FFF2-40B4-BE49-F238E27FC236}">
                <a16:creationId xmlns:a16="http://schemas.microsoft.com/office/drawing/2014/main" id="{29167A28-F114-04BC-1110-822400B87D6C}"/>
              </a:ext>
            </a:extLst>
          </p:cNvPr>
          <p:cNvSpPr/>
          <p:nvPr/>
        </p:nvSpPr>
        <p:spPr>
          <a:xfrm>
            <a:off x="296944" y="1209285"/>
            <a:ext cx="3200400" cy="914400"/>
          </a:xfrm>
          <a:prstGeom prst="roundRect">
            <a:avLst/>
          </a:prstGeom>
          <a:solidFill>
            <a:schemeClr val="tx1"/>
          </a:solidFill>
          <a:ln>
            <a:solidFill>
              <a:schemeClr val="tx1"/>
            </a:solid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876300" rtl="0" eaLnBrk="1" fontAlgn="auto" latinLnBrk="0" hangingPunct="0">
              <a:lnSpc>
                <a:spcPct val="8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HIRING</a:t>
            </a:r>
            <a:endParaRPr kumimoji="0" lang="en-US" sz="1800" b="1" i="0" u="none" strike="noStrike" kern="0" cap="none" spc="0" normalizeH="0" baseline="0" noProof="0">
              <a:ln>
                <a:noFill/>
              </a:ln>
              <a:solidFill>
                <a:srgbClr val="ABFF88"/>
              </a:solidFill>
              <a:effectLst/>
              <a:uLnTx/>
              <a:uFillTx/>
              <a:latin typeface="Segoe UI"/>
              <a:ea typeface="+mn-ea"/>
              <a:cs typeface="Gill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Define role, responsibilities, expectations</a:t>
            </a:r>
          </a:p>
        </p:txBody>
      </p:sp>
      <p:sp>
        <p:nvSpPr>
          <p:cNvPr id="222" name="Right Arrow 221">
            <a:extLst>
              <a:ext uri="{FF2B5EF4-FFF2-40B4-BE49-F238E27FC236}">
                <a16:creationId xmlns:a16="http://schemas.microsoft.com/office/drawing/2014/main" id="{8E5417D9-C47C-F307-8708-A290A0F80EFF}"/>
              </a:ext>
            </a:extLst>
          </p:cNvPr>
          <p:cNvSpPr/>
          <p:nvPr/>
        </p:nvSpPr>
        <p:spPr>
          <a:xfrm rot="16200000">
            <a:off x="7338621" y="5651828"/>
            <a:ext cx="1648230" cy="26230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21" name="Right Arrow 40">
            <a:extLst>
              <a:ext uri="{FF2B5EF4-FFF2-40B4-BE49-F238E27FC236}">
                <a16:creationId xmlns:a16="http://schemas.microsoft.com/office/drawing/2014/main" id="{61A37126-C68E-0AD6-8985-4FC8B6F3785C}"/>
              </a:ext>
            </a:extLst>
          </p:cNvPr>
          <p:cNvSpPr/>
          <p:nvPr/>
        </p:nvSpPr>
        <p:spPr>
          <a:xfrm rot="10800000">
            <a:off x="8139631" y="6607093"/>
            <a:ext cx="3598480"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20" name="Right Arrow 219">
            <a:extLst>
              <a:ext uri="{FF2B5EF4-FFF2-40B4-BE49-F238E27FC236}">
                <a16:creationId xmlns:a16="http://schemas.microsoft.com/office/drawing/2014/main" id="{CBDBE015-2A4C-9785-1219-EE665D6C70A3}"/>
              </a:ext>
            </a:extLst>
          </p:cNvPr>
          <p:cNvSpPr/>
          <p:nvPr/>
        </p:nvSpPr>
        <p:spPr>
          <a:xfrm rot="5400000">
            <a:off x="11052588" y="5821784"/>
            <a:ext cx="1522832" cy="262301"/>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23" name="TextBox 222">
            <a:extLst>
              <a:ext uri="{FF2B5EF4-FFF2-40B4-BE49-F238E27FC236}">
                <a16:creationId xmlns:a16="http://schemas.microsoft.com/office/drawing/2014/main" id="{26ABD4BA-BA98-CC3F-6F41-407E25EF4C6E}"/>
              </a:ext>
            </a:extLst>
          </p:cNvPr>
          <p:cNvSpPr txBox="1"/>
          <p:nvPr/>
        </p:nvSpPr>
        <p:spPr>
          <a:xfrm>
            <a:off x="52552" y="5833241"/>
            <a:ext cx="0" cy="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A3B5E"/>
              </a:solidFill>
              <a:effectLst/>
              <a:uLnTx/>
              <a:uFillTx/>
              <a:latin typeface="Segoe UI"/>
              <a:ea typeface="+mn-ea"/>
              <a:cs typeface="+mn-cs"/>
            </a:endParaRPr>
          </a:p>
        </p:txBody>
      </p:sp>
      <p:grpSp>
        <p:nvGrpSpPr>
          <p:cNvPr id="4" name="Group 3">
            <a:extLst>
              <a:ext uri="{FF2B5EF4-FFF2-40B4-BE49-F238E27FC236}">
                <a16:creationId xmlns:a16="http://schemas.microsoft.com/office/drawing/2014/main" id="{14BE8F3C-779B-C772-8514-D8EDF6103DAC}"/>
              </a:ext>
            </a:extLst>
          </p:cNvPr>
          <p:cNvGrpSpPr/>
          <p:nvPr/>
        </p:nvGrpSpPr>
        <p:grpSpPr>
          <a:xfrm>
            <a:off x="8855829" y="5238429"/>
            <a:ext cx="2815384" cy="1321750"/>
            <a:chOff x="8855829" y="5238429"/>
            <a:chExt cx="2815384" cy="1321750"/>
          </a:xfrm>
        </p:grpSpPr>
        <p:pic>
          <p:nvPicPr>
            <p:cNvPr id="203" name="Picture 202">
              <a:extLst>
                <a:ext uri="{FF2B5EF4-FFF2-40B4-BE49-F238E27FC236}">
                  <a16:creationId xmlns:a16="http://schemas.microsoft.com/office/drawing/2014/main" id="{F2ADF3AC-14DD-3E10-127C-A78A0FFEA735}"/>
                </a:ext>
              </a:extLst>
            </p:cNvPr>
            <p:cNvPicPr>
              <a:picLocks/>
            </p:cNvPicPr>
            <p:nvPr/>
          </p:nvPicPr>
          <p:blipFill>
            <a:blip r:embed="rId7">
              <a:extLst>
                <a:ext uri="{28A0092B-C50C-407E-A947-70E740481C1C}">
                  <a14:useLocalDpi xmlns:a14="http://schemas.microsoft.com/office/drawing/2010/main" val="0"/>
                </a:ext>
              </a:extLst>
            </a:blip>
            <a:srcRect/>
            <a:stretch/>
          </p:blipFill>
          <p:spPr>
            <a:xfrm>
              <a:off x="9817536" y="5238429"/>
              <a:ext cx="586067" cy="1321750"/>
            </a:xfrm>
            <a:prstGeom prst="rect">
              <a:avLst/>
            </a:prstGeom>
            <a:ln w="6350">
              <a:noFill/>
            </a:ln>
            <a:effectLst>
              <a:outerShdw blurRad="63500" sx="102000" sy="102000" algn="ctr" rotWithShape="0">
                <a:prstClr val="black">
                  <a:alpha val="40000"/>
                </a:prstClr>
              </a:outerShdw>
            </a:effectLst>
          </p:spPr>
        </p:pic>
        <p:sp>
          <p:nvSpPr>
            <p:cNvPr id="204" name="Rectangle 203">
              <a:extLst>
                <a:ext uri="{FF2B5EF4-FFF2-40B4-BE49-F238E27FC236}">
                  <a16:creationId xmlns:a16="http://schemas.microsoft.com/office/drawing/2014/main" id="{8805F329-818B-447C-FD6F-A5942BD7D724}"/>
                </a:ext>
              </a:extLst>
            </p:cNvPr>
            <p:cNvSpPr/>
            <p:nvPr/>
          </p:nvSpPr>
          <p:spPr>
            <a:xfrm>
              <a:off x="8855829" y="5251803"/>
              <a:ext cx="854592"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Visualizer</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Online Evals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Performance Telemetry</a:t>
              </a:r>
            </a:p>
          </p:txBody>
        </p:sp>
        <p:pic>
          <p:nvPicPr>
            <p:cNvPr id="2" name="Picture 2" descr="Amazon.com: Thumbs Up and Thumbs Down ...">
              <a:extLst>
                <a:ext uri="{FF2B5EF4-FFF2-40B4-BE49-F238E27FC236}">
                  <a16:creationId xmlns:a16="http://schemas.microsoft.com/office/drawing/2014/main" id="{911C8248-CC3C-9437-49B2-1D1CAE25060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562240" y="5312089"/>
              <a:ext cx="957280" cy="48015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OpenTelemetry">
              <a:extLst>
                <a:ext uri="{FF2B5EF4-FFF2-40B4-BE49-F238E27FC236}">
                  <a16:creationId xmlns:a16="http://schemas.microsoft.com/office/drawing/2014/main" id="{8DFBB832-4ED2-7DBB-587B-CD9E7AACA54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536803" y="5894675"/>
              <a:ext cx="1134410" cy="42347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390856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18"/>
                                        </p:tgtEl>
                                        <p:attrNameLst>
                                          <p:attrName>style.visibility</p:attrName>
                                        </p:attrNameLst>
                                      </p:cBhvr>
                                      <p:to>
                                        <p:strVal val="visible"/>
                                      </p:to>
                                    </p:set>
                                    <p:anim calcmode="lin" valueType="num">
                                      <p:cBhvr>
                                        <p:cTn id="7" dur="300" fill="hold"/>
                                        <p:tgtEl>
                                          <p:spTgt spid="218"/>
                                        </p:tgtEl>
                                        <p:attrNameLst>
                                          <p:attrName>ppt_w</p:attrName>
                                        </p:attrNameLst>
                                      </p:cBhvr>
                                      <p:tavLst>
                                        <p:tav tm="0">
                                          <p:val>
                                            <p:fltVal val="0"/>
                                          </p:val>
                                        </p:tav>
                                        <p:tav tm="100000">
                                          <p:val>
                                            <p:strVal val="#ppt_w"/>
                                          </p:val>
                                        </p:tav>
                                      </p:tavLst>
                                    </p:anim>
                                    <p:anim calcmode="lin" valueType="num">
                                      <p:cBhvr>
                                        <p:cTn id="8" dur="300" fill="hold"/>
                                        <p:tgtEl>
                                          <p:spTgt spid="218"/>
                                        </p:tgtEl>
                                        <p:attrNameLst>
                                          <p:attrName>ppt_h</p:attrName>
                                        </p:attrNameLst>
                                      </p:cBhvr>
                                      <p:tavLst>
                                        <p:tav tm="0">
                                          <p:val>
                                            <p:fltVal val="0"/>
                                          </p:val>
                                        </p:tav>
                                        <p:tav tm="100000">
                                          <p:val>
                                            <p:strVal val="#ppt_h"/>
                                          </p:val>
                                        </p:tav>
                                      </p:tavLst>
                                    </p:anim>
                                    <p:animEffect transition="in" filter="fade">
                                      <p:cBhvr>
                                        <p:cTn id="9" dur="300"/>
                                        <p:tgtEl>
                                          <p:spTgt spid="218"/>
                                        </p:tgtEl>
                                      </p:cBhvr>
                                    </p:animEffect>
                                  </p:childTnLst>
                                </p:cTn>
                              </p:par>
                            </p:childTnLst>
                          </p:cTn>
                        </p:par>
                        <p:par>
                          <p:cTn id="10" fill="hold">
                            <p:stCondLst>
                              <p:cond delay="300"/>
                            </p:stCondLst>
                            <p:childTnLst>
                              <p:par>
                                <p:cTn id="11" presetID="22" presetClass="entr" presetSubtype="1" fill="hold" nodeType="after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wipe(up)">
                                      <p:cBhvr>
                                        <p:cTn id="13" dur="300"/>
                                        <p:tgtEl>
                                          <p:spTgt spid="2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17"/>
                                        </p:tgtEl>
                                        <p:attrNameLst>
                                          <p:attrName>style.visibility</p:attrName>
                                        </p:attrNameLst>
                                      </p:cBhvr>
                                      <p:to>
                                        <p:strVal val="visible"/>
                                      </p:to>
                                    </p:set>
                                    <p:animEffect transition="in" filter="wipe(left)">
                                      <p:cBhvr>
                                        <p:cTn id="18" dur="300"/>
                                        <p:tgtEl>
                                          <p:spTgt spid="217"/>
                                        </p:tgtEl>
                                      </p:cBhvr>
                                    </p:animEffect>
                                  </p:childTnLst>
                                </p:cTn>
                              </p:par>
                            </p:childTnLst>
                          </p:cTn>
                        </p:par>
                        <p:par>
                          <p:cTn id="19" fill="hold">
                            <p:stCondLst>
                              <p:cond delay="300"/>
                            </p:stCondLst>
                            <p:childTnLst>
                              <p:par>
                                <p:cTn id="20" presetID="53" presetClass="entr" presetSubtype="16" fill="hold" grpId="0" nodeType="afterEffect">
                                  <p:stCondLst>
                                    <p:cond delay="0"/>
                                  </p:stCondLst>
                                  <p:childTnLst>
                                    <p:set>
                                      <p:cBhvr>
                                        <p:cTn id="21" dur="1" fill="hold">
                                          <p:stCondLst>
                                            <p:cond delay="0"/>
                                          </p:stCondLst>
                                        </p:cTn>
                                        <p:tgtEl>
                                          <p:spTgt spid="216"/>
                                        </p:tgtEl>
                                        <p:attrNameLst>
                                          <p:attrName>style.visibility</p:attrName>
                                        </p:attrNameLst>
                                      </p:cBhvr>
                                      <p:to>
                                        <p:strVal val="visible"/>
                                      </p:to>
                                    </p:set>
                                    <p:anim calcmode="lin" valueType="num">
                                      <p:cBhvr>
                                        <p:cTn id="22" dur="300" fill="hold"/>
                                        <p:tgtEl>
                                          <p:spTgt spid="216"/>
                                        </p:tgtEl>
                                        <p:attrNameLst>
                                          <p:attrName>ppt_w</p:attrName>
                                        </p:attrNameLst>
                                      </p:cBhvr>
                                      <p:tavLst>
                                        <p:tav tm="0">
                                          <p:val>
                                            <p:fltVal val="0"/>
                                          </p:val>
                                        </p:tav>
                                        <p:tav tm="100000">
                                          <p:val>
                                            <p:strVal val="#ppt_w"/>
                                          </p:val>
                                        </p:tav>
                                      </p:tavLst>
                                    </p:anim>
                                    <p:anim calcmode="lin" valueType="num">
                                      <p:cBhvr>
                                        <p:cTn id="23" dur="300" fill="hold"/>
                                        <p:tgtEl>
                                          <p:spTgt spid="216"/>
                                        </p:tgtEl>
                                        <p:attrNameLst>
                                          <p:attrName>ppt_h</p:attrName>
                                        </p:attrNameLst>
                                      </p:cBhvr>
                                      <p:tavLst>
                                        <p:tav tm="0">
                                          <p:val>
                                            <p:fltVal val="0"/>
                                          </p:val>
                                        </p:tav>
                                        <p:tav tm="100000">
                                          <p:val>
                                            <p:strVal val="#ppt_h"/>
                                          </p:val>
                                        </p:tav>
                                      </p:tavLst>
                                    </p:anim>
                                    <p:animEffect transition="in" filter="fade">
                                      <p:cBhvr>
                                        <p:cTn id="24" dur="300"/>
                                        <p:tgtEl>
                                          <p:spTgt spid="216"/>
                                        </p:tgtEl>
                                      </p:cBhvr>
                                    </p:animEffect>
                                  </p:childTnLst>
                                </p:cTn>
                              </p:par>
                            </p:childTnLst>
                          </p:cTn>
                        </p:par>
                        <p:par>
                          <p:cTn id="25" fill="hold">
                            <p:stCondLst>
                              <p:cond delay="600"/>
                            </p:stCondLst>
                            <p:childTnLst>
                              <p:par>
                                <p:cTn id="26" presetID="22" presetClass="entr" presetSubtype="1" fill="hold" nodeType="afterEffect">
                                  <p:stCondLst>
                                    <p:cond delay="0"/>
                                  </p:stCondLst>
                                  <p:childTnLst>
                                    <p:set>
                                      <p:cBhvr>
                                        <p:cTn id="27" dur="1" fill="hold">
                                          <p:stCondLst>
                                            <p:cond delay="0"/>
                                          </p:stCondLst>
                                        </p:cTn>
                                        <p:tgtEl>
                                          <p:spTgt spid="199"/>
                                        </p:tgtEl>
                                        <p:attrNameLst>
                                          <p:attrName>style.visibility</p:attrName>
                                        </p:attrNameLst>
                                      </p:cBhvr>
                                      <p:to>
                                        <p:strVal val="visible"/>
                                      </p:to>
                                    </p:set>
                                    <p:animEffect transition="in" filter="wipe(up)">
                                      <p:cBhvr>
                                        <p:cTn id="28" dur="300"/>
                                        <p:tgtEl>
                                          <p:spTgt spid="19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15"/>
                                        </p:tgtEl>
                                        <p:attrNameLst>
                                          <p:attrName>style.visibility</p:attrName>
                                        </p:attrNameLst>
                                      </p:cBhvr>
                                      <p:to>
                                        <p:strVal val="visible"/>
                                      </p:to>
                                    </p:set>
                                    <p:animEffect transition="in" filter="wipe(left)">
                                      <p:cBhvr>
                                        <p:cTn id="33" dur="300"/>
                                        <p:tgtEl>
                                          <p:spTgt spid="215"/>
                                        </p:tgtEl>
                                      </p:cBhvr>
                                    </p:animEffect>
                                  </p:childTnLst>
                                </p:cTn>
                              </p:par>
                            </p:childTnLst>
                          </p:cTn>
                        </p:par>
                        <p:par>
                          <p:cTn id="34" fill="hold">
                            <p:stCondLst>
                              <p:cond delay="300"/>
                            </p:stCondLst>
                            <p:childTnLst>
                              <p:par>
                                <p:cTn id="35" presetID="53" presetClass="entr" presetSubtype="16" fill="hold" grpId="0" nodeType="afterEffect">
                                  <p:stCondLst>
                                    <p:cond delay="0"/>
                                  </p:stCondLst>
                                  <p:childTnLst>
                                    <p:set>
                                      <p:cBhvr>
                                        <p:cTn id="36" dur="1" fill="hold">
                                          <p:stCondLst>
                                            <p:cond delay="0"/>
                                          </p:stCondLst>
                                        </p:cTn>
                                        <p:tgtEl>
                                          <p:spTgt spid="214"/>
                                        </p:tgtEl>
                                        <p:attrNameLst>
                                          <p:attrName>style.visibility</p:attrName>
                                        </p:attrNameLst>
                                      </p:cBhvr>
                                      <p:to>
                                        <p:strVal val="visible"/>
                                      </p:to>
                                    </p:set>
                                    <p:anim calcmode="lin" valueType="num">
                                      <p:cBhvr>
                                        <p:cTn id="37" dur="300" fill="hold"/>
                                        <p:tgtEl>
                                          <p:spTgt spid="214"/>
                                        </p:tgtEl>
                                        <p:attrNameLst>
                                          <p:attrName>ppt_w</p:attrName>
                                        </p:attrNameLst>
                                      </p:cBhvr>
                                      <p:tavLst>
                                        <p:tav tm="0">
                                          <p:val>
                                            <p:fltVal val="0"/>
                                          </p:val>
                                        </p:tav>
                                        <p:tav tm="100000">
                                          <p:val>
                                            <p:strVal val="#ppt_w"/>
                                          </p:val>
                                        </p:tav>
                                      </p:tavLst>
                                    </p:anim>
                                    <p:anim calcmode="lin" valueType="num">
                                      <p:cBhvr>
                                        <p:cTn id="38" dur="300" fill="hold"/>
                                        <p:tgtEl>
                                          <p:spTgt spid="214"/>
                                        </p:tgtEl>
                                        <p:attrNameLst>
                                          <p:attrName>ppt_h</p:attrName>
                                        </p:attrNameLst>
                                      </p:cBhvr>
                                      <p:tavLst>
                                        <p:tav tm="0">
                                          <p:val>
                                            <p:fltVal val="0"/>
                                          </p:val>
                                        </p:tav>
                                        <p:tav tm="100000">
                                          <p:val>
                                            <p:strVal val="#ppt_h"/>
                                          </p:val>
                                        </p:tav>
                                      </p:tavLst>
                                    </p:anim>
                                    <p:animEffect transition="in" filter="fade">
                                      <p:cBhvr>
                                        <p:cTn id="39" dur="300"/>
                                        <p:tgtEl>
                                          <p:spTgt spid="214"/>
                                        </p:tgtEl>
                                      </p:cBhvr>
                                    </p:animEffect>
                                  </p:childTnLst>
                                </p:cTn>
                              </p:par>
                            </p:childTnLst>
                          </p:cTn>
                        </p:par>
                        <p:par>
                          <p:cTn id="40" fill="hold">
                            <p:stCondLst>
                              <p:cond delay="600"/>
                            </p:stCondLst>
                            <p:childTnLst>
                              <p:par>
                                <p:cTn id="41" presetID="22" presetClass="entr" presetSubtype="1" fill="hold" nodeType="after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wipe(up)">
                                      <p:cBhvr>
                                        <p:cTn id="43" dur="300"/>
                                        <p:tgtEl>
                                          <p:spTgt spid="3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213"/>
                                        </p:tgtEl>
                                        <p:attrNameLst>
                                          <p:attrName>style.visibility</p:attrName>
                                        </p:attrNameLst>
                                      </p:cBhvr>
                                      <p:to>
                                        <p:strVal val="visible"/>
                                      </p:to>
                                    </p:set>
                                    <p:animEffect transition="in" filter="wipe(up)">
                                      <p:cBhvr>
                                        <p:cTn id="48" dur="300"/>
                                        <p:tgtEl>
                                          <p:spTgt spid="213"/>
                                        </p:tgtEl>
                                      </p:cBhvr>
                                    </p:animEffect>
                                  </p:childTnLst>
                                </p:cTn>
                              </p:par>
                            </p:childTnLst>
                          </p:cTn>
                        </p:par>
                        <p:par>
                          <p:cTn id="49" fill="hold">
                            <p:stCondLst>
                              <p:cond delay="300"/>
                            </p:stCondLst>
                            <p:childTnLst>
                              <p:par>
                                <p:cTn id="50" presetID="22" presetClass="entr" presetSubtype="2" fill="hold" grpId="0" nodeType="afterEffect">
                                  <p:stCondLst>
                                    <p:cond delay="0"/>
                                  </p:stCondLst>
                                  <p:childTnLst>
                                    <p:set>
                                      <p:cBhvr>
                                        <p:cTn id="51" dur="1" fill="hold">
                                          <p:stCondLst>
                                            <p:cond delay="0"/>
                                          </p:stCondLst>
                                        </p:cTn>
                                        <p:tgtEl>
                                          <p:spTgt spid="212"/>
                                        </p:tgtEl>
                                        <p:attrNameLst>
                                          <p:attrName>style.visibility</p:attrName>
                                        </p:attrNameLst>
                                      </p:cBhvr>
                                      <p:to>
                                        <p:strVal val="visible"/>
                                      </p:to>
                                    </p:set>
                                    <p:animEffect transition="in" filter="wipe(right)">
                                      <p:cBhvr>
                                        <p:cTn id="52" dur="300"/>
                                        <p:tgtEl>
                                          <p:spTgt spid="212"/>
                                        </p:tgtEl>
                                      </p:cBhvr>
                                    </p:animEffect>
                                  </p:childTnLst>
                                </p:cTn>
                              </p:par>
                            </p:childTnLst>
                          </p:cTn>
                        </p:par>
                        <p:par>
                          <p:cTn id="53" fill="hold">
                            <p:stCondLst>
                              <p:cond delay="600"/>
                            </p:stCondLst>
                            <p:childTnLst>
                              <p:par>
                                <p:cTn id="54" presetID="22" presetClass="entr" presetSubtype="1" fill="hold" grpId="0" nodeType="afterEffect">
                                  <p:stCondLst>
                                    <p:cond delay="0"/>
                                  </p:stCondLst>
                                  <p:childTnLst>
                                    <p:set>
                                      <p:cBhvr>
                                        <p:cTn id="55" dur="1" fill="hold">
                                          <p:stCondLst>
                                            <p:cond delay="0"/>
                                          </p:stCondLst>
                                        </p:cTn>
                                        <p:tgtEl>
                                          <p:spTgt spid="211"/>
                                        </p:tgtEl>
                                        <p:attrNameLst>
                                          <p:attrName>style.visibility</p:attrName>
                                        </p:attrNameLst>
                                      </p:cBhvr>
                                      <p:to>
                                        <p:strVal val="visible"/>
                                      </p:to>
                                    </p:set>
                                    <p:animEffect transition="in" filter="wipe(up)">
                                      <p:cBhvr>
                                        <p:cTn id="56" dur="300"/>
                                        <p:tgtEl>
                                          <p:spTgt spid="211"/>
                                        </p:tgtEl>
                                      </p:cBhvr>
                                    </p:animEffect>
                                  </p:childTnLst>
                                </p:cTn>
                              </p:par>
                            </p:childTnLst>
                          </p:cTn>
                        </p:par>
                        <p:par>
                          <p:cTn id="57" fill="hold">
                            <p:stCondLst>
                              <p:cond delay="900"/>
                            </p:stCondLst>
                            <p:childTnLst>
                              <p:par>
                                <p:cTn id="58" presetID="53" presetClass="entr" presetSubtype="16" fill="hold" grpId="0" nodeType="afterEffect">
                                  <p:stCondLst>
                                    <p:cond delay="0"/>
                                  </p:stCondLst>
                                  <p:childTnLst>
                                    <p:set>
                                      <p:cBhvr>
                                        <p:cTn id="59" dur="1" fill="hold">
                                          <p:stCondLst>
                                            <p:cond delay="0"/>
                                          </p:stCondLst>
                                        </p:cTn>
                                        <p:tgtEl>
                                          <p:spTgt spid="210"/>
                                        </p:tgtEl>
                                        <p:attrNameLst>
                                          <p:attrName>style.visibility</p:attrName>
                                        </p:attrNameLst>
                                      </p:cBhvr>
                                      <p:to>
                                        <p:strVal val="visible"/>
                                      </p:to>
                                    </p:set>
                                    <p:anim calcmode="lin" valueType="num">
                                      <p:cBhvr>
                                        <p:cTn id="60" dur="300" fill="hold"/>
                                        <p:tgtEl>
                                          <p:spTgt spid="210"/>
                                        </p:tgtEl>
                                        <p:attrNameLst>
                                          <p:attrName>ppt_w</p:attrName>
                                        </p:attrNameLst>
                                      </p:cBhvr>
                                      <p:tavLst>
                                        <p:tav tm="0">
                                          <p:val>
                                            <p:fltVal val="0"/>
                                          </p:val>
                                        </p:tav>
                                        <p:tav tm="100000">
                                          <p:val>
                                            <p:strVal val="#ppt_w"/>
                                          </p:val>
                                        </p:tav>
                                      </p:tavLst>
                                    </p:anim>
                                    <p:anim calcmode="lin" valueType="num">
                                      <p:cBhvr>
                                        <p:cTn id="61" dur="300" fill="hold"/>
                                        <p:tgtEl>
                                          <p:spTgt spid="210"/>
                                        </p:tgtEl>
                                        <p:attrNameLst>
                                          <p:attrName>ppt_h</p:attrName>
                                        </p:attrNameLst>
                                      </p:cBhvr>
                                      <p:tavLst>
                                        <p:tav tm="0">
                                          <p:val>
                                            <p:fltVal val="0"/>
                                          </p:val>
                                        </p:tav>
                                        <p:tav tm="100000">
                                          <p:val>
                                            <p:strVal val="#ppt_h"/>
                                          </p:val>
                                        </p:tav>
                                      </p:tavLst>
                                    </p:anim>
                                    <p:animEffect transition="in" filter="fade">
                                      <p:cBhvr>
                                        <p:cTn id="62" dur="300"/>
                                        <p:tgtEl>
                                          <p:spTgt spid="210"/>
                                        </p:tgtEl>
                                      </p:cBhvr>
                                    </p:animEffect>
                                  </p:childTnLst>
                                </p:cTn>
                              </p:par>
                            </p:childTnLst>
                          </p:cTn>
                        </p:par>
                        <p:par>
                          <p:cTn id="63" fill="hold">
                            <p:stCondLst>
                              <p:cond delay="1200"/>
                            </p:stCondLst>
                            <p:childTnLst>
                              <p:par>
                                <p:cTn id="64" presetID="22" presetClass="entr" presetSubtype="1" fill="hold" nodeType="afterEffect">
                                  <p:stCondLst>
                                    <p:cond delay="0"/>
                                  </p:stCondLst>
                                  <p:childTnLst>
                                    <p:set>
                                      <p:cBhvr>
                                        <p:cTn id="65" dur="1" fill="hold">
                                          <p:stCondLst>
                                            <p:cond delay="0"/>
                                          </p:stCondLst>
                                        </p:cTn>
                                        <p:tgtEl>
                                          <p:spTgt spid="205"/>
                                        </p:tgtEl>
                                        <p:attrNameLst>
                                          <p:attrName>style.visibility</p:attrName>
                                        </p:attrNameLst>
                                      </p:cBhvr>
                                      <p:to>
                                        <p:strVal val="visible"/>
                                      </p:to>
                                    </p:set>
                                    <p:animEffect transition="in" filter="wipe(up)">
                                      <p:cBhvr>
                                        <p:cTn id="66" dur="300"/>
                                        <p:tgtEl>
                                          <p:spTgt spid="20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09"/>
                                        </p:tgtEl>
                                        <p:attrNameLst>
                                          <p:attrName>style.visibility</p:attrName>
                                        </p:attrNameLst>
                                      </p:cBhvr>
                                      <p:to>
                                        <p:strVal val="visible"/>
                                      </p:to>
                                    </p:set>
                                    <p:animEffect transition="in" filter="wipe(left)">
                                      <p:cBhvr>
                                        <p:cTn id="71" dur="300"/>
                                        <p:tgtEl>
                                          <p:spTgt spid="209"/>
                                        </p:tgtEl>
                                      </p:cBhvr>
                                    </p:animEffect>
                                  </p:childTnLst>
                                </p:cTn>
                              </p:par>
                            </p:childTnLst>
                          </p:cTn>
                        </p:par>
                        <p:par>
                          <p:cTn id="72" fill="hold">
                            <p:stCondLst>
                              <p:cond delay="300"/>
                            </p:stCondLst>
                            <p:childTnLst>
                              <p:par>
                                <p:cTn id="73" presetID="53" presetClass="entr" presetSubtype="16" fill="hold" grpId="0" nodeType="afterEffect">
                                  <p:stCondLst>
                                    <p:cond delay="0"/>
                                  </p:stCondLst>
                                  <p:childTnLst>
                                    <p:set>
                                      <p:cBhvr>
                                        <p:cTn id="74" dur="1" fill="hold">
                                          <p:stCondLst>
                                            <p:cond delay="0"/>
                                          </p:stCondLst>
                                        </p:cTn>
                                        <p:tgtEl>
                                          <p:spTgt spid="208"/>
                                        </p:tgtEl>
                                        <p:attrNameLst>
                                          <p:attrName>style.visibility</p:attrName>
                                        </p:attrNameLst>
                                      </p:cBhvr>
                                      <p:to>
                                        <p:strVal val="visible"/>
                                      </p:to>
                                    </p:set>
                                    <p:anim calcmode="lin" valueType="num">
                                      <p:cBhvr>
                                        <p:cTn id="75" dur="300" fill="hold"/>
                                        <p:tgtEl>
                                          <p:spTgt spid="208"/>
                                        </p:tgtEl>
                                        <p:attrNameLst>
                                          <p:attrName>ppt_w</p:attrName>
                                        </p:attrNameLst>
                                      </p:cBhvr>
                                      <p:tavLst>
                                        <p:tav tm="0">
                                          <p:val>
                                            <p:fltVal val="0"/>
                                          </p:val>
                                        </p:tav>
                                        <p:tav tm="100000">
                                          <p:val>
                                            <p:strVal val="#ppt_w"/>
                                          </p:val>
                                        </p:tav>
                                      </p:tavLst>
                                    </p:anim>
                                    <p:anim calcmode="lin" valueType="num">
                                      <p:cBhvr>
                                        <p:cTn id="76" dur="300" fill="hold"/>
                                        <p:tgtEl>
                                          <p:spTgt spid="208"/>
                                        </p:tgtEl>
                                        <p:attrNameLst>
                                          <p:attrName>ppt_h</p:attrName>
                                        </p:attrNameLst>
                                      </p:cBhvr>
                                      <p:tavLst>
                                        <p:tav tm="0">
                                          <p:val>
                                            <p:fltVal val="0"/>
                                          </p:val>
                                        </p:tav>
                                        <p:tav tm="100000">
                                          <p:val>
                                            <p:strVal val="#ppt_h"/>
                                          </p:val>
                                        </p:tav>
                                      </p:tavLst>
                                    </p:anim>
                                    <p:animEffect transition="in" filter="fade">
                                      <p:cBhvr>
                                        <p:cTn id="77" dur="300"/>
                                        <p:tgtEl>
                                          <p:spTgt spid="208"/>
                                        </p:tgtEl>
                                      </p:cBhvr>
                                    </p:animEffect>
                                  </p:childTnLst>
                                </p:cTn>
                              </p:par>
                            </p:childTnLst>
                          </p:cTn>
                        </p:par>
                        <p:par>
                          <p:cTn id="78" fill="hold">
                            <p:stCondLst>
                              <p:cond delay="600"/>
                            </p:stCondLst>
                            <p:childTnLst>
                              <p:par>
                                <p:cTn id="79" presetID="22" presetClass="entr" presetSubtype="1" fill="hold" nodeType="after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wipe(up)">
                                      <p:cBhvr>
                                        <p:cTn id="81" dur="300"/>
                                        <p:tgtEl>
                                          <p:spTgt spid="40"/>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wipe(left)">
                                      <p:cBhvr>
                                        <p:cTn id="86" dur="300"/>
                                        <p:tgtEl>
                                          <p:spTgt spid="26"/>
                                        </p:tgtEl>
                                      </p:cBhvr>
                                    </p:animEffect>
                                  </p:childTnLst>
                                </p:cTn>
                              </p:par>
                            </p:childTnLst>
                          </p:cTn>
                        </p:par>
                        <p:par>
                          <p:cTn id="87" fill="hold">
                            <p:stCondLst>
                              <p:cond delay="300"/>
                            </p:stCondLst>
                            <p:childTnLst>
                              <p:par>
                                <p:cTn id="88" presetID="53" presetClass="entr" presetSubtype="16" fill="hold" grpId="0" nodeType="afterEffect">
                                  <p:stCondLst>
                                    <p:cond delay="0"/>
                                  </p:stCondLst>
                                  <p:childTnLst>
                                    <p:set>
                                      <p:cBhvr>
                                        <p:cTn id="89" dur="1" fill="hold">
                                          <p:stCondLst>
                                            <p:cond delay="0"/>
                                          </p:stCondLst>
                                        </p:cTn>
                                        <p:tgtEl>
                                          <p:spTgt spid="23"/>
                                        </p:tgtEl>
                                        <p:attrNameLst>
                                          <p:attrName>style.visibility</p:attrName>
                                        </p:attrNameLst>
                                      </p:cBhvr>
                                      <p:to>
                                        <p:strVal val="visible"/>
                                      </p:to>
                                    </p:set>
                                    <p:anim calcmode="lin" valueType="num">
                                      <p:cBhvr>
                                        <p:cTn id="90" dur="300" fill="hold"/>
                                        <p:tgtEl>
                                          <p:spTgt spid="23"/>
                                        </p:tgtEl>
                                        <p:attrNameLst>
                                          <p:attrName>ppt_w</p:attrName>
                                        </p:attrNameLst>
                                      </p:cBhvr>
                                      <p:tavLst>
                                        <p:tav tm="0">
                                          <p:val>
                                            <p:fltVal val="0"/>
                                          </p:val>
                                        </p:tav>
                                        <p:tav tm="100000">
                                          <p:val>
                                            <p:strVal val="#ppt_w"/>
                                          </p:val>
                                        </p:tav>
                                      </p:tavLst>
                                    </p:anim>
                                    <p:anim calcmode="lin" valueType="num">
                                      <p:cBhvr>
                                        <p:cTn id="91" dur="300" fill="hold"/>
                                        <p:tgtEl>
                                          <p:spTgt spid="23"/>
                                        </p:tgtEl>
                                        <p:attrNameLst>
                                          <p:attrName>ppt_h</p:attrName>
                                        </p:attrNameLst>
                                      </p:cBhvr>
                                      <p:tavLst>
                                        <p:tav tm="0">
                                          <p:val>
                                            <p:fltVal val="0"/>
                                          </p:val>
                                        </p:tav>
                                        <p:tav tm="100000">
                                          <p:val>
                                            <p:strVal val="#ppt_h"/>
                                          </p:val>
                                        </p:tav>
                                      </p:tavLst>
                                    </p:anim>
                                    <p:animEffect transition="in" filter="fade">
                                      <p:cBhvr>
                                        <p:cTn id="92" dur="300"/>
                                        <p:tgtEl>
                                          <p:spTgt spid="23"/>
                                        </p:tgtEl>
                                      </p:cBhvr>
                                    </p:animEffect>
                                  </p:childTnLst>
                                </p:cTn>
                              </p:par>
                            </p:childTnLst>
                          </p:cTn>
                        </p:par>
                        <p:par>
                          <p:cTn id="93" fill="hold">
                            <p:stCondLst>
                              <p:cond delay="600"/>
                            </p:stCondLst>
                            <p:childTnLst>
                              <p:par>
                                <p:cTn id="94" presetID="22" presetClass="entr" presetSubtype="1" fill="hold" nodeType="afterEffect">
                                  <p:stCondLst>
                                    <p:cond delay="0"/>
                                  </p:stCondLst>
                                  <p:childTnLst>
                                    <p:set>
                                      <p:cBhvr>
                                        <p:cTn id="95" dur="1" fill="hold">
                                          <p:stCondLst>
                                            <p:cond delay="0"/>
                                          </p:stCondLst>
                                        </p:cTn>
                                        <p:tgtEl>
                                          <p:spTgt spid="4"/>
                                        </p:tgtEl>
                                        <p:attrNameLst>
                                          <p:attrName>style.visibility</p:attrName>
                                        </p:attrNameLst>
                                      </p:cBhvr>
                                      <p:to>
                                        <p:strVal val="visible"/>
                                      </p:to>
                                    </p:set>
                                    <p:animEffect transition="in" filter="wipe(up)">
                                      <p:cBhvr>
                                        <p:cTn id="96" dur="500"/>
                                        <p:tgtEl>
                                          <p:spTgt spid="4"/>
                                        </p:tgtEl>
                                      </p:cBhvr>
                                    </p:animEffect>
                                  </p:childTnLst>
                                </p:cTn>
                              </p:par>
                            </p:childTnLst>
                          </p:cTn>
                        </p:par>
                        <p:par>
                          <p:cTn id="97" fill="hold">
                            <p:stCondLst>
                              <p:cond delay="1100"/>
                            </p:stCondLst>
                            <p:childTnLst>
                              <p:par>
                                <p:cTn id="98" presetID="22" presetClass="entr" presetSubtype="1" fill="hold" grpId="0" nodeType="afterEffect">
                                  <p:stCondLst>
                                    <p:cond delay="0"/>
                                  </p:stCondLst>
                                  <p:childTnLst>
                                    <p:set>
                                      <p:cBhvr>
                                        <p:cTn id="99" dur="1" fill="hold">
                                          <p:stCondLst>
                                            <p:cond delay="0"/>
                                          </p:stCondLst>
                                        </p:cTn>
                                        <p:tgtEl>
                                          <p:spTgt spid="220"/>
                                        </p:tgtEl>
                                        <p:attrNameLst>
                                          <p:attrName>style.visibility</p:attrName>
                                        </p:attrNameLst>
                                      </p:cBhvr>
                                      <p:to>
                                        <p:strVal val="visible"/>
                                      </p:to>
                                    </p:set>
                                    <p:animEffect transition="in" filter="wipe(up)">
                                      <p:cBhvr>
                                        <p:cTn id="100" dur="300"/>
                                        <p:tgtEl>
                                          <p:spTgt spid="220"/>
                                        </p:tgtEl>
                                      </p:cBhvr>
                                    </p:animEffect>
                                  </p:childTnLst>
                                </p:cTn>
                              </p:par>
                            </p:childTnLst>
                          </p:cTn>
                        </p:par>
                        <p:par>
                          <p:cTn id="101" fill="hold">
                            <p:stCondLst>
                              <p:cond delay="1400"/>
                            </p:stCondLst>
                            <p:childTnLst>
                              <p:par>
                                <p:cTn id="102" presetID="22" presetClass="entr" presetSubtype="2" fill="hold" grpId="0" nodeType="afterEffect">
                                  <p:stCondLst>
                                    <p:cond delay="0"/>
                                  </p:stCondLst>
                                  <p:childTnLst>
                                    <p:set>
                                      <p:cBhvr>
                                        <p:cTn id="103" dur="1" fill="hold">
                                          <p:stCondLst>
                                            <p:cond delay="0"/>
                                          </p:stCondLst>
                                        </p:cTn>
                                        <p:tgtEl>
                                          <p:spTgt spid="221"/>
                                        </p:tgtEl>
                                        <p:attrNameLst>
                                          <p:attrName>style.visibility</p:attrName>
                                        </p:attrNameLst>
                                      </p:cBhvr>
                                      <p:to>
                                        <p:strVal val="visible"/>
                                      </p:to>
                                    </p:set>
                                    <p:animEffect transition="in" filter="wipe(right)">
                                      <p:cBhvr>
                                        <p:cTn id="104" dur="300"/>
                                        <p:tgtEl>
                                          <p:spTgt spid="221"/>
                                        </p:tgtEl>
                                      </p:cBhvr>
                                    </p:animEffect>
                                  </p:childTnLst>
                                </p:cTn>
                              </p:par>
                            </p:childTnLst>
                          </p:cTn>
                        </p:par>
                        <p:par>
                          <p:cTn id="105" fill="hold">
                            <p:stCondLst>
                              <p:cond delay="1700"/>
                            </p:stCondLst>
                            <p:childTnLst>
                              <p:par>
                                <p:cTn id="106" presetID="22" presetClass="entr" presetSubtype="4" fill="hold" grpId="0" nodeType="afterEffect">
                                  <p:stCondLst>
                                    <p:cond delay="0"/>
                                  </p:stCondLst>
                                  <p:childTnLst>
                                    <p:set>
                                      <p:cBhvr>
                                        <p:cTn id="107" dur="1" fill="hold">
                                          <p:stCondLst>
                                            <p:cond delay="0"/>
                                          </p:stCondLst>
                                        </p:cTn>
                                        <p:tgtEl>
                                          <p:spTgt spid="222"/>
                                        </p:tgtEl>
                                        <p:attrNameLst>
                                          <p:attrName>style.visibility</p:attrName>
                                        </p:attrNameLst>
                                      </p:cBhvr>
                                      <p:to>
                                        <p:strVal val="visible"/>
                                      </p:to>
                                    </p:set>
                                    <p:animEffect transition="in" filter="wipe(down)">
                                      <p:cBhvr>
                                        <p:cTn id="108" dur="300"/>
                                        <p:tgtEl>
                                          <p:spTgt spid="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6" grpId="0" animBg="1"/>
      <p:bldP spid="208" grpId="0" animBg="1"/>
      <p:bldP spid="209" grpId="0" animBg="1"/>
      <p:bldP spid="210" grpId="0" animBg="1"/>
      <p:bldP spid="211" grpId="0" animBg="1"/>
      <p:bldP spid="212" grpId="0" animBg="1"/>
      <p:bldP spid="213" grpId="0" animBg="1"/>
      <p:bldP spid="214" grpId="0" animBg="1"/>
      <p:bldP spid="215" grpId="0" animBg="1"/>
      <p:bldP spid="216" grpId="0" animBg="1"/>
      <p:bldP spid="217" grpId="0" animBg="1"/>
      <p:bldP spid="218" grpId="0" animBg="1"/>
      <p:bldP spid="222" grpId="0" animBg="1"/>
      <p:bldP spid="221" grpId="0" animBg="1"/>
      <p:bldP spid="220"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77" name="Group 46">
            <a:extLst>
              <a:ext uri="{FF2B5EF4-FFF2-40B4-BE49-F238E27FC236}">
                <a16:creationId xmlns:a16="http://schemas.microsoft.com/office/drawing/2014/main" id="{2557A0AF-1103-2947-D6B5-323D99B46ACF}"/>
              </a:ext>
            </a:extLst>
          </p:cNvPr>
          <p:cNvGrpSpPr/>
          <p:nvPr/>
        </p:nvGrpSpPr>
        <p:grpSpPr>
          <a:xfrm>
            <a:off x="1698882" y="3377324"/>
            <a:ext cx="2710022" cy="2512313"/>
            <a:chOff x="8535770" y="1316737"/>
            <a:chExt cx="2710022" cy="2512313"/>
          </a:xfrm>
        </p:grpSpPr>
        <p:sp>
          <p:nvSpPr>
            <p:cNvPr id="1078" name="Rectangle 33">
              <a:extLst>
                <a:ext uri="{FF2B5EF4-FFF2-40B4-BE49-F238E27FC236}">
                  <a16:creationId xmlns:a16="http://schemas.microsoft.com/office/drawing/2014/main" id="{D125C814-84EF-A9A1-F7D7-4C28AE998471}"/>
                </a:ext>
              </a:extLst>
            </p:cNvPr>
            <p:cNvSpPr/>
            <p:nvPr/>
          </p:nvSpPr>
          <p:spPr>
            <a:xfrm>
              <a:off x="8557730" y="1316737"/>
              <a:ext cx="1629434" cy="2512313"/>
            </a:xfrm>
            <a:prstGeom prst="rect">
              <a:avLst/>
            </a:prstGeom>
            <a:noFill/>
            <a:ln w="12700" cap="flat">
              <a:solidFill>
                <a:srgbClr val="E6E6E6"/>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
          <p:nvSpPr>
            <p:cNvPr id="1079" name="Rectangle 45">
              <a:extLst>
                <a:ext uri="{FF2B5EF4-FFF2-40B4-BE49-F238E27FC236}">
                  <a16:creationId xmlns:a16="http://schemas.microsoft.com/office/drawing/2014/main" id="{240B91F9-6037-C668-374F-D088AC73BCDB}"/>
                </a:ext>
              </a:extLst>
            </p:cNvPr>
            <p:cNvSpPr/>
            <p:nvPr/>
          </p:nvSpPr>
          <p:spPr>
            <a:xfrm>
              <a:off x="8762343" y="2254869"/>
              <a:ext cx="1216731" cy="1428131"/>
            </a:xfrm>
            <a:prstGeom prst="rect">
              <a:avLst/>
            </a:prstGeom>
            <a:solidFill>
              <a:srgbClr val="FFFFFF"/>
            </a:solidFill>
            <a:ln w="12700" cap="flat">
              <a:solidFill>
                <a:srgbClr val="E5E5E5"/>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pic>
          <p:nvPicPr>
            <p:cNvPr id="1080" name="Picture 10">
              <a:extLst>
                <a:ext uri="{FF2B5EF4-FFF2-40B4-BE49-F238E27FC236}">
                  <a16:creationId xmlns:a16="http://schemas.microsoft.com/office/drawing/2014/main" id="{0233296F-A91B-82BF-D3F5-BCDAAA8F42A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933099" y="1707162"/>
              <a:ext cx="856737" cy="232032"/>
            </a:xfrm>
            <a:prstGeom prst="rect">
              <a:avLst/>
            </a:prstGeom>
            <a:noFill/>
            <a:extLst>
              <a:ext uri="{909E8E84-426E-40DD-AFC4-6F175D3DCCD1}">
                <a14:hiddenFill xmlns:a14="http://schemas.microsoft.com/office/drawing/2010/main">
                  <a:solidFill>
                    <a:srgbClr val="FFFFFF"/>
                  </a:solidFill>
                </a14:hiddenFill>
              </a:ext>
            </a:extLst>
          </p:spPr>
        </p:pic>
        <p:pic>
          <p:nvPicPr>
            <p:cNvPr id="1081" name="Picture 14">
              <a:extLst>
                <a:ext uri="{FF2B5EF4-FFF2-40B4-BE49-F238E27FC236}">
                  <a16:creationId xmlns:a16="http://schemas.microsoft.com/office/drawing/2014/main" id="{4DCB87B7-5352-F3A0-3C3D-5BE858962318}"/>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795673" y="2009697"/>
              <a:ext cx="1143000" cy="128588"/>
            </a:xfrm>
            <a:prstGeom prst="rect">
              <a:avLst/>
            </a:prstGeom>
            <a:noFill/>
            <a:extLst>
              <a:ext uri="{909E8E84-426E-40DD-AFC4-6F175D3DCCD1}">
                <a14:hiddenFill xmlns:a14="http://schemas.microsoft.com/office/drawing/2010/main">
                  <a:solidFill>
                    <a:srgbClr val="FFFFFF"/>
                  </a:solidFill>
                </a14:hiddenFill>
              </a:ext>
            </a:extLst>
          </p:spPr>
        </p:pic>
        <p:sp>
          <p:nvSpPr>
            <p:cNvPr id="1082" name="TextBox 18">
              <a:extLst>
                <a:ext uri="{FF2B5EF4-FFF2-40B4-BE49-F238E27FC236}">
                  <a16:creationId xmlns:a16="http://schemas.microsoft.com/office/drawing/2014/main" id="{A3EF85DD-CBB2-8EED-2144-19C578CFB547}"/>
                </a:ext>
              </a:extLst>
            </p:cNvPr>
            <p:cNvSpPr txBox="1"/>
            <p:nvPr/>
          </p:nvSpPr>
          <p:spPr>
            <a:xfrm>
              <a:off x="8535770" y="1333427"/>
              <a:ext cx="1651393" cy="44669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ctr" defTabSz="819150" rtl="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External LLMs</a:t>
              </a:r>
            </a:p>
          </p:txBody>
        </p:sp>
        <p:pic>
          <p:nvPicPr>
            <p:cNvPr id="1083" name="Picture 2" descr="Buy LiteLLM stock and other Pre-IPO shares on UpMarket">
              <a:extLst>
                <a:ext uri="{FF2B5EF4-FFF2-40B4-BE49-F238E27FC236}">
                  <a16:creationId xmlns:a16="http://schemas.microsoft.com/office/drawing/2014/main" id="{652FBFF7-7012-1627-2DB3-864B5F36C25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35652" b="31677"/>
            <a:stretch/>
          </p:blipFill>
          <p:spPr bwMode="auto">
            <a:xfrm>
              <a:off x="8813808" y="2320234"/>
              <a:ext cx="1064141" cy="347670"/>
            </a:xfrm>
            <a:prstGeom prst="rect">
              <a:avLst/>
            </a:prstGeom>
            <a:noFill/>
            <a:extLst>
              <a:ext uri="{909E8E84-426E-40DD-AFC4-6F175D3DCCD1}">
                <a14:hiddenFill xmlns:a14="http://schemas.microsoft.com/office/drawing/2010/main">
                  <a:solidFill>
                    <a:srgbClr val="FFFFFF"/>
                  </a:solidFill>
                </a14:hiddenFill>
              </a:ext>
            </a:extLst>
          </p:spPr>
        </p:pic>
        <p:pic>
          <p:nvPicPr>
            <p:cNvPr id="1084" name="Picture 39">
              <a:extLst>
                <a:ext uri="{FF2B5EF4-FFF2-40B4-BE49-F238E27FC236}">
                  <a16:creationId xmlns:a16="http://schemas.microsoft.com/office/drawing/2014/main" id="{916CBC19-C072-9C86-CE04-B303F68B1ECD}"/>
                </a:ext>
              </a:extLst>
            </p:cNvPr>
            <p:cNvPicPr>
              <a:picLocks noChangeAspect="1"/>
            </p:cNvPicPr>
            <p:nvPr/>
          </p:nvPicPr>
          <p:blipFill>
            <a:blip r:embed="rId6"/>
            <a:srcRect t="38200" b="41134"/>
            <a:stretch/>
          </p:blipFill>
          <p:spPr>
            <a:xfrm>
              <a:off x="9011467" y="2787915"/>
              <a:ext cx="713276" cy="147405"/>
            </a:xfrm>
            <a:prstGeom prst="rect">
              <a:avLst/>
            </a:prstGeom>
          </p:spPr>
        </p:pic>
        <p:pic>
          <p:nvPicPr>
            <p:cNvPr id="1085" name="Picture 47">
              <a:extLst>
                <a:ext uri="{FF2B5EF4-FFF2-40B4-BE49-F238E27FC236}">
                  <a16:creationId xmlns:a16="http://schemas.microsoft.com/office/drawing/2014/main" id="{1B5DB0D1-232C-0C27-CCFD-5F1D918CF2B3}"/>
                </a:ext>
              </a:extLst>
            </p:cNvPr>
            <p:cNvPicPr>
              <a:picLocks noChangeAspect="1"/>
            </p:cNvPicPr>
            <p:nvPr/>
          </p:nvPicPr>
          <p:blipFill>
            <a:blip r:embed="rId7">
              <a:clrChange>
                <a:clrFrom>
                  <a:srgbClr val="F8F8F8"/>
                </a:clrFrom>
                <a:clrTo>
                  <a:srgbClr val="F8F8F8">
                    <a:alpha val="0"/>
                  </a:srgbClr>
                </a:clrTo>
              </a:clrChange>
            </a:blip>
            <a:srcRect t="37399" b="20458"/>
            <a:stretch/>
          </p:blipFill>
          <p:spPr>
            <a:xfrm>
              <a:off x="9033496" y="3003126"/>
              <a:ext cx="669217" cy="188385"/>
            </a:xfrm>
            <a:prstGeom prst="rect">
              <a:avLst/>
            </a:prstGeom>
          </p:spPr>
        </p:pic>
        <p:pic>
          <p:nvPicPr>
            <p:cNvPr id="1086" name="Picture 51">
              <a:extLst>
                <a:ext uri="{FF2B5EF4-FFF2-40B4-BE49-F238E27FC236}">
                  <a16:creationId xmlns:a16="http://schemas.microsoft.com/office/drawing/2014/main" id="{88B54644-2402-0E76-F69E-EA537829F003}"/>
                </a:ext>
              </a:extLst>
            </p:cNvPr>
            <p:cNvPicPr>
              <a:picLocks noChangeAspect="1"/>
            </p:cNvPicPr>
            <p:nvPr/>
          </p:nvPicPr>
          <p:blipFill>
            <a:blip r:embed="rId8"/>
            <a:stretch>
              <a:fillRect/>
            </a:stretch>
          </p:blipFill>
          <p:spPr>
            <a:xfrm>
              <a:off x="9226578" y="3193354"/>
              <a:ext cx="359450" cy="188385"/>
            </a:xfrm>
            <a:prstGeom prst="rect">
              <a:avLst/>
            </a:prstGeom>
          </p:spPr>
        </p:pic>
        <p:pic>
          <p:nvPicPr>
            <p:cNvPr id="1087" name="Picture 56">
              <a:extLst>
                <a:ext uri="{FF2B5EF4-FFF2-40B4-BE49-F238E27FC236}">
                  <a16:creationId xmlns:a16="http://schemas.microsoft.com/office/drawing/2014/main" id="{064FA3A4-0517-8BAB-F58A-0A48F6D06394}"/>
                </a:ext>
              </a:extLst>
            </p:cNvPr>
            <p:cNvPicPr>
              <a:picLocks noChangeAspect="1"/>
            </p:cNvPicPr>
            <p:nvPr/>
          </p:nvPicPr>
          <p:blipFill>
            <a:blip r:embed="rId9"/>
            <a:srcRect l="35169" t="39084" r="34324" b="39789"/>
            <a:stretch/>
          </p:blipFill>
          <p:spPr>
            <a:xfrm>
              <a:off x="9145741" y="3434443"/>
              <a:ext cx="521124" cy="177785"/>
            </a:xfrm>
            <a:prstGeom prst="rect">
              <a:avLst/>
            </a:prstGeom>
          </p:spPr>
        </p:pic>
        <p:cxnSp>
          <p:nvCxnSpPr>
            <p:cNvPr id="1088" name="Straight Connector 58">
              <a:extLst>
                <a:ext uri="{FF2B5EF4-FFF2-40B4-BE49-F238E27FC236}">
                  <a16:creationId xmlns:a16="http://schemas.microsoft.com/office/drawing/2014/main" id="{3F34A3AC-3E08-ACBC-ADD4-E53B83B91669}"/>
                </a:ext>
              </a:extLst>
            </p:cNvPr>
            <p:cNvCxnSpPr/>
            <p:nvPr/>
          </p:nvCxnSpPr>
          <p:spPr>
            <a:xfrm>
              <a:off x="8874811" y="2708268"/>
              <a:ext cx="995781" cy="0"/>
            </a:xfrm>
            <a:prstGeom prst="line">
              <a:avLst/>
            </a:prstGeom>
            <a:noFill/>
            <a:ln w="9525" cap="flat">
              <a:solidFill>
                <a:srgbClr val="E5E5E5"/>
              </a:solidFill>
              <a:prstDash val="solid"/>
              <a:miter lim="400000"/>
            </a:ln>
            <a:effectLst/>
            <a:sp3d/>
          </p:spPr>
          <p:style>
            <a:lnRef idx="0">
              <a:scrgbClr r="0" g="0" b="0"/>
            </a:lnRef>
            <a:fillRef idx="0">
              <a:scrgbClr r="0" g="0" b="0"/>
            </a:fillRef>
            <a:effectRef idx="0">
              <a:scrgbClr r="0" g="0" b="0"/>
            </a:effectRef>
            <a:fontRef idx="none"/>
          </p:style>
        </p:cxnSp>
        <p:sp>
          <p:nvSpPr>
            <p:cNvPr id="1089" name="TextBox 59">
              <a:extLst>
                <a:ext uri="{FF2B5EF4-FFF2-40B4-BE49-F238E27FC236}">
                  <a16:creationId xmlns:a16="http://schemas.microsoft.com/office/drawing/2014/main" id="{7AD58E54-A305-F49E-504F-316EAD911977}"/>
                </a:ext>
              </a:extLst>
            </p:cNvPr>
            <p:cNvSpPr txBox="1"/>
            <p:nvPr/>
          </p:nvSpPr>
          <p:spPr>
            <a:xfrm>
              <a:off x="9226578" y="2472120"/>
              <a:ext cx="623265" cy="2914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Calibri" panose="020F0502020204030204"/>
                  <a:ea typeface="Gill Sans"/>
                  <a:cs typeface="Gill Sans"/>
                  <a:sym typeface="Gill Sans"/>
                </a:rPr>
                <a:t>100+ LLMS</a:t>
              </a:r>
            </a:p>
          </p:txBody>
        </p:sp>
        <p:pic>
          <p:nvPicPr>
            <p:cNvPr id="1090" name="Graphic 11">
              <a:extLst>
                <a:ext uri="{FF2B5EF4-FFF2-40B4-BE49-F238E27FC236}">
                  <a16:creationId xmlns:a16="http://schemas.microsoft.com/office/drawing/2014/main" id="{ADD3D416-24F2-0752-5251-273884A5033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9886245" y="2296495"/>
              <a:ext cx="376368" cy="376368"/>
            </a:xfrm>
            <a:prstGeom prst="rect">
              <a:avLst/>
            </a:prstGeom>
          </p:spPr>
        </p:pic>
        <p:sp>
          <p:nvSpPr>
            <p:cNvPr id="1091" name="Up-Down Arrow 19">
              <a:extLst>
                <a:ext uri="{FF2B5EF4-FFF2-40B4-BE49-F238E27FC236}">
                  <a16:creationId xmlns:a16="http://schemas.microsoft.com/office/drawing/2014/main" id="{52FE3E18-00A0-B6B7-4557-7B7928232E71}"/>
                </a:ext>
              </a:extLst>
            </p:cNvPr>
            <p:cNvSpPr/>
            <p:nvPr/>
          </p:nvSpPr>
          <p:spPr>
            <a:xfrm rot="16200000">
              <a:off x="10620485" y="1074756"/>
              <a:ext cx="225475" cy="1025138"/>
            </a:xfrm>
            <a:prstGeom prst="up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el 1">
            <a:extLst>
              <a:ext uri="{FF2B5EF4-FFF2-40B4-BE49-F238E27FC236}">
                <a16:creationId xmlns:a16="http://schemas.microsoft.com/office/drawing/2014/main" id="{C8E627BF-781E-B7D1-E306-D54D206DDBAE}"/>
              </a:ext>
            </a:extLst>
          </p:cNvPr>
          <p:cNvSpPr>
            <a:spLocks noGrp="1"/>
          </p:cNvSpPr>
          <p:nvPr>
            <p:ph type="title"/>
          </p:nvPr>
        </p:nvSpPr>
        <p:spPr/>
        <p:txBody>
          <a:bodyPr/>
          <a:lstStyle/>
          <a:p>
            <a:r>
              <a:rPr lang="de-DE" dirty="0"/>
              <a:t>Live Demo: Event-Driven Retail </a:t>
            </a:r>
            <a:r>
              <a:rPr lang="de-DE" dirty="0" err="1"/>
              <a:t>Operations</a:t>
            </a:r>
            <a:endParaRPr lang="de-DE" dirty="0"/>
          </a:p>
        </p:txBody>
      </p:sp>
      <p:sp>
        <p:nvSpPr>
          <p:cNvPr id="3" name="Fußzeilenplatzhalter 2">
            <a:extLst>
              <a:ext uri="{FF2B5EF4-FFF2-40B4-BE49-F238E27FC236}">
                <a16:creationId xmlns:a16="http://schemas.microsoft.com/office/drawing/2014/main" id="{198FC6F6-0740-8DB0-52B7-A8B7C2D199E4}"/>
              </a:ext>
            </a:extLst>
          </p:cNvPr>
          <p:cNvSpPr>
            <a:spLocks noGrp="1"/>
          </p:cNvSpPr>
          <p:nvPr>
            <p:ph type="ftr" sz="quarter" idx="10"/>
          </p:nvPr>
        </p:nvSpPr>
        <p:spPr/>
        <p:txBody>
          <a:bodyPr/>
          <a:lstStyle/>
          <a:p>
            <a:r>
              <a:rPr lang="en-US"/>
              <a:t>© Solace   |   Proprietary &amp; Confidential</a:t>
            </a:r>
          </a:p>
        </p:txBody>
      </p:sp>
      <p:sp>
        <p:nvSpPr>
          <p:cNvPr id="4" name="Foliennummernplatzhalter 3">
            <a:extLst>
              <a:ext uri="{FF2B5EF4-FFF2-40B4-BE49-F238E27FC236}">
                <a16:creationId xmlns:a16="http://schemas.microsoft.com/office/drawing/2014/main" id="{14397BCF-AD53-5EB7-1FFD-E53F0AAF88C7}"/>
              </a:ext>
            </a:extLst>
          </p:cNvPr>
          <p:cNvSpPr>
            <a:spLocks noGrp="1"/>
          </p:cNvSpPr>
          <p:nvPr>
            <p:ph type="sldNum" sz="quarter" idx="11"/>
          </p:nvPr>
        </p:nvSpPr>
        <p:spPr/>
        <p:txBody>
          <a:bodyPr/>
          <a:lstStyle/>
          <a:p>
            <a:fld id="{5AC94115-40D6-4F9E-B464-3718F525A7D7}" type="slidenum">
              <a:rPr lang="en-US" smtClean="0"/>
              <a:pPr/>
              <a:t>2</a:t>
            </a:fld>
            <a:endParaRPr lang="en-US"/>
          </a:p>
        </p:txBody>
      </p:sp>
      <p:sp>
        <p:nvSpPr>
          <p:cNvPr id="6" name="TextBox 5">
            <a:extLst>
              <a:ext uri="{FF2B5EF4-FFF2-40B4-BE49-F238E27FC236}">
                <a16:creationId xmlns:a16="http://schemas.microsoft.com/office/drawing/2014/main" id="{75809974-8D84-C518-AA4D-77C8E85083E7}"/>
              </a:ext>
            </a:extLst>
          </p:cNvPr>
          <p:cNvSpPr txBox="1"/>
          <p:nvPr/>
        </p:nvSpPr>
        <p:spPr>
          <a:xfrm>
            <a:off x="202800" y="5682600"/>
            <a:ext cx="914400" cy="914400"/>
          </a:xfrm>
          <a:prstGeom prst="rect">
            <a:avLst/>
          </a:prstGeom>
          <a:noFill/>
        </p:spPr>
        <p:txBody>
          <a:bodyPr wrap="none" lIns="0" tIns="0" rIns="0" bIns="0" rtlCol="0">
            <a:noAutofit/>
          </a:bodyPr>
          <a:lstStyle/>
          <a:p>
            <a:pPr algn="l"/>
            <a:r>
              <a:rPr lang="en-US" sz="1600" b="1" dirty="0">
                <a:solidFill>
                  <a:srgbClr val="979797"/>
                </a:solidFill>
              </a:rPr>
              <a:t>RETAIL STORES</a:t>
            </a:r>
          </a:p>
        </p:txBody>
      </p:sp>
      <p:pic>
        <p:nvPicPr>
          <p:cNvPr id="7" name="Graphic 18">
            <a:extLst>
              <a:ext uri="{FF2B5EF4-FFF2-40B4-BE49-F238E27FC236}">
                <a16:creationId xmlns:a16="http://schemas.microsoft.com/office/drawing/2014/main" id="{DB224022-064F-A370-8FF9-F49D27646AB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2845206" y="5492005"/>
            <a:ext cx="665759" cy="665759"/>
          </a:xfrm>
          <a:prstGeom prst="rect">
            <a:avLst/>
          </a:prstGeom>
        </p:spPr>
      </p:pic>
      <p:pic>
        <p:nvPicPr>
          <p:cNvPr id="8" name="Graphic 18">
            <a:extLst>
              <a:ext uri="{FF2B5EF4-FFF2-40B4-BE49-F238E27FC236}">
                <a16:creationId xmlns:a16="http://schemas.microsoft.com/office/drawing/2014/main" id="{E33694E1-64A3-8080-39DD-F4BA6563613A}"/>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759606" y="5492004"/>
            <a:ext cx="665759" cy="665759"/>
          </a:xfrm>
          <a:prstGeom prst="rect">
            <a:avLst/>
          </a:prstGeom>
        </p:spPr>
      </p:pic>
      <p:pic>
        <p:nvPicPr>
          <p:cNvPr id="9" name="Graphic 18">
            <a:extLst>
              <a:ext uri="{FF2B5EF4-FFF2-40B4-BE49-F238E27FC236}">
                <a16:creationId xmlns:a16="http://schemas.microsoft.com/office/drawing/2014/main" id="{6E76FA38-4D3A-E6B9-0B07-51D08CF60C44}"/>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674006" y="5492004"/>
            <a:ext cx="665759" cy="665759"/>
          </a:xfrm>
          <a:prstGeom prst="rect">
            <a:avLst/>
          </a:prstGeom>
        </p:spPr>
      </p:pic>
      <p:pic>
        <p:nvPicPr>
          <p:cNvPr id="10" name="Graphic 18">
            <a:extLst>
              <a:ext uri="{FF2B5EF4-FFF2-40B4-BE49-F238E27FC236}">
                <a16:creationId xmlns:a16="http://schemas.microsoft.com/office/drawing/2014/main" id="{75B0A552-6F24-20DE-10B8-F22FAC9CC53E}"/>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6852235" y="5492005"/>
            <a:ext cx="665759" cy="665759"/>
          </a:xfrm>
          <a:prstGeom prst="rect">
            <a:avLst/>
          </a:prstGeom>
        </p:spPr>
      </p:pic>
      <p:pic>
        <p:nvPicPr>
          <p:cNvPr id="11" name="Graphic 18">
            <a:extLst>
              <a:ext uri="{FF2B5EF4-FFF2-40B4-BE49-F238E27FC236}">
                <a16:creationId xmlns:a16="http://schemas.microsoft.com/office/drawing/2014/main" id="{33F639E7-09D7-F23E-B788-94920B1B6E2B}"/>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766635" y="5492005"/>
            <a:ext cx="665759" cy="665759"/>
          </a:xfrm>
          <a:prstGeom prst="rect">
            <a:avLst/>
          </a:prstGeom>
        </p:spPr>
      </p:pic>
      <p:pic>
        <p:nvPicPr>
          <p:cNvPr id="12" name="Graphic 18">
            <a:extLst>
              <a:ext uri="{FF2B5EF4-FFF2-40B4-BE49-F238E27FC236}">
                <a16:creationId xmlns:a16="http://schemas.microsoft.com/office/drawing/2014/main" id="{74859946-3934-662A-225D-CD38E9DC8FC5}"/>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8681035" y="5492004"/>
            <a:ext cx="665759" cy="665759"/>
          </a:xfrm>
          <a:prstGeom prst="rect">
            <a:avLst/>
          </a:prstGeom>
        </p:spPr>
      </p:pic>
      <p:pic>
        <p:nvPicPr>
          <p:cNvPr id="14" name="Graphic 31">
            <a:extLst>
              <a:ext uri="{FF2B5EF4-FFF2-40B4-BE49-F238E27FC236}">
                <a16:creationId xmlns:a16="http://schemas.microsoft.com/office/drawing/2014/main" id="{8233C68E-41D7-8884-A7B0-B2CB05D91C12}"/>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730240" y="5459123"/>
            <a:ext cx="731520" cy="731520"/>
          </a:xfrm>
          <a:prstGeom prst="rect">
            <a:avLst/>
          </a:prstGeom>
        </p:spPr>
      </p:pic>
      <p:pic>
        <p:nvPicPr>
          <p:cNvPr id="1032" name="Picture 8" descr="Pos Icon #10376 - Free Icons Library">
            <a:extLst>
              <a:ext uri="{FF2B5EF4-FFF2-40B4-BE49-F238E27FC236}">
                <a16:creationId xmlns:a16="http://schemas.microsoft.com/office/drawing/2014/main" id="{4141F128-1EA7-2DF2-580E-050A18FBF87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680549" y="6309250"/>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8" descr="Pos Icon #10376 - Free Icons Library">
            <a:extLst>
              <a:ext uri="{FF2B5EF4-FFF2-40B4-BE49-F238E27FC236}">
                <a16:creationId xmlns:a16="http://schemas.microsoft.com/office/drawing/2014/main" id="{B15128B6-5BF5-B2D6-8920-61EF78ACB15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075722" y="6306665"/>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8" descr="Pos Icon #10376 - Free Icons Library">
            <a:extLst>
              <a:ext uri="{FF2B5EF4-FFF2-40B4-BE49-F238E27FC236}">
                <a16:creationId xmlns:a16="http://schemas.microsoft.com/office/drawing/2014/main" id="{DDE9853F-C102-F9BD-4C50-22FD44EBC7A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470895" y="6306665"/>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8" descr="Pos Icon #10376 - Free Icons Library">
            <a:extLst>
              <a:ext uri="{FF2B5EF4-FFF2-40B4-BE49-F238E27FC236}">
                <a16:creationId xmlns:a16="http://schemas.microsoft.com/office/drawing/2014/main" id="{E4B566E6-7C2F-4A9D-C424-7285B75A666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866068" y="6306665"/>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8" descr="Pos Icon #10376 - Free Icons Library">
            <a:extLst>
              <a:ext uri="{FF2B5EF4-FFF2-40B4-BE49-F238E27FC236}">
                <a16:creationId xmlns:a16="http://schemas.microsoft.com/office/drawing/2014/main" id="{EFE552D3-06AF-5BF0-F580-C60705B2C6C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295440" y="6296318"/>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8" descr="Pos Icon #10376 - Free Icons Library">
            <a:extLst>
              <a:ext uri="{FF2B5EF4-FFF2-40B4-BE49-F238E27FC236}">
                <a16:creationId xmlns:a16="http://schemas.microsoft.com/office/drawing/2014/main" id="{444D979A-B680-EBA3-040F-E088F1C050E4}"/>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90613" y="6293733"/>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8" descr="Pos Icon #10376 - Free Icons Library">
            <a:extLst>
              <a:ext uri="{FF2B5EF4-FFF2-40B4-BE49-F238E27FC236}">
                <a16:creationId xmlns:a16="http://schemas.microsoft.com/office/drawing/2014/main" id="{CD692F97-2FD7-10B0-78FD-5868095C2AC8}"/>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085786" y="6293733"/>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8" descr="Pos Icon #10376 - Free Icons Library">
            <a:extLst>
              <a:ext uri="{FF2B5EF4-FFF2-40B4-BE49-F238E27FC236}">
                <a16:creationId xmlns:a16="http://schemas.microsoft.com/office/drawing/2014/main" id="{089E20E8-AFD9-450D-55C9-D92E53A75BA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480959" y="6293733"/>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8" descr="Pos Icon #10376 - Free Icons Library">
            <a:extLst>
              <a:ext uri="{FF2B5EF4-FFF2-40B4-BE49-F238E27FC236}">
                <a16:creationId xmlns:a16="http://schemas.microsoft.com/office/drawing/2014/main" id="{740B5E95-4D08-5C94-7D60-3DBBD22D99C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891639" y="6296318"/>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8" descr="Pos Icon #10376 - Free Icons Library">
            <a:extLst>
              <a:ext uri="{FF2B5EF4-FFF2-40B4-BE49-F238E27FC236}">
                <a16:creationId xmlns:a16="http://schemas.microsoft.com/office/drawing/2014/main" id="{8DC73D97-082F-898A-C9B4-989181CD0A6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286812" y="6293733"/>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8" descr="Pos Icon #10376 - Free Icons Library">
            <a:extLst>
              <a:ext uri="{FF2B5EF4-FFF2-40B4-BE49-F238E27FC236}">
                <a16:creationId xmlns:a16="http://schemas.microsoft.com/office/drawing/2014/main" id="{7F3C808A-1515-992D-68DD-74B4C47CE9B1}"/>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681985" y="6293733"/>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8" descr="Pos Icon #10376 - Free Icons Library">
            <a:extLst>
              <a:ext uri="{FF2B5EF4-FFF2-40B4-BE49-F238E27FC236}">
                <a16:creationId xmlns:a16="http://schemas.microsoft.com/office/drawing/2014/main" id="{06380016-6195-99E8-EF47-016563BE0CE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077158" y="6293733"/>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8" descr="Pos Icon #10376 - Free Icons Library">
            <a:extLst>
              <a:ext uri="{FF2B5EF4-FFF2-40B4-BE49-F238E27FC236}">
                <a16:creationId xmlns:a16="http://schemas.microsoft.com/office/drawing/2014/main" id="{A94BD179-B410-2777-E502-1134D19749B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464893" y="6309250"/>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8" descr="Pos Icon #10376 - Free Icons Library">
            <a:extLst>
              <a:ext uri="{FF2B5EF4-FFF2-40B4-BE49-F238E27FC236}">
                <a16:creationId xmlns:a16="http://schemas.microsoft.com/office/drawing/2014/main" id="{732E3AAA-DF49-7AD4-5C00-DF96C67EA3A3}"/>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860066" y="6306665"/>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8" descr="Pos Icon #10376 - Free Icons Library">
            <a:extLst>
              <a:ext uri="{FF2B5EF4-FFF2-40B4-BE49-F238E27FC236}">
                <a16:creationId xmlns:a16="http://schemas.microsoft.com/office/drawing/2014/main" id="{6FF46385-5D08-6B9F-4239-10ACF2EF385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255239" y="6306665"/>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8" descr="Pos Icon #10376 - Free Icons Library">
            <a:extLst>
              <a:ext uri="{FF2B5EF4-FFF2-40B4-BE49-F238E27FC236}">
                <a16:creationId xmlns:a16="http://schemas.microsoft.com/office/drawing/2014/main" id="{FB78DF4C-664E-A58C-B927-1AA9F434A5F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8650412" y="6306665"/>
            <a:ext cx="435330" cy="359499"/>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8" descr="Pos Icon #10376 - Free Icons Library">
            <a:extLst>
              <a:ext uri="{FF2B5EF4-FFF2-40B4-BE49-F238E27FC236}">
                <a16:creationId xmlns:a16="http://schemas.microsoft.com/office/drawing/2014/main" id="{1AEA14C0-3E0A-6A6B-C536-76E05F21603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038147" y="6320878"/>
            <a:ext cx="435330" cy="359499"/>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5">
            <a:extLst>
              <a:ext uri="{FF2B5EF4-FFF2-40B4-BE49-F238E27FC236}">
                <a16:creationId xmlns:a16="http://schemas.microsoft.com/office/drawing/2014/main" id="{4726F6F7-30E6-E6F9-4BAA-6C5E20C3514E}"/>
              </a:ext>
            </a:extLst>
          </p:cNvPr>
          <p:cNvSpPr txBox="1"/>
          <p:nvPr/>
        </p:nvSpPr>
        <p:spPr>
          <a:xfrm>
            <a:off x="1263459" y="6139800"/>
            <a:ext cx="914400" cy="914400"/>
          </a:xfrm>
          <a:prstGeom prst="rect">
            <a:avLst/>
          </a:prstGeom>
          <a:noFill/>
        </p:spPr>
        <p:txBody>
          <a:bodyPr wrap="none" lIns="0" tIns="0" rIns="0" bIns="0" rtlCol="0">
            <a:noAutofit/>
          </a:bodyPr>
          <a:lstStyle/>
          <a:p>
            <a:pPr algn="l"/>
            <a:r>
              <a:rPr lang="en-US" sz="1600" b="1" dirty="0">
                <a:solidFill>
                  <a:srgbClr val="979797"/>
                </a:solidFill>
              </a:rPr>
              <a:t>POS</a:t>
            </a:r>
          </a:p>
        </p:txBody>
      </p:sp>
      <p:sp>
        <p:nvSpPr>
          <p:cNvPr id="36" name="TextBox 5">
            <a:extLst>
              <a:ext uri="{FF2B5EF4-FFF2-40B4-BE49-F238E27FC236}">
                <a16:creationId xmlns:a16="http://schemas.microsoft.com/office/drawing/2014/main" id="{1FE20C10-DC99-A108-8DED-D81B3F6DC230}"/>
              </a:ext>
            </a:extLst>
          </p:cNvPr>
          <p:cNvSpPr txBox="1"/>
          <p:nvPr/>
        </p:nvSpPr>
        <p:spPr>
          <a:xfrm>
            <a:off x="202800" y="3955726"/>
            <a:ext cx="914400" cy="914400"/>
          </a:xfrm>
          <a:prstGeom prst="rect">
            <a:avLst/>
          </a:prstGeom>
          <a:noFill/>
        </p:spPr>
        <p:txBody>
          <a:bodyPr wrap="none" lIns="0" tIns="0" rIns="0" bIns="0" rtlCol="0">
            <a:noAutofit/>
          </a:bodyPr>
          <a:lstStyle/>
          <a:p>
            <a:pPr algn="l"/>
            <a:r>
              <a:rPr lang="en-US" sz="1600" b="1" dirty="0">
                <a:solidFill>
                  <a:srgbClr val="979797"/>
                </a:solidFill>
              </a:rPr>
              <a:t>RETAIL CLOUD</a:t>
            </a:r>
          </a:p>
        </p:txBody>
      </p:sp>
      <p:pic>
        <p:nvPicPr>
          <p:cNvPr id="37" name="Graphic 18">
            <a:extLst>
              <a:ext uri="{FF2B5EF4-FFF2-40B4-BE49-F238E27FC236}">
                <a16:creationId xmlns:a16="http://schemas.microsoft.com/office/drawing/2014/main" id="{14207D01-D51C-7D44-3B1C-A0A152207DD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750458" y="3747167"/>
            <a:ext cx="665759" cy="665759"/>
          </a:xfrm>
          <a:prstGeom prst="rect">
            <a:avLst/>
          </a:prstGeom>
        </p:spPr>
      </p:pic>
      <p:cxnSp>
        <p:nvCxnSpPr>
          <p:cNvPr id="38" name="Straight Arrow Connector 2102">
            <a:extLst>
              <a:ext uri="{FF2B5EF4-FFF2-40B4-BE49-F238E27FC236}">
                <a16:creationId xmlns:a16="http://schemas.microsoft.com/office/drawing/2014/main" id="{42D40051-3688-FF1A-2A6E-A92B151DBA8D}"/>
              </a:ext>
            </a:extLst>
          </p:cNvPr>
          <p:cNvCxnSpPr>
            <a:cxnSpLocks/>
          </p:cNvCxnSpPr>
          <p:nvPr/>
        </p:nvCxnSpPr>
        <p:spPr>
          <a:xfrm>
            <a:off x="13834819" y="7213215"/>
            <a:ext cx="520080" cy="0"/>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1034" name="Picture 10" descr="MongoDB logo and symbol, meaning, history, PNG">
            <a:extLst>
              <a:ext uri="{FF2B5EF4-FFF2-40B4-BE49-F238E27FC236}">
                <a16:creationId xmlns:a16="http://schemas.microsoft.com/office/drawing/2014/main" id="{9F598CCA-1DED-E065-964D-D4A5D2BCFEC5}"/>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549485" y="3255926"/>
            <a:ext cx="2637183" cy="1648239"/>
          </a:xfrm>
          <a:prstGeom prst="rect">
            <a:avLst/>
          </a:prstGeom>
          <a:noFill/>
          <a:extLst>
            <a:ext uri="{909E8E84-426E-40DD-AFC4-6F175D3DCCD1}">
              <a14:hiddenFill xmlns:a14="http://schemas.microsoft.com/office/drawing/2010/main">
                <a:solidFill>
                  <a:srgbClr val="FFFFFF"/>
                </a:solidFill>
              </a14:hiddenFill>
            </a:ext>
          </a:extLst>
        </p:spPr>
      </p:pic>
      <p:sp>
        <p:nvSpPr>
          <p:cNvPr id="41" name="TextBox 5">
            <a:extLst>
              <a:ext uri="{FF2B5EF4-FFF2-40B4-BE49-F238E27FC236}">
                <a16:creationId xmlns:a16="http://schemas.microsoft.com/office/drawing/2014/main" id="{0D363235-07FD-6C6B-2AB0-DF9E58C1945E}"/>
              </a:ext>
            </a:extLst>
          </p:cNvPr>
          <p:cNvSpPr txBox="1"/>
          <p:nvPr/>
        </p:nvSpPr>
        <p:spPr>
          <a:xfrm>
            <a:off x="10308638" y="3841505"/>
            <a:ext cx="914400" cy="914400"/>
          </a:xfrm>
          <a:prstGeom prst="rect">
            <a:avLst/>
          </a:prstGeom>
          <a:noFill/>
        </p:spPr>
        <p:txBody>
          <a:bodyPr wrap="none" lIns="0" tIns="0" rIns="0" bIns="0" rtlCol="0">
            <a:noAutofit/>
          </a:bodyPr>
          <a:lstStyle/>
          <a:p>
            <a:pPr algn="l"/>
            <a:r>
              <a:rPr lang="en-US" sz="1600" b="1" dirty="0">
                <a:solidFill>
                  <a:srgbClr val="979797"/>
                </a:solidFill>
              </a:rPr>
              <a:t>POSLOG STORE</a:t>
            </a:r>
          </a:p>
          <a:p>
            <a:pPr algn="l"/>
            <a:r>
              <a:rPr lang="en-US" sz="1600" b="1" dirty="0">
                <a:solidFill>
                  <a:srgbClr val="979797"/>
                </a:solidFill>
              </a:rPr>
              <a:t>MongoDB</a:t>
            </a:r>
          </a:p>
          <a:p>
            <a:pPr algn="l"/>
            <a:r>
              <a:rPr lang="en-US" sz="1600" b="1" dirty="0">
                <a:solidFill>
                  <a:srgbClr val="979797"/>
                </a:solidFill>
              </a:rPr>
              <a:t>retail_pos</a:t>
            </a:r>
          </a:p>
        </p:txBody>
      </p:sp>
      <p:cxnSp>
        <p:nvCxnSpPr>
          <p:cNvPr id="42" name="Straight Arrow Connector 2102">
            <a:extLst>
              <a:ext uri="{FF2B5EF4-FFF2-40B4-BE49-F238E27FC236}">
                <a16:creationId xmlns:a16="http://schemas.microsoft.com/office/drawing/2014/main" id="{59E23F1F-A102-0064-53E7-62FE632F9BA0}"/>
              </a:ext>
            </a:extLst>
          </p:cNvPr>
          <p:cNvCxnSpPr>
            <a:cxnSpLocks/>
            <a:endCxn id="1034" idx="1"/>
          </p:cNvCxnSpPr>
          <p:nvPr/>
        </p:nvCxnSpPr>
        <p:spPr>
          <a:xfrm flipV="1">
            <a:off x="6411991" y="4080046"/>
            <a:ext cx="1137494" cy="14814"/>
          </a:xfrm>
          <a:prstGeom prst="straightConnector1">
            <a:avLst/>
          </a:prstGeom>
          <a:noFill/>
          <a:ln w="25400" cap="flat">
            <a:solidFill>
              <a:srgbClr val="000000"/>
            </a:solidFill>
            <a:prstDash val="solid"/>
            <a:miter lim="400000"/>
            <a:tailEnd type="triangle"/>
          </a:ln>
          <a:effectLst/>
          <a:sp3d/>
        </p:spPr>
        <p:style>
          <a:lnRef idx="0">
            <a:scrgbClr r="0" g="0" b="0"/>
          </a:lnRef>
          <a:fillRef idx="0">
            <a:scrgbClr r="0" g="0" b="0"/>
          </a:fillRef>
          <a:effectRef idx="0">
            <a:scrgbClr r="0" g="0" b="0"/>
          </a:effectRef>
          <a:fontRef idx="none"/>
        </p:style>
      </p:cxnSp>
      <p:pic>
        <p:nvPicPr>
          <p:cNvPr id="44" name="Graphic 2052">
            <a:extLst>
              <a:ext uri="{FF2B5EF4-FFF2-40B4-BE49-F238E27FC236}">
                <a16:creationId xmlns:a16="http://schemas.microsoft.com/office/drawing/2014/main" id="{320D91A3-6B1D-10B6-89AC-96D16B68E277}"/>
              </a:ext>
            </a:extLst>
          </p:cNvPr>
          <p:cNvPicPr>
            <a:picLocks noChangeAspect="1"/>
          </p:cNvPicPr>
          <p:nvPr/>
        </p:nvPicPr>
        <p:blipFill>
          <a:blip cstate="print">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680549" y="4114349"/>
            <a:ext cx="6786970" cy="2497450"/>
          </a:xfrm>
          <a:prstGeom prst="roundRect">
            <a:avLst>
              <a:gd name="adj" fmla="val 41045"/>
            </a:avLst>
          </a:prstGeom>
        </p:spPr>
      </p:pic>
      <p:cxnSp>
        <p:nvCxnSpPr>
          <p:cNvPr id="46" name="Gerade Verbindung 45">
            <a:extLst>
              <a:ext uri="{FF2B5EF4-FFF2-40B4-BE49-F238E27FC236}">
                <a16:creationId xmlns:a16="http://schemas.microsoft.com/office/drawing/2014/main" id="{46582733-9314-13C7-2854-7DDBC862AE36}"/>
              </a:ext>
            </a:extLst>
          </p:cNvPr>
          <p:cNvCxnSpPr>
            <a:stCxn id="7" idx="0"/>
            <a:endCxn id="37" idx="2"/>
          </p:cNvCxnSpPr>
          <p:nvPr/>
        </p:nvCxnSpPr>
        <p:spPr>
          <a:xfrm flipV="1">
            <a:off x="3178086" y="4412926"/>
            <a:ext cx="2905252" cy="1079079"/>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 name="Gerade Verbindung 46">
            <a:extLst>
              <a:ext uri="{FF2B5EF4-FFF2-40B4-BE49-F238E27FC236}">
                <a16:creationId xmlns:a16="http://schemas.microsoft.com/office/drawing/2014/main" id="{456E8880-F4CF-1495-2EAD-120675AF2A9F}"/>
              </a:ext>
            </a:extLst>
          </p:cNvPr>
          <p:cNvCxnSpPr>
            <a:cxnSpLocks/>
            <a:stCxn id="8" idx="0"/>
            <a:endCxn id="37" idx="2"/>
          </p:cNvCxnSpPr>
          <p:nvPr/>
        </p:nvCxnSpPr>
        <p:spPr>
          <a:xfrm flipV="1">
            <a:off x="4092486" y="4412926"/>
            <a:ext cx="1990852" cy="107907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0" name="Gerade Verbindung 49">
            <a:extLst>
              <a:ext uri="{FF2B5EF4-FFF2-40B4-BE49-F238E27FC236}">
                <a16:creationId xmlns:a16="http://schemas.microsoft.com/office/drawing/2014/main" id="{CD5B1F8C-4145-078B-EA78-146B5965F028}"/>
              </a:ext>
            </a:extLst>
          </p:cNvPr>
          <p:cNvCxnSpPr>
            <a:cxnSpLocks/>
            <a:stCxn id="9" idx="0"/>
          </p:cNvCxnSpPr>
          <p:nvPr/>
        </p:nvCxnSpPr>
        <p:spPr>
          <a:xfrm flipV="1">
            <a:off x="5006886" y="4412925"/>
            <a:ext cx="1056233" cy="1079079"/>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 name="Gerade Verbindung 52">
            <a:extLst>
              <a:ext uri="{FF2B5EF4-FFF2-40B4-BE49-F238E27FC236}">
                <a16:creationId xmlns:a16="http://schemas.microsoft.com/office/drawing/2014/main" id="{D052A4B5-DDF6-9E0A-6681-344AE1A261AA}"/>
              </a:ext>
            </a:extLst>
          </p:cNvPr>
          <p:cNvCxnSpPr>
            <a:cxnSpLocks/>
            <a:stCxn id="10" idx="0"/>
          </p:cNvCxnSpPr>
          <p:nvPr/>
        </p:nvCxnSpPr>
        <p:spPr>
          <a:xfrm flipH="1" flipV="1">
            <a:off x="6083338" y="4412925"/>
            <a:ext cx="1101777" cy="107908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Gerade Verbindung 55">
            <a:extLst>
              <a:ext uri="{FF2B5EF4-FFF2-40B4-BE49-F238E27FC236}">
                <a16:creationId xmlns:a16="http://schemas.microsoft.com/office/drawing/2014/main" id="{53506848-8D88-6DB5-C8C5-9624977D8303}"/>
              </a:ext>
            </a:extLst>
          </p:cNvPr>
          <p:cNvCxnSpPr>
            <a:cxnSpLocks/>
            <a:stCxn id="11" idx="0"/>
            <a:endCxn id="37" idx="2"/>
          </p:cNvCxnSpPr>
          <p:nvPr/>
        </p:nvCxnSpPr>
        <p:spPr>
          <a:xfrm flipH="1" flipV="1">
            <a:off x="6083338" y="4412926"/>
            <a:ext cx="2016177" cy="1079079"/>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9" name="Gerade Verbindung 58">
            <a:extLst>
              <a:ext uri="{FF2B5EF4-FFF2-40B4-BE49-F238E27FC236}">
                <a16:creationId xmlns:a16="http://schemas.microsoft.com/office/drawing/2014/main" id="{22A59919-2385-9ADF-0624-0668A15564D1}"/>
              </a:ext>
            </a:extLst>
          </p:cNvPr>
          <p:cNvCxnSpPr>
            <a:cxnSpLocks/>
            <a:stCxn id="12" idx="0"/>
            <a:endCxn id="37" idx="2"/>
          </p:cNvCxnSpPr>
          <p:nvPr/>
        </p:nvCxnSpPr>
        <p:spPr>
          <a:xfrm flipH="1" flipV="1">
            <a:off x="6083338" y="4412926"/>
            <a:ext cx="2930577" cy="1079078"/>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
        <p:nvSpPr>
          <p:cNvPr id="1050" name="TextBox 1051">
            <a:extLst>
              <a:ext uri="{FF2B5EF4-FFF2-40B4-BE49-F238E27FC236}">
                <a16:creationId xmlns:a16="http://schemas.microsoft.com/office/drawing/2014/main" id="{5E6E41BC-6E8A-0317-2F7B-A0333FF91C26}"/>
              </a:ext>
            </a:extLst>
          </p:cNvPr>
          <p:cNvSpPr txBox="1"/>
          <p:nvPr/>
        </p:nvSpPr>
        <p:spPr>
          <a:xfrm>
            <a:off x="2537946" y="2894291"/>
            <a:ext cx="1280265" cy="2797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SAM UI + MCP</a:t>
            </a:r>
          </a:p>
        </p:txBody>
      </p:sp>
      <p:sp>
        <p:nvSpPr>
          <p:cNvPr id="1051" name="Rectangle 1034">
            <a:extLst>
              <a:ext uri="{FF2B5EF4-FFF2-40B4-BE49-F238E27FC236}">
                <a16:creationId xmlns:a16="http://schemas.microsoft.com/office/drawing/2014/main" id="{5A498E47-5021-7CD8-08B3-CA3B9E0F38FC}"/>
              </a:ext>
            </a:extLst>
          </p:cNvPr>
          <p:cNvSpPr/>
          <p:nvPr/>
        </p:nvSpPr>
        <p:spPr>
          <a:xfrm>
            <a:off x="1724125" y="1078340"/>
            <a:ext cx="1629434" cy="2221349"/>
          </a:xfrm>
          <a:prstGeom prst="rect">
            <a:avLst/>
          </a:prstGeom>
          <a:noFill/>
          <a:ln w="12700" cap="flat">
            <a:solidFill>
              <a:srgbClr val="E6E6E6"/>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pic>
        <p:nvPicPr>
          <p:cNvPr id="1054" name="Picture 4" descr="Microsoft Teams Logo, symbol, meaning, history, PNG, brand">
            <a:extLst>
              <a:ext uri="{FF2B5EF4-FFF2-40B4-BE49-F238E27FC236}">
                <a16:creationId xmlns:a16="http://schemas.microsoft.com/office/drawing/2014/main" id="{3307C80F-1212-9A6F-8288-E47D3063F925}"/>
              </a:ext>
            </a:extLst>
          </p:cNvPr>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2266307" y="1975738"/>
            <a:ext cx="724783" cy="407691"/>
          </a:xfrm>
          <a:prstGeom prst="rect">
            <a:avLst/>
          </a:prstGeom>
          <a:noFill/>
          <a:extLst>
            <a:ext uri="{909E8E84-426E-40DD-AFC4-6F175D3DCCD1}">
              <a14:hiddenFill xmlns:a14="http://schemas.microsoft.com/office/drawing/2010/main">
                <a:solidFill>
                  <a:srgbClr val="FFFFFF"/>
                </a:solidFill>
              </a14:hiddenFill>
            </a:ext>
          </a:extLst>
        </p:spPr>
      </p:pic>
      <p:sp>
        <p:nvSpPr>
          <p:cNvPr id="1056" name="TextBox 21">
            <a:extLst>
              <a:ext uri="{FF2B5EF4-FFF2-40B4-BE49-F238E27FC236}">
                <a16:creationId xmlns:a16="http://schemas.microsoft.com/office/drawing/2014/main" id="{18F976E2-71FF-2EBF-D3BD-368406B675CB}"/>
              </a:ext>
            </a:extLst>
          </p:cNvPr>
          <p:cNvSpPr txBox="1"/>
          <p:nvPr/>
        </p:nvSpPr>
        <p:spPr>
          <a:xfrm>
            <a:off x="1771939" y="1028137"/>
            <a:ext cx="1629433" cy="22571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ctr" defTabSz="819150" rtl="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srgbClr val="000000"/>
                </a:solidFill>
                <a:effectLst/>
                <a:uLnTx/>
                <a:uFillTx/>
                <a:latin typeface="Calibri" panose="020F0502020204030204"/>
                <a:ea typeface="Gill Sans"/>
                <a:cs typeface="Gill Sans"/>
                <a:sym typeface="Gill Sans"/>
              </a:rPr>
              <a:t>App Interfaces</a:t>
            </a:r>
          </a:p>
        </p:txBody>
      </p:sp>
      <p:pic>
        <p:nvPicPr>
          <p:cNvPr id="1058" name="Graphic 1023">
            <a:extLst>
              <a:ext uri="{FF2B5EF4-FFF2-40B4-BE49-F238E27FC236}">
                <a16:creationId xmlns:a16="http://schemas.microsoft.com/office/drawing/2014/main" id="{A9206CF2-ED17-65F6-51DC-AFDE090AAC0E}"/>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2197889" y="2463005"/>
            <a:ext cx="339489" cy="339489"/>
          </a:xfrm>
          <a:prstGeom prst="rect">
            <a:avLst/>
          </a:prstGeom>
        </p:spPr>
      </p:pic>
      <p:sp>
        <p:nvSpPr>
          <p:cNvPr id="1059" name="TextBox 1024">
            <a:extLst>
              <a:ext uri="{FF2B5EF4-FFF2-40B4-BE49-F238E27FC236}">
                <a16:creationId xmlns:a16="http://schemas.microsoft.com/office/drawing/2014/main" id="{C3498806-5AEF-CCC9-FD62-250ED94BB4FC}"/>
              </a:ext>
            </a:extLst>
          </p:cNvPr>
          <p:cNvSpPr txBox="1"/>
          <p:nvPr/>
        </p:nvSpPr>
        <p:spPr>
          <a:xfrm>
            <a:off x="2492269" y="2445447"/>
            <a:ext cx="555004" cy="33948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70C0"/>
                </a:solidFill>
                <a:effectLst/>
                <a:uLnTx/>
                <a:uFillTx/>
                <a:latin typeface="Calibri" panose="020F0502020204030204"/>
                <a:ea typeface="Gill Sans"/>
                <a:cs typeface="Gill Sans"/>
                <a:sym typeface="Gill Sans"/>
              </a:rPr>
              <a:t>REST</a:t>
            </a:r>
          </a:p>
        </p:txBody>
      </p:sp>
      <p:sp>
        <p:nvSpPr>
          <p:cNvPr id="1060" name="TextBox 1032">
            <a:extLst>
              <a:ext uri="{FF2B5EF4-FFF2-40B4-BE49-F238E27FC236}">
                <a16:creationId xmlns:a16="http://schemas.microsoft.com/office/drawing/2014/main" id="{10A96D3C-8029-E7F3-DA22-F36B37736A41}"/>
              </a:ext>
            </a:extLst>
          </p:cNvPr>
          <p:cNvSpPr txBox="1"/>
          <p:nvPr/>
        </p:nvSpPr>
        <p:spPr>
          <a:xfrm>
            <a:off x="2201901" y="1633884"/>
            <a:ext cx="914400" cy="29141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r" defTabSz="819150" rtl="0" eaLnBrk="1" fontAlgn="auto" latinLnBrk="0" hangingPunct="0">
              <a:lnSpc>
                <a:spcPct val="100000"/>
              </a:lnSpc>
              <a:spcBef>
                <a:spcPts val="0"/>
              </a:spcBef>
              <a:spcAft>
                <a:spcPts val="0"/>
              </a:spcAft>
              <a:buClrTx/>
              <a:buSzTx/>
              <a:buFontTx/>
              <a:buNone/>
              <a:tabLst/>
              <a:defRPr/>
            </a:pPr>
            <a:r>
              <a:rPr kumimoji="0" lang="en-US" sz="1000" b="1" i="0" u="none" strike="noStrike" kern="0" cap="none" spc="0" normalizeH="0" baseline="0" noProof="0">
                <a:ln>
                  <a:noFill/>
                </a:ln>
                <a:solidFill>
                  <a:srgbClr val="000000"/>
                </a:solidFill>
                <a:effectLst/>
                <a:uLnTx/>
                <a:uFillTx/>
                <a:latin typeface="Calibri" panose="020F0502020204030204"/>
                <a:ea typeface="Gill Sans"/>
                <a:cs typeface="Gill Sans"/>
                <a:sym typeface="Gill Sans"/>
              </a:rPr>
              <a:t>40+</a:t>
            </a:r>
            <a:r>
              <a:rPr kumimoji="0" lang="en-US" sz="1000" b="1" i="0" u="none" strike="noStrike" kern="0" cap="none" spc="0" normalizeH="0" baseline="0" noProof="0">
                <a:ln>
                  <a:noFill/>
                </a:ln>
                <a:solidFill>
                  <a:srgbClr val="000000"/>
                </a:solidFill>
                <a:effectLst/>
                <a:uLnTx/>
                <a:uFillTx/>
                <a:latin typeface="Calibri" panose="020F0502020204030204"/>
                <a:sym typeface="Gill Sans"/>
              </a:rPr>
              <a:t> Integrations</a:t>
            </a:r>
            <a:endParaRPr kumimoji="0" lang="en-US" sz="1000" b="1" i="0" u="none" strike="noStrike" kern="0" cap="none" spc="0" normalizeH="0" baseline="0" noProof="0">
              <a:ln>
                <a:noFill/>
              </a:ln>
              <a:solidFill>
                <a:srgbClr val="000000"/>
              </a:solidFill>
              <a:effectLst/>
              <a:uLnTx/>
              <a:uFillTx/>
              <a:latin typeface="Calibri" panose="020F0502020204030204"/>
              <a:ea typeface="Gill Sans"/>
              <a:cs typeface="Gill Sans"/>
              <a:sym typeface="Gill Sans"/>
            </a:endParaRPr>
          </a:p>
        </p:txBody>
      </p:sp>
      <p:pic>
        <p:nvPicPr>
          <p:cNvPr id="1061" name="Picture 1038">
            <a:extLst>
              <a:ext uri="{FF2B5EF4-FFF2-40B4-BE49-F238E27FC236}">
                <a16:creationId xmlns:a16="http://schemas.microsoft.com/office/drawing/2014/main" id="{B4E50E8D-5890-633A-268B-A903FDF76F18}"/>
              </a:ext>
            </a:extLst>
          </p:cNvPr>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2179941" y="1441427"/>
            <a:ext cx="914400" cy="254000"/>
          </a:xfrm>
          <a:prstGeom prst="rect">
            <a:avLst/>
          </a:prstGeom>
        </p:spPr>
      </p:pic>
      <p:cxnSp>
        <p:nvCxnSpPr>
          <p:cNvPr id="1062" name="Straight Connector 1040">
            <a:extLst>
              <a:ext uri="{FF2B5EF4-FFF2-40B4-BE49-F238E27FC236}">
                <a16:creationId xmlns:a16="http://schemas.microsoft.com/office/drawing/2014/main" id="{B6FB0136-FD18-C5E2-EB73-942176A61683}"/>
              </a:ext>
            </a:extLst>
          </p:cNvPr>
          <p:cNvCxnSpPr/>
          <p:nvPr/>
        </p:nvCxnSpPr>
        <p:spPr>
          <a:xfrm>
            <a:off x="2130809" y="1914057"/>
            <a:ext cx="995781" cy="0"/>
          </a:xfrm>
          <a:prstGeom prst="line">
            <a:avLst/>
          </a:prstGeom>
          <a:noFill/>
          <a:ln w="9525" cap="flat">
            <a:solidFill>
              <a:srgbClr val="E5E5E5"/>
            </a:solidFill>
            <a:prstDash val="solid"/>
            <a:miter lim="400000"/>
          </a:ln>
          <a:effectLst/>
          <a:sp3d/>
        </p:spPr>
        <p:style>
          <a:lnRef idx="0">
            <a:scrgbClr r="0" g="0" b="0"/>
          </a:lnRef>
          <a:fillRef idx="0">
            <a:scrgbClr r="0" g="0" b="0"/>
          </a:fillRef>
          <a:effectRef idx="0">
            <a:scrgbClr r="0" g="0" b="0"/>
          </a:effectRef>
          <a:fontRef idx="none"/>
        </p:style>
      </p:cxnSp>
      <p:pic>
        <p:nvPicPr>
          <p:cNvPr id="1063" name="Graphic 1050">
            <a:extLst>
              <a:ext uri="{FF2B5EF4-FFF2-40B4-BE49-F238E27FC236}">
                <a16:creationId xmlns:a16="http://schemas.microsoft.com/office/drawing/2014/main" id="{2922FD00-7F03-793F-97B5-55E08E959256}"/>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flipH="1">
            <a:off x="1977522" y="2735637"/>
            <a:ext cx="623175" cy="623175"/>
          </a:xfrm>
          <a:prstGeom prst="rect">
            <a:avLst/>
          </a:prstGeom>
        </p:spPr>
      </p:pic>
      <p:sp>
        <p:nvSpPr>
          <p:cNvPr id="1064" name="Oval 1063">
            <a:extLst>
              <a:ext uri="{FF2B5EF4-FFF2-40B4-BE49-F238E27FC236}">
                <a16:creationId xmlns:a16="http://schemas.microsoft.com/office/drawing/2014/main" id="{24A425A9-B5AA-C366-D4CC-10C59D0E8745}"/>
              </a:ext>
            </a:extLst>
          </p:cNvPr>
          <p:cNvSpPr/>
          <p:nvPr/>
        </p:nvSpPr>
        <p:spPr>
          <a:xfrm>
            <a:off x="2129882" y="2908497"/>
            <a:ext cx="315640" cy="329509"/>
          </a:xfrm>
          <a:prstGeom prst="ellipse">
            <a:avLst/>
          </a:prstGeom>
          <a:solidFill>
            <a:srgbClr val="46C79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pic>
        <p:nvPicPr>
          <p:cNvPr id="1065" name="Graphic 1046" descr="Conductor male with solid fill">
            <a:extLst>
              <a:ext uri="{FF2B5EF4-FFF2-40B4-BE49-F238E27FC236}">
                <a16:creationId xmlns:a16="http://schemas.microsoft.com/office/drawing/2014/main" id="{B398363A-1BC0-8D51-BD21-D04EDDC3BF2C}"/>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2172626" y="2953120"/>
            <a:ext cx="230151" cy="240264"/>
          </a:xfrm>
          <a:prstGeom prst="rect">
            <a:avLst/>
          </a:prstGeom>
        </p:spPr>
      </p:pic>
      <p:grpSp>
        <p:nvGrpSpPr>
          <p:cNvPr id="1031" name="Group 36">
            <a:extLst>
              <a:ext uri="{FF2B5EF4-FFF2-40B4-BE49-F238E27FC236}">
                <a16:creationId xmlns:a16="http://schemas.microsoft.com/office/drawing/2014/main" id="{1EDD1819-11C1-FB9A-486B-6CDA4AE533DD}"/>
              </a:ext>
            </a:extLst>
          </p:cNvPr>
          <p:cNvGrpSpPr/>
          <p:nvPr/>
        </p:nvGrpSpPr>
        <p:grpSpPr>
          <a:xfrm>
            <a:off x="3406809" y="972682"/>
            <a:ext cx="4202476" cy="3765200"/>
            <a:chOff x="3303577" y="1341493"/>
            <a:chExt cx="4202476" cy="3765200"/>
          </a:xfrm>
        </p:grpSpPr>
        <p:sp>
          <p:nvSpPr>
            <p:cNvPr id="1033" name="Rectangle: Rounded Corners 7">
              <a:extLst>
                <a:ext uri="{FF2B5EF4-FFF2-40B4-BE49-F238E27FC236}">
                  <a16:creationId xmlns:a16="http://schemas.microsoft.com/office/drawing/2014/main" id="{D6574021-68F0-A34A-5CD6-9F3825E3BF17}"/>
                </a:ext>
              </a:extLst>
            </p:cNvPr>
            <p:cNvSpPr/>
            <p:nvPr/>
          </p:nvSpPr>
          <p:spPr>
            <a:xfrm>
              <a:off x="4328716" y="1341493"/>
              <a:ext cx="2995567" cy="3765200"/>
            </a:xfrm>
            <a:prstGeom prst="roundRect">
              <a:avLst>
                <a:gd name="adj" fmla="val 11549"/>
              </a:avLst>
            </a:prstGeom>
            <a:noFill/>
            <a:ln w="25400" cap="flat">
              <a:solidFill>
                <a:schemeClr val="accent1"/>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CA"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
          <p:nvSpPr>
            <p:cNvPr id="1035" name="Oval 1034">
              <a:extLst>
                <a:ext uri="{FF2B5EF4-FFF2-40B4-BE49-F238E27FC236}">
                  <a16:creationId xmlns:a16="http://schemas.microsoft.com/office/drawing/2014/main" id="{B8FF4539-7DB4-D06C-6323-177A41F3E00D}"/>
                </a:ext>
              </a:extLst>
            </p:cNvPr>
            <p:cNvSpPr/>
            <p:nvPr/>
          </p:nvSpPr>
          <p:spPr>
            <a:xfrm>
              <a:off x="5121104" y="1875469"/>
              <a:ext cx="1554480" cy="1554480"/>
            </a:xfrm>
            <a:prstGeom prst="ellipse">
              <a:avLst/>
            </a:prstGeom>
            <a:solidFill>
              <a:srgbClr val="46C795"/>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pic>
          <p:nvPicPr>
            <p:cNvPr id="1037" name="Graphic 55" descr="Conductor male with solid fill">
              <a:extLst>
                <a:ext uri="{FF2B5EF4-FFF2-40B4-BE49-F238E27FC236}">
                  <a16:creationId xmlns:a16="http://schemas.microsoft.com/office/drawing/2014/main" id="{EAF520FA-D318-DB45-C71A-8B938E18905A}"/>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5331614" y="2085979"/>
              <a:ext cx="1133460" cy="1133460"/>
            </a:xfrm>
            <a:prstGeom prst="rect">
              <a:avLst/>
            </a:prstGeom>
          </p:spPr>
        </p:pic>
        <p:sp>
          <p:nvSpPr>
            <p:cNvPr id="1038" name="TextBox 9">
              <a:extLst>
                <a:ext uri="{FF2B5EF4-FFF2-40B4-BE49-F238E27FC236}">
                  <a16:creationId xmlns:a16="http://schemas.microsoft.com/office/drawing/2014/main" id="{35217BF2-666E-298B-93E3-0D7A7722AB83}"/>
                </a:ext>
              </a:extLst>
            </p:cNvPr>
            <p:cNvSpPr txBox="1"/>
            <p:nvPr/>
          </p:nvSpPr>
          <p:spPr>
            <a:xfrm>
              <a:off x="4328715" y="1437483"/>
              <a:ext cx="3177338" cy="46166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0" marR="0" lvl="0" indent="0" algn="ctr" defTabSz="409575" rtl="0" eaLnBrk="1" fontAlgn="auto" latinLnBrk="0" hangingPunct="0">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000000"/>
                  </a:solidFill>
                  <a:effectLst/>
                  <a:uLnTx/>
                  <a:uFillTx/>
                  <a:latin typeface="Calibri" panose="020F0502020204030204"/>
                  <a:sym typeface="Gill Sans"/>
                </a:rPr>
                <a:t>Solace Agent Mesh</a:t>
              </a:r>
              <a:endParaRPr kumimoji="0" lang="en-US" sz="2400" b="0" i="0" u="none" strike="noStrike" kern="0" cap="none" spc="0" normalizeH="0" baseline="0" noProof="0">
                <a:ln>
                  <a:noFill/>
                </a:ln>
                <a:solidFill>
                  <a:srgbClr val="000000"/>
                </a:solidFill>
                <a:effectLst/>
                <a:uLnTx/>
                <a:uFillTx/>
                <a:latin typeface="Gill Sans"/>
                <a:sym typeface="Gill Sans"/>
              </a:endParaRPr>
            </a:p>
          </p:txBody>
        </p:sp>
        <p:pic>
          <p:nvPicPr>
            <p:cNvPr id="1039" name="Graphic 8">
              <a:extLst>
                <a:ext uri="{FF2B5EF4-FFF2-40B4-BE49-F238E27FC236}">
                  <a16:creationId xmlns:a16="http://schemas.microsoft.com/office/drawing/2014/main" id="{B9FF3540-502F-F6D5-2D09-DABE2F3A48E1}"/>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113349" y="1952640"/>
              <a:ext cx="376368" cy="376368"/>
            </a:xfrm>
            <a:prstGeom prst="rect">
              <a:avLst/>
            </a:prstGeom>
          </p:spPr>
        </p:pic>
        <p:sp>
          <p:nvSpPr>
            <p:cNvPr id="1040" name="TextBox 23">
              <a:extLst>
                <a:ext uri="{FF2B5EF4-FFF2-40B4-BE49-F238E27FC236}">
                  <a16:creationId xmlns:a16="http://schemas.microsoft.com/office/drawing/2014/main" id="{B98FB564-888A-04D5-E6E8-5F4526293CDE}"/>
                </a:ext>
              </a:extLst>
            </p:cNvPr>
            <p:cNvSpPr txBox="1"/>
            <p:nvPr/>
          </p:nvSpPr>
          <p:spPr>
            <a:xfrm>
              <a:off x="4512893" y="3777103"/>
              <a:ext cx="1410177" cy="28967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Built-In Tools</a:t>
              </a:r>
              <a:endParaRPr lang="en-US" sz="1200" b="1" dirty="0">
                <a:latin typeface="Calibri" panose="020F0502020204030204"/>
              </a:endParaRPr>
            </a:p>
            <a:p>
              <a:pPr marL="0" marR="0" lvl="0" indent="0" algn="l" defTabSz="819150" rtl="0" eaLnBrk="1" fontAlgn="auto" latinLnBrk="0" hangingPunct="0">
                <a:lnSpc>
                  <a:spcPct val="100000"/>
                </a:lnSpc>
                <a:spcBef>
                  <a:spcPts val="0"/>
                </a:spcBef>
                <a:spcAft>
                  <a:spcPts val="0"/>
                </a:spcAft>
                <a:buClrTx/>
                <a:buSzTx/>
                <a:buFontTx/>
                <a:buNone/>
                <a:tabLst/>
                <a:defRPr/>
              </a:pPr>
              <a:endParaRPr kumimoji="0" lang="en-US" sz="1200" b="1" i="0" u="none" strike="noStrike" kern="0" cap="none" spc="0" normalizeH="0" baseline="0" noProof="0" dirty="0">
                <a:ln>
                  <a:noFill/>
                </a:ln>
                <a:solidFill>
                  <a:srgbClr val="000000"/>
                </a:solidFill>
                <a:effectLst/>
                <a:uLnTx/>
                <a:uFillTx/>
                <a:latin typeface="Calibri" panose="020F0502020204030204"/>
                <a:sym typeface="Gill Sans"/>
              </a:endParaRPr>
            </a:p>
          </p:txBody>
        </p:sp>
        <p:pic>
          <p:nvPicPr>
            <p:cNvPr id="1042" name="Graphic 34">
              <a:extLst>
                <a:ext uri="{FF2B5EF4-FFF2-40B4-BE49-F238E27FC236}">
                  <a16:creationId xmlns:a16="http://schemas.microsoft.com/office/drawing/2014/main" id="{C984F6DF-3375-F5A5-5EAC-1B759A016175}"/>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4490600" y="4020528"/>
              <a:ext cx="281501" cy="281501"/>
            </a:xfrm>
            <a:prstGeom prst="rect">
              <a:avLst/>
            </a:prstGeom>
          </p:spPr>
        </p:pic>
        <p:sp>
          <p:nvSpPr>
            <p:cNvPr id="1043" name="TextBox 35">
              <a:extLst>
                <a:ext uri="{FF2B5EF4-FFF2-40B4-BE49-F238E27FC236}">
                  <a16:creationId xmlns:a16="http://schemas.microsoft.com/office/drawing/2014/main" id="{4D46E97D-F110-72BB-8E42-48327BF6F8C0}"/>
                </a:ext>
              </a:extLst>
            </p:cNvPr>
            <p:cNvSpPr txBox="1"/>
            <p:nvPr/>
          </p:nvSpPr>
          <p:spPr>
            <a:xfrm>
              <a:off x="4760562" y="4011778"/>
              <a:ext cx="555004" cy="40208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200" b="1" i="0" u="none" strike="noStrike" kern="0" cap="none" spc="0" normalizeH="0" baseline="0" noProof="0" dirty="0">
                  <a:ln>
                    <a:noFill/>
                  </a:ln>
                  <a:solidFill>
                    <a:srgbClr val="474747">
                      <a:lumMod val="50000"/>
                    </a:srgbClr>
                  </a:solidFill>
                  <a:effectLst/>
                  <a:uLnTx/>
                  <a:uFillTx/>
                  <a:latin typeface="Calibri" panose="020F0502020204030204"/>
                  <a:ea typeface="Gill Sans"/>
                  <a:cs typeface="Gill Sans"/>
                  <a:sym typeface="Gill Sans"/>
                </a:rPr>
                <a:t>REST</a:t>
              </a:r>
            </a:p>
          </p:txBody>
        </p:sp>
        <p:pic>
          <p:nvPicPr>
            <p:cNvPr id="1044" name="Graphic 37">
              <a:extLst>
                <a:ext uri="{FF2B5EF4-FFF2-40B4-BE49-F238E27FC236}">
                  <a16:creationId xmlns:a16="http://schemas.microsoft.com/office/drawing/2014/main" id="{BDC52DC8-7012-F3EB-A84E-8FC96A1EFF79}"/>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4510594" y="4318245"/>
              <a:ext cx="334687" cy="334687"/>
            </a:xfrm>
            <a:prstGeom prst="rect">
              <a:avLst/>
            </a:prstGeom>
          </p:spPr>
        </p:pic>
        <p:sp>
          <p:nvSpPr>
            <p:cNvPr id="1045" name="TextBox 44">
              <a:extLst>
                <a:ext uri="{FF2B5EF4-FFF2-40B4-BE49-F238E27FC236}">
                  <a16:creationId xmlns:a16="http://schemas.microsoft.com/office/drawing/2014/main" id="{8D276BEE-34C7-3E55-79F7-EC0A4E273889}"/>
                </a:ext>
              </a:extLst>
            </p:cNvPr>
            <p:cNvSpPr txBox="1"/>
            <p:nvPr/>
          </p:nvSpPr>
          <p:spPr>
            <a:xfrm>
              <a:off x="4788274" y="4282385"/>
              <a:ext cx="1280265" cy="2797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Image </a:t>
              </a:r>
            </a:p>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1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Processing</a:t>
              </a:r>
            </a:p>
          </p:txBody>
        </p:sp>
        <p:pic>
          <p:nvPicPr>
            <p:cNvPr id="1046" name="Graphic 24">
              <a:extLst>
                <a:ext uri="{FF2B5EF4-FFF2-40B4-BE49-F238E27FC236}">
                  <a16:creationId xmlns:a16="http://schemas.microsoft.com/office/drawing/2014/main" id="{3F66F8AD-EA72-0B1F-BF5F-A717E00750E5}"/>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467092" y="3383284"/>
              <a:ext cx="376368" cy="376368"/>
            </a:xfrm>
            <a:prstGeom prst="rect">
              <a:avLst/>
            </a:prstGeom>
          </p:spPr>
        </p:pic>
        <p:sp>
          <p:nvSpPr>
            <p:cNvPr id="1047" name="Rectangle 32">
              <a:extLst>
                <a:ext uri="{FF2B5EF4-FFF2-40B4-BE49-F238E27FC236}">
                  <a16:creationId xmlns:a16="http://schemas.microsoft.com/office/drawing/2014/main" id="{7ED3A15F-7418-A200-40D7-1004B01F5964}"/>
                </a:ext>
              </a:extLst>
            </p:cNvPr>
            <p:cNvSpPr/>
            <p:nvPr/>
          </p:nvSpPr>
          <p:spPr>
            <a:xfrm>
              <a:off x="4488621" y="3742032"/>
              <a:ext cx="1076429" cy="1042290"/>
            </a:xfrm>
            <a:prstGeom prst="rect">
              <a:avLst/>
            </a:prstGeom>
            <a:noFill/>
            <a:ln w="12700" cap="flat">
              <a:solidFill>
                <a:srgbClr val="E6E6E6"/>
              </a:solid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noAutofit/>
            </a:bodyPr>
            <a:lstStyle/>
            <a:p>
              <a:pPr marL="0" marR="0" lvl="0" indent="0" algn="ctr" defTabSz="876300" rtl="0" eaLnBrk="1" fontAlgn="auto" latinLnBrk="0" hangingPunct="0">
                <a:lnSpc>
                  <a:spcPct val="100000"/>
                </a:lnSpc>
                <a:spcBef>
                  <a:spcPts val="0"/>
                </a:spcBef>
                <a:spcAft>
                  <a:spcPts val="0"/>
                </a:spcAft>
                <a:buClrTx/>
                <a:buSzTx/>
                <a:buFontTx/>
                <a:buNone/>
                <a:tabLst/>
                <a:defRPr/>
              </a:pPr>
              <a:endParaRPr kumimoji="0" lang="en-US" sz="6000" b="0" i="0" u="none" strike="noStrike" kern="0" cap="none" spc="0" normalizeH="0" baseline="0" noProof="0">
                <a:ln>
                  <a:noFill/>
                </a:ln>
                <a:solidFill>
                  <a:srgbClr val="FFFFFF"/>
                </a:solidFill>
                <a:effectLst>
                  <a:outerShdw blurRad="38100" dist="12700" dir="5400000" rotWithShape="0">
                    <a:srgbClr val="000000">
                      <a:alpha val="50000"/>
                    </a:srgbClr>
                  </a:outerShdw>
                </a:effectLst>
                <a:uLnTx/>
                <a:uFillTx/>
                <a:latin typeface="Gill Sans"/>
                <a:ea typeface="Gill Sans"/>
                <a:cs typeface="Gill Sans"/>
                <a:sym typeface="Gill Sans"/>
              </a:endParaRPr>
            </a:p>
          </p:txBody>
        </p:sp>
        <p:sp>
          <p:nvSpPr>
            <p:cNvPr id="1048" name="TextBox 25">
              <a:extLst>
                <a:ext uri="{FF2B5EF4-FFF2-40B4-BE49-F238E27FC236}">
                  <a16:creationId xmlns:a16="http://schemas.microsoft.com/office/drawing/2014/main" id="{0E52529C-0EAF-F368-3348-9594D9335D99}"/>
                </a:ext>
              </a:extLst>
            </p:cNvPr>
            <p:cNvSpPr txBox="1"/>
            <p:nvPr/>
          </p:nvSpPr>
          <p:spPr>
            <a:xfrm>
              <a:off x="4489835" y="3457564"/>
              <a:ext cx="1895081" cy="35416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lang="en-US" sz="1200" b="1" dirty="0">
                  <a:latin typeface="Calibri" panose="020F0502020204030204"/>
                  <a:ea typeface="Gill Sans"/>
                  <a:cs typeface="Gill Sans"/>
                </a:rPr>
                <a:t>Agent</a:t>
              </a:r>
              <a:r>
                <a:rPr lang="en-US" sz="1200" b="1" dirty="0">
                  <a:latin typeface="Calibri" panose="020F0502020204030204"/>
                </a:rPr>
                <a:t>2Agent Protocol </a:t>
              </a:r>
              <a:r>
                <a:rPr kumimoji="0" lang="en-US" sz="12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(A2</a:t>
              </a:r>
              <a:r>
                <a:rPr lang="en-US" sz="1200" b="1" dirty="0">
                  <a:latin typeface="Calibri" panose="020F0502020204030204"/>
                </a:rPr>
                <a:t>A)</a:t>
              </a:r>
              <a:endParaRPr kumimoji="0" lang="en-US" sz="12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endParaRPr>
            </a:p>
          </p:txBody>
        </p:sp>
        <p:sp>
          <p:nvSpPr>
            <p:cNvPr id="1049" name="Up-Down Arrow 14">
              <a:extLst>
                <a:ext uri="{FF2B5EF4-FFF2-40B4-BE49-F238E27FC236}">
                  <a16:creationId xmlns:a16="http://schemas.microsoft.com/office/drawing/2014/main" id="{55026B7E-A505-0C34-DF8D-2F79EF6C0096}"/>
                </a:ext>
              </a:extLst>
            </p:cNvPr>
            <p:cNvSpPr/>
            <p:nvPr/>
          </p:nvSpPr>
          <p:spPr>
            <a:xfrm rot="16200000">
              <a:off x="3703408" y="2311114"/>
              <a:ext cx="225475" cy="1025138"/>
            </a:xfrm>
            <a:prstGeom prst="up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069" name="Picture 14" descr="database Icon - Free PNG &amp; SVG 5079138 - Noun Project">
            <a:extLst>
              <a:ext uri="{FF2B5EF4-FFF2-40B4-BE49-F238E27FC236}">
                <a16:creationId xmlns:a16="http://schemas.microsoft.com/office/drawing/2014/main" id="{E7460B21-8E5D-3431-EFC2-CB1A96217BE3}"/>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601452" y="1068672"/>
            <a:ext cx="585216" cy="585216"/>
          </a:xfrm>
          <a:prstGeom prst="rect">
            <a:avLst/>
          </a:prstGeom>
          <a:noFill/>
          <a:extLst>
            <a:ext uri="{909E8E84-426E-40DD-AFC4-6F175D3DCCD1}">
              <a14:hiddenFill xmlns:a14="http://schemas.microsoft.com/office/drawing/2010/main">
                <a:solidFill>
                  <a:srgbClr val="FFFFFF"/>
                </a:solidFill>
              </a14:hiddenFill>
            </a:ext>
          </a:extLst>
        </p:spPr>
      </p:pic>
      <p:pic>
        <p:nvPicPr>
          <p:cNvPr id="1070" name="Picture 14" descr="database Icon - Free PNG &amp; SVG 5079138 - Noun Project">
            <a:extLst>
              <a:ext uri="{FF2B5EF4-FFF2-40B4-BE49-F238E27FC236}">
                <a16:creationId xmlns:a16="http://schemas.microsoft.com/office/drawing/2014/main" id="{7BEAEC29-74CB-182B-B4F5-49976A72BB8E}"/>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601452" y="1831626"/>
            <a:ext cx="585216" cy="585216"/>
          </a:xfrm>
          <a:prstGeom prst="rect">
            <a:avLst/>
          </a:prstGeom>
          <a:noFill/>
          <a:extLst>
            <a:ext uri="{909E8E84-426E-40DD-AFC4-6F175D3DCCD1}">
              <a14:hiddenFill xmlns:a14="http://schemas.microsoft.com/office/drawing/2010/main">
                <a:solidFill>
                  <a:srgbClr val="FFFFFF"/>
                </a:solidFill>
              </a14:hiddenFill>
            </a:ext>
          </a:extLst>
        </p:spPr>
      </p:pic>
      <p:sp>
        <p:nvSpPr>
          <p:cNvPr id="1071" name="TextBox 5">
            <a:extLst>
              <a:ext uri="{FF2B5EF4-FFF2-40B4-BE49-F238E27FC236}">
                <a16:creationId xmlns:a16="http://schemas.microsoft.com/office/drawing/2014/main" id="{DD40BCCE-64FC-B274-3A74-3B029A09EE0F}"/>
              </a:ext>
            </a:extLst>
          </p:cNvPr>
          <p:cNvSpPr txBox="1"/>
          <p:nvPr/>
        </p:nvSpPr>
        <p:spPr>
          <a:xfrm>
            <a:off x="10280580" y="1010903"/>
            <a:ext cx="914400" cy="914400"/>
          </a:xfrm>
          <a:prstGeom prst="rect">
            <a:avLst/>
          </a:prstGeom>
          <a:noFill/>
        </p:spPr>
        <p:txBody>
          <a:bodyPr wrap="none" lIns="0" tIns="0" rIns="0" bIns="0" rtlCol="0">
            <a:noAutofit/>
          </a:bodyPr>
          <a:lstStyle/>
          <a:p>
            <a:pPr algn="l"/>
            <a:r>
              <a:rPr lang="en-US" sz="1600" b="1" dirty="0">
                <a:solidFill>
                  <a:srgbClr val="979797"/>
                </a:solidFill>
              </a:rPr>
              <a:t>PDM</a:t>
            </a:r>
          </a:p>
          <a:p>
            <a:pPr algn="l"/>
            <a:r>
              <a:rPr lang="en-US" sz="1600" b="1" dirty="0">
                <a:solidFill>
                  <a:srgbClr val="979797"/>
                </a:solidFill>
              </a:rPr>
              <a:t>retail_pdm</a:t>
            </a:r>
          </a:p>
          <a:p>
            <a:pPr algn="l"/>
            <a:endParaRPr lang="en-US" sz="1600" b="1" dirty="0">
              <a:solidFill>
                <a:srgbClr val="979797"/>
              </a:solidFill>
            </a:endParaRPr>
          </a:p>
        </p:txBody>
      </p:sp>
      <p:sp>
        <p:nvSpPr>
          <p:cNvPr id="1072" name="TextBox 5">
            <a:extLst>
              <a:ext uri="{FF2B5EF4-FFF2-40B4-BE49-F238E27FC236}">
                <a16:creationId xmlns:a16="http://schemas.microsoft.com/office/drawing/2014/main" id="{C62B5860-266D-57E1-5C61-133645FC26E9}"/>
              </a:ext>
            </a:extLst>
          </p:cNvPr>
          <p:cNvSpPr txBox="1"/>
          <p:nvPr/>
        </p:nvSpPr>
        <p:spPr>
          <a:xfrm>
            <a:off x="10280580" y="1867275"/>
            <a:ext cx="914400" cy="914400"/>
          </a:xfrm>
          <a:prstGeom prst="rect">
            <a:avLst/>
          </a:prstGeom>
          <a:noFill/>
        </p:spPr>
        <p:txBody>
          <a:bodyPr wrap="none" lIns="0" tIns="0" rIns="0" bIns="0" rtlCol="0">
            <a:noAutofit/>
          </a:bodyPr>
          <a:lstStyle/>
          <a:p>
            <a:pPr algn="l"/>
            <a:r>
              <a:rPr lang="en-US" sz="1600" b="1" dirty="0">
                <a:solidFill>
                  <a:srgbClr val="979797"/>
                </a:solidFill>
              </a:rPr>
              <a:t>OMS</a:t>
            </a:r>
          </a:p>
          <a:p>
            <a:pPr algn="l"/>
            <a:r>
              <a:rPr lang="en-US" sz="1600" b="1" dirty="0">
                <a:solidFill>
                  <a:srgbClr val="979797"/>
                </a:solidFill>
              </a:rPr>
              <a:t>retail_oms</a:t>
            </a:r>
          </a:p>
        </p:txBody>
      </p:sp>
      <p:sp>
        <p:nvSpPr>
          <p:cNvPr id="1073" name="TextBox 5">
            <a:extLst>
              <a:ext uri="{FF2B5EF4-FFF2-40B4-BE49-F238E27FC236}">
                <a16:creationId xmlns:a16="http://schemas.microsoft.com/office/drawing/2014/main" id="{8718990F-C139-B219-617C-7765341DBF2F}"/>
              </a:ext>
            </a:extLst>
          </p:cNvPr>
          <p:cNvSpPr txBox="1"/>
          <p:nvPr/>
        </p:nvSpPr>
        <p:spPr>
          <a:xfrm>
            <a:off x="10280580" y="2630201"/>
            <a:ext cx="914400" cy="914400"/>
          </a:xfrm>
          <a:prstGeom prst="rect">
            <a:avLst/>
          </a:prstGeom>
          <a:noFill/>
        </p:spPr>
        <p:txBody>
          <a:bodyPr wrap="none" lIns="0" tIns="0" rIns="0" bIns="0" rtlCol="0">
            <a:noAutofit/>
          </a:bodyPr>
          <a:lstStyle/>
          <a:p>
            <a:r>
              <a:rPr lang="en-US" sz="1600" b="1" dirty="0">
                <a:solidFill>
                  <a:srgbClr val="979797"/>
                </a:solidFill>
              </a:rPr>
              <a:t>CRM</a:t>
            </a:r>
          </a:p>
          <a:p>
            <a:r>
              <a:rPr lang="en-US" sz="1600" b="1" dirty="0">
                <a:solidFill>
                  <a:srgbClr val="979797"/>
                </a:solidFill>
              </a:rPr>
              <a:t>retail_crm</a:t>
            </a:r>
          </a:p>
          <a:p>
            <a:endParaRPr lang="en-US" sz="1600" b="1" dirty="0">
              <a:solidFill>
                <a:srgbClr val="979797"/>
              </a:solidFill>
            </a:endParaRPr>
          </a:p>
        </p:txBody>
      </p:sp>
      <p:sp>
        <p:nvSpPr>
          <p:cNvPr id="1092" name="TextBox 1052">
            <a:extLst>
              <a:ext uri="{FF2B5EF4-FFF2-40B4-BE49-F238E27FC236}">
                <a16:creationId xmlns:a16="http://schemas.microsoft.com/office/drawing/2014/main" id="{C1F9F214-9408-5D45-718C-71CD544C45E7}"/>
              </a:ext>
            </a:extLst>
          </p:cNvPr>
          <p:cNvSpPr txBox="1"/>
          <p:nvPr/>
        </p:nvSpPr>
        <p:spPr>
          <a:xfrm>
            <a:off x="7973904" y="1166704"/>
            <a:ext cx="1280265" cy="2797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PDM Query Expert</a:t>
            </a:r>
          </a:p>
        </p:txBody>
      </p:sp>
      <p:pic>
        <p:nvPicPr>
          <p:cNvPr id="1093" name="Graphic 1054">
            <a:extLst>
              <a:ext uri="{FF2B5EF4-FFF2-40B4-BE49-F238E27FC236}">
                <a16:creationId xmlns:a16="http://schemas.microsoft.com/office/drawing/2014/main" id="{2C01455E-EEFB-5508-B9CF-23F5A4FA3242}"/>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7675797" y="1194872"/>
            <a:ext cx="281501" cy="281501"/>
          </a:xfrm>
          <a:prstGeom prst="rect">
            <a:avLst/>
          </a:prstGeom>
        </p:spPr>
      </p:pic>
      <p:sp>
        <p:nvSpPr>
          <p:cNvPr id="1094" name="TextBox 1052">
            <a:extLst>
              <a:ext uri="{FF2B5EF4-FFF2-40B4-BE49-F238E27FC236}">
                <a16:creationId xmlns:a16="http://schemas.microsoft.com/office/drawing/2014/main" id="{AF6FA72B-A8DE-56C4-1A87-72722850FFAB}"/>
              </a:ext>
            </a:extLst>
          </p:cNvPr>
          <p:cNvSpPr txBox="1"/>
          <p:nvPr/>
        </p:nvSpPr>
        <p:spPr>
          <a:xfrm>
            <a:off x="7970211" y="1930005"/>
            <a:ext cx="1280265" cy="2797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OMS Query Expert</a:t>
            </a:r>
          </a:p>
        </p:txBody>
      </p:sp>
      <p:pic>
        <p:nvPicPr>
          <p:cNvPr id="1095" name="Graphic 1054">
            <a:extLst>
              <a:ext uri="{FF2B5EF4-FFF2-40B4-BE49-F238E27FC236}">
                <a16:creationId xmlns:a16="http://schemas.microsoft.com/office/drawing/2014/main" id="{2989A496-2160-861E-2E44-7B12DF506593}"/>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7672104" y="1958173"/>
            <a:ext cx="281501" cy="281501"/>
          </a:xfrm>
          <a:prstGeom prst="rect">
            <a:avLst/>
          </a:prstGeom>
        </p:spPr>
      </p:pic>
      <p:sp>
        <p:nvSpPr>
          <p:cNvPr id="1096" name="Up-Down Arrow 22">
            <a:extLst>
              <a:ext uri="{FF2B5EF4-FFF2-40B4-BE49-F238E27FC236}">
                <a16:creationId xmlns:a16="http://schemas.microsoft.com/office/drawing/2014/main" id="{95D9E068-071F-155A-1796-A2CED7164EC7}"/>
              </a:ext>
            </a:extLst>
          </p:cNvPr>
          <p:cNvSpPr/>
          <p:nvPr/>
        </p:nvSpPr>
        <p:spPr>
          <a:xfrm rot="2853404" flipH="1">
            <a:off x="7115174" y="1230512"/>
            <a:ext cx="191810" cy="929246"/>
          </a:xfrm>
          <a:prstGeom prst="up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7" name="Up-Down Arrow 22">
            <a:extLst>
              <a:ext uri="{FF2B5EF4-FFF2-40B4-BE49-F238E27FC236}">
                <a16:creationId xmlns:a16="http://schemas.microsoft.com/office/drawing/2014/main" id="{C64D994C-31B3-BB4F-8A47-D9CEC73B238C}"/>
              </a:ext>
            </a:extLst>
          </p:cNvPr>
          <p:cNvSpPr/>
          <p:nvPr/>
        </p:nvSpPr>
        <p:spPr>
          <a:xfrm rot="5400000" flipH="1">
            <a:off x="7122030" y="1651992"/>
            <a:ext cx="191810" cy="929246"/>
          </a:xfrm>
          <a:prstGeom prst="up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8" name="Up-Down Arrow 22">
            <a:extLst>
              <a:ext uri="{FF2B5EF4-FFF2-40B4-BE49-F238E27FC236}">
                <a16:creationId xmlns:a16="http://schemas.microsoft.com/office/drawing/2014/main" id="{AFBFB484-A64C-E76F-FA47-E25C088DF217}"/>
              </a:ext>
            </a:extLst>
          </p:cNvPr>
          <p:cNvSpPr/>
          <p:nvPr/>
        </p:nvSpPr>
        <p:spPr>
          <a:xfrm rot="6345828" flipH="1">
            <a:off x="7099441" y="2178437"/>
            <a:ext cx="191810" cy="929246"/>
          </a:xfrm>
          <a:prstGeom prst="upDownArrow">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Up-Down Arrow 22">
            <a:extLst>
              <a:ext uri="{FF2B5EF4-FFF2-40B4-BE49-F238E27FC236}">
                <a16:creationId xmlns:a16="http://schemas.microsoft.com/office/drawing/2014/main" id="{0822553D-68CF-E16D-1FA3-9B68D9FE2F5C}"/>
              </a:ext>
            </a:extLst>
          </p:cNvPr>
          <p:cNvSpPr/>
          <p:nvPr/>
        </p:nvSpPr>
        <p:spPr>
          <a:xfrm rot="8318964" flipH="1">
            <a:off x="7065938" y="2481715"/>
            <a:ext cx="187410" cy="1444094"/>
          </a:xfrm>
          <a:prstGeom prst="upDown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1" descr="claude.png">
            <a:extLst>
              <a:ext uri="{FF2B5EF4-FFF2-40B4-BE49-F238E27FC236}">
                <a16:creationId xmlns:a16="http://schemas.microsoft.com/office/drawing/2014/main" id="{143B0B45-B5C8-78FD-BA0D-4AE01923F912}"/>
              </a:ext>
            </a:extLst>
          </p:cNvPr>
          <p:cNvPicPr>
            <a:picLocks noChangeAspect="1"/>
          </p:cNvPicPr>
          <p:nvPr/>
        </p:nvPicPr>
        <p:blipFill>
          <a:blip r:embed="rId26"/>
          <a:stretch>
            <a:fillRect/>
          </a:stretch>
        </p:blipFill>
        <p:spPr>
          <a:xfrm>
            <a:off x="1816254" y="1993231"/>
            <a:ext cx="402240" cy="402240"/>
          </a:xfrm>
          <a:prstGeom prst="rect">
            <a:avLst/>
          </a:prstGeom>
        </p:spPr>
      </p:pic>
      <p:sp>
        <p:nvSpPr>
          <p:cNvPr id="1099" name="CRM DB Agent Label">
            <a:extLst>
              <a:ext uri="{FF2B5EF4-FFF2-40B4-BE49-F238E27FC236}">
                <a16:creationId xmlns:a16="http://schemas.microsoft.com/office/drawing/2014/main" id="{3AB1AC7B-B1E3-4CB1-94A5-1EA388B91C36}"/>
              </a:ext>
            </a:extLst>
          </p:cNvPr>
          <p:cNvSpPr txBox="1"/>
          <p:nvPr/>
        </p:nvSpPr>
        <p:spPr>
          <a:xfrm>
            <a:off x="7970211" y="2693306"/>
            <a:ext cx="1280265" cy="27970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50800" tIns="50800" rIns="50800" bIns="50800" numCol="1" spcCol="38100" rtlCol="0" anchor="t" anchorCtr="0">
            <a:noAutofit/>
          </a:bodyPr>
          <a:lstStyle/>
          <a:p>
            <a:pPr marL="0" marR="0" lvl="0" indent="0" algn="l" defTabSz="819150" rtl="0" eaLnBrk="1" fontAlgn="auto" latinLnBrk="0" hangingPunct="0">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Calibri" panose="020F0502020204030204"/>
                <a:ea typeface="Gill Sans"/>
                <a:cs typeface="Gill Sans"/>
                <a:sym typeface="Gill Sans"/>
              </a:rPr>
              <a:t>CRM Query Expert</a:t>
            </a:r>
          </a:p>
        </p:txBody>
      </p:sp>
      <p:pic>
        <p:nvPicPr>
          <p:cNvPr id="1100" name="CRM DB Agent Icon">
            <a:extLst>
              <a:ext uri="{FF2B5EF4-FFF2-40B4-BE49-F238E27FC236}">
                <a16:creationId xmlns:a16="http://schemas.microsoft.com/office/drawing/2014/main" id="{95750982-4B6D-4F37-93CB-F861D4314A1A}"/>
              </a:ext>
            </a:extLst>
          </p:cNvPr>
          <p:cNvPicPr>
            <a:picLocks noChangeAspect="1"/>
          </p:cNvPicPr>
          <p:nvPr/>
        </p:nvPicPr>
        <p:blipFill>
          <a:blip>
            <a:extLst>
              <a:ext uri="{96DAC541-7B7A-43D3-8B79-37D633B846F1}">
                <asvg:svgBlip xmlns:asvg="http://schemas.microsoft.com/office/drawing/2016/SVG/main" r:embed="rId25"/>
              </a:ext>
            </a:extLst>
          </a:blip>
          <a:stretch>
            <a:fillRect/>
          </a:stretch>
        </p:blipFill>
        <p:spPr>
          <a:xfrm>
            <a:off x="7672104" y="2721474"/>
            <a:ext cx="281501" cy="281501"/>
          </a:xfrm>
          <a:prstGeom prst="rect">
            <a:avLst/>
          </a:prstGeom>
        </p:spPr>
      </p:pic>
      <p:pic>
        <p:nvPicPr>
          <p:cNvPr id="1101" name="CRM DB Cylinder" descr="database Icon - Free PNG &amp; SVG 5079138 - Noun Project">
            <a:extLst>
              <a:ext uri="{FF2B5EF4-FFF2-40B4-BE49-F238E27FC236}">
                <a16:creationId xmlns:a16="http://schemas.microsoft.com/office/drawing/2014/main" id="{01EE9A2C-0BD7-4986-9780-2119EC037B3D}"/>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9601452" y="2594927"/>
            <a:ext cx="585216" cy="5852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83763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77"/>
                                        </p:tgtEl>
                                        <p:attrNameLst>
                                          <p:attrName>style.visibility</p:attrName>
                                        </p:attrNameLst>
                                      </p:cBhvr>
                                      <p:to>
                                        <p:strVal val="visible"/>
                                      </p:to>
                                    </p:set>
                                    <p:animEffect transition="in" filter="fade">
                                      <p:cBhvr>
                                        <p:cTn id="7" dur="500"/>
                                        <p:tgtEl>
                                          <p:spTgt spid="1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D1581-D79F-37D2-5AD8-0BC76B77D7BF}"/>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A784085E-432E-A37B-4C79-0DAA0154778D}"/>
              </a:ext>
            </a:extLst>
          </p:cNvPr>
          <p:cNvSpPr>
            <a:spLocks noGrp="1"/>
          </p:cNvSpPr>
          <p:nvPr>
            <p:ph type="title"/>
          </p:nvPr>
        </p:nvSpPr>
        <p:spPr/>
        <p:txBody>
          <a:bodyPr/>
          <a:lstStyle/>
          <a:p>
            <a:r>
              <a:rPr lang="en-US"/>
              <a:t>The Demo in the Lifecycle</a:t>
            </a:r>
            <a:br>
              <a:rPr lang="en-US"/>
            </a:br>
            <a:r>
              <a:rPr lang="en-US" sz="2400"/>
              <a:t>What you just saw, stage by stage</a:t>
            </a:r>
            <a:endParaRPr lang="en-US"/>
          </a:p>
        </p:txBody>
      </p:sp>
      <p:sp>
        <p:nvSpPr>
          <p:cNvPr id="23" name="Rectangle: Rounded Corners 27">
            <a:extLst>
              <a:ext uri="{FF2B5EF4-FFF2-40B4-BE49-F238E27FC236}">
                <a16:creationId xmlns:a16="http://schemas.microsoft.com/office/drawing/2014/main" id="{8D2860D3-61DB-D9E5-52D9-9A5172233F51}"/>
              </a:ext>
            </a:extLst>
          </p:cNvPr>
          <p:cNvSpPr/>
          <p:nvPr/>
        </p:nvSpPr>
        <p:spPr>
          <a:xfrm>
            <a:off x="8744754" y="4277116"/>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IMPROVEMENT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 Dashboards, broker traces,</a:t>
            </a:r>
            <a:br>
              <a:rPr kumimoji="0" lang="en-US" sz="1400" b="0" i="0" u="none" strike="noStrike" kern="1200" cap="none" spc="0" normalizeH="0" baseline="0" noProof="0">
                <a:ln>
                  <a:noFill/>
                </a:ln>
                <a:solidFill>
                  <a:prstClr val="white"/>
                </a:solidFill>
                <a:effectLst/>
                <a:uLnTx/>
                <a:uFillTx/>
                <a:latin typeface="Segoe UI"/>
                <a:ea typeface="+mn-ea"/>
                <a:cs typeface="+mn-cs"/>
              </a:rPr>
            </a:br>
            <a:r>
              <a:rPr kumimoji="0" lang="en-US" sz="1400" b="0" i="0" u="none" strike="noStrike" kern="1200" cap="none" spc="0" normalizeH="0" baseline="0" noProof="0">
                <a:ln>
                  <a:noFill/>
                </a:ln>
                <a:solidFill>
                  <a:prstClr val="white"/>
                </a:solidFill>
                <a:effectLst/>
                <a:uLnTx/>
                <a:uFillTx/>
                <a:latin typeface="Segoe UI"/>
                <a:ea typeface="+mn-ea"/>
                <a:cs typeface="+mn-cs"/>
              </a:rPr>
              <a:t>CI-ready eval gate</a:t>
            </a:r>
          </a:p>
        </p:txBody>
      </p:sp>
      <p:sp>
        <p:nvSpPr>
          <p:cNvPr id="25" name="Slide Number Placeholder 6">
            <a:extLst>
              <a:ext uri="{FF2B5EF4-FFF2-40B4-BE49-F238E27FC236}">
                <a16:creationId xmlns:a16="http://schemas.microsoft.com/office/drawing/2014/main" id="{14BBB372-90EF-D2D4-7143-A6E46F6AAA33}"/>
              </a:ext>
            </a:extLst>
          </p:cNvPr>
          <p:cNvSpPr txBox="1">
            <a:spLocks/>
          </p:cNvSpPr>
          <p:nvPr/>
        </p:nvSpPr>
        <p:spPr>
          <a:xfrm>
            <a:off x="545419" y="6332617"/>
            <a:ext cx="216000" cy="386188"/>
          </a:xfrm>
          <a:prstGeom prst="rect">
            <a:avLst/>
          </a:prstGeom>
        </p:spPr>
        <p:txBody>
          <a:bodyPr vert="horz" lIns="0" tIns="0" rIns="0" bIns="0" rtlCol="0" anchor="ctr"/>
          <a:lstStyle>
            <a:defPPr>
              <a:defRPr lang="en-US"/>
            </a:defPPr>
            <a:lvl1pPr marL="0" algn="ctr" defTabSz="914400" rtl="0" eaLnBrk="1" latinLnBrk="0" hangingPunct="1">
              <a:defRPr sz="800" b="1" kern="1200">
                <a:solidFill>
                  <a:schemeClr val="tx1"/>
                </a:solidFill>
                <a:latin typeface="Aptos" panose="020B000402020202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fld id="{5AC94115-40D6-4F9E-B464-3718F525A7D7}" type="slidenum">
              <a:rPr kumimoji="0" lang="en-US" sz="800" b="1" i="0" u="none" strike="noStrike" kern="1200" cap="none" spc="0" normalizeH="0" baseline="0" noProof="0" smtClean="0">
                <a:ln>
                  <a:noFill/>
                </a:ln>
                <a:solidFill>
                  <a:srgbClr val="0A3B5E"/>
                </a:solidFill>
                <a:effectLst/>
                <a:uLnTx/>
                <a:uFillTx/>
                <a:latin typeface="Aptos" panose="020B0004020202020204" pitchFamily="34" charset="0"/>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en-US" sz="800" b="1" i="0" u="none" strike="noStrike" kern="1200" cap="none" spc="0" normalizeH="0" baseline="0" noProof="0">
              <a:ln>
                <a:noFill/>
              </a:ln>
              <a:solidFill>
                <a:srgbClr val="0A3B5E"/>
              </a:solidFill>
              <a:effectLst/>
              <a:uLnTx/>
              <a:uFillTx/>
              <a:latin typeface="Aptos" panose="020B0004020202020204" pitchFamily="34" charset="0"/>
              <a:ea typeface="+mn-ea"/>
              <a:cs typeface="+mn-cs"/>
            </a:endParaRPr>
          </a:p>
        </p:txBody>
      </p:sp>
      <p:sp>
        <p:nvSpPr>
          <p:cNvPr id="26" name="Right Arrow 25">
            <a:extLst>
              <a:ext uri="{FF2B5EF4-FFF2-40B4-BE49-F238E27FC236}">
                <a16:creationId xmlns:a16="http://schemas.microsoft.com/office/drawing/2014/main" id="{A0CC6429-4636-45DE-7E24-8CC87A5A5BDC}"/>
              </a:ext>
            </a:extLst>
          </p:cNvPr>
          <p:cNvSpPr/>
          <p:nvPr/>
        </p:nvSpPr>
        <p:spPr>
          <a:xfrm>
            <a:off x="7710193" y="4444181"/>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grpSp>
        <p:nvGrpSpPr>
          <p:cNvPr id="27" name="Group 26">
            <a:extLst>
              <a:ext uri="{FF2B5EF4-FFF2-40B4-BE49-F238E27FC236}">
                <a16:creationId xmlns:a16="http://schemas.microsoft.com/office/drawing/2014/main" id="{1F49C789-AEC0-B3A5-9E18-37C87DEDBF2E}"/>
              </a:ext>
            </a:extLst>
          </p:cNvPr>
          <p:cNvGrpSpPr/>
          <p:nvPr/>
        </p:nvGrpSpPr>
        <p:grpSpPr>
          <a:xfrm>
            <a:off x="373960" y="2123684"/>
            <a:ext cx="2976880" cy="1463040"/>
            <a:chOff x="373960" y="2123684"/>
            <a:chExt cx="2976880" cy="1463040"/>
          </a:xfrm>
        </p:grpSpPr>
        <p:pic>
          <p:nvPicPr>
            <p:cNvPr id="29" name="Picture 28" descr="A screenshot of a computer&#10;&#10;AI-generated content may be incorrect.">
              <a:extLst>
                <a:ext uri="{FF2B5EF4-FFF2-40B4-BE49-F238E27FC236}">
                  <a16:creationId xmlns:a16="http://schemas.microsoft.com/office/drawing/2014/main" id="{D6F34960-1DF6-3A7C-1C6A-D12BD2B3670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339160" y="2123684"/>
              <a:ext cx="2011680" cy="1463040"/>
            </a:xfrm>
            <a:prstGeom prst="rect">
              <a:avLst/>
            </a:prstGeom>
            <a:ln w="6350">
              <a:noFill/>
            </a:ln>
            <a:effectLst>
              <a:outerShdw blurRad="63500" sx="102000" sy="102000" algn="ctr" rotWithShape="0">
                <a:prstClr val="black">
                  <a:alpha val="40000"/>
                </a:prstClr>
              </a:outerShdw>
            </a:effectLst>
          </p:spPr>
        </p:pic>
        <p:sp>
          <p:nvSpPr>
            <p:cNvPr id="33" name="Rectangle 32">
              <a:extLst>
                <a:ext uri="{FF2B5EF4-FFF2-40B4-BE49-F238E27FC236}">
                  <a16:creationId xmlns:a16="http://schemas.microsoft.com/office/drawing/2014/main" id="{8EE3EA42-4209-FBA4-70F8-C718916F41C9}"/>
                </a:ext>
              </a:extLst>
            </p:cNvPr>
            <p:cNvSpPr/>
            <p:nvPr/>
          </p:nvSpPr>
          <p:spPr>
            <a:xfrm>
              <a:off x="373960" y="2221615"/>
              <a:ext cx="854592" cy="914400"/>
            </a:xfrm>
            <a:prstGeom prst="rect">
              <a:avLst/>
            </a:prstGeom>
            <a:noFill/>
            <a:ln>
              <a:no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Agent Builder</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Instruction</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System Prompts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Guardrails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Skill</a:t>
              </a:r>
            </a:p>
          </p:txBody>
        </p:sp>
      </p:grpSp>
      <p:grpSp>
        <p:nvGrpSpPr>
          <p:cNvPr id="35" name="Group 34">
            <a:extLst>
              <a:ext uri="{FF2B5EF4-FFF2-40B4-BE49-F238E27FC236}">
                <a16:creationId xmlns:a16="http://schemas.microsoft.com/office/drawing/2014/main" id="{6F8D221E-58F5-21FE-819B-F147A877716C}"/>
              </a:ext>
            </a:extLst>
          </p:cNvPr>
          <p:cNvGrpSpPr/>
          <p:nvPr/>
        </p:nvGrpSpPr>
        <p:grpSpPr>
          <a:xfrm>
            <a:off x="8821770" y="2123684"/>
            <a:ext cx="2746310" cy="1463040"/>
            <a:chOff x="8821770" y="2123684"/>
            <a:chExt cx="2746310" cy="1463040"/>
          </a:xfrm>
        </p:grpSpPr>
        <p:pic>
          <p:nvPicPr>
            <p:cNvPr id="37" name="Picture 36" descr="Article content">
              <a:extLst>
                <a:ext uri="{FF2B5EF4-FFF2-40B4-BE49-F238E27FC236}">
                  <a16:creationId xmlns:a16="http://schemas.microsoft.com/office/drawing/2014/main" id="{D555008F-B81F-38D4-455B-B6E02A4FD70B}"/>
                </a:ext>
              </a:extLst>
            </p:cNvPr>
            <p:cNvPicPr>
              <a:picLocks/>
            </p:cNvPicPr>
            <p:nvPr/>
          </p:nvPicPr>
          <p:blipFill>
            <a:blip r:embed="rId4"/>
            <a:stretch>
              <a:fillRect/>
            </a:stretch>
          </p:blipFill>
          <p:spPr>
            <a:xfrm>
              <a:off x="9556400" y="2123684"/>
              <a:ext cx="2011680" cy="1463040"/>
            </a:xfrm>
            <a:prstGeom prst="rect">
              <a:avLst/>
            </a:prstGeom>
            <a:ln w="6350">
              <a:noFill/>
            </a:ln>
            <a:effectLst>
              <a:outerShdw blurRad="63500" sx="102000" sy="102000" algn="ctr" rotWithShape="0">
                <a:prstClr val="black">
                  <a:alpha val="40000"/>
                </a:prstClr>
              </a:outerShdw>
            </a:effectLst>
          </p:spPr>
        </p:pic>
        <p:sp>
          <p:nvSpPr>
            <p:cNvPr id="39" name="Rectangle 38">
              <a:extLst>
                <a:ext uri="{FF2B5EF4-FFF2-40B4-BE49-F238E27FC236}">
                  <a16:creationId xmlns:a16="http://schemas.microsoft.com/office/drawing/2014/main" id="{873BCED8-19AC-58C3-26DC-F602DFBD169A}"/>
                </a:ext>
              </a:extLst>
            </p:cNvPr>
            <p:cNvSpPr/>
            <p:nvPr/>
          </p:nvSpPr>
          <p:spPr>
            <a:xfrm>
              <a:off x="8821770" y="2221615"/>
              <a:ext cx="731520"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Offline Evals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Visualizer</a:t>
              </a:r>
            </a:p>
            <a:p>
              <a:pPr marL="171450" marR="0" lvl="0" indent="-171450" algn="ctr"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A3B5E">
                    <a:lumMod val="50000"/>
                  </a:srgbClr>
                </a:solidFill>
                <a:effectLst/>
                <a:uLnTx/>
                <a:uFillTx/>
                <a:latin typeface="Segoe UI"/>
                <a:ea typeface="+mn-ea"/>
                <a:cs typeface="+mn-cs"/>
              </a:endParaRPr>
            </a:p>
          </p:txBody>
        </p:sp>
      </p:grpSp>
      <p:grpSp>
        <p:nvGrpSpPr>
          <p:cNvPr id="40" name="Group 39">
            <a:extLst>
              <a:ext uri="{FF2B5EF4-FFF2-40B4-BE49-F238E27FC236}">
                <a16:creationId xmlns:a16="http://schemas.microsoft.com/office/drawing/2014/main" id="{7EBC9281-AFBE-253C-4451-31C17C66C8F5}"/>
              </a:ext>
            </a:extLst>
          </p:cNvPr>
          <p:cNvGrpSpPr/>
          <p:nvPr/>
        </p:nvGrpSpPr>
        <p:grpSpPr>
          <a:xfrm>
            <a:off x="4635500" y="5202150"/>
            <a:ext cx="2976880" cy="1463039"/>
            <a:chOff x="8821770" y="5202149"/>
            <a:chExt cx="2976880" cy="1463039"/>
          </a:xfrm>
        </p:grpSpPr>
        <p:grpSp>
          <p:nvGrpSpPr>
            <p:cNvPr id="42" name="Graphic 26">
              <a:extLst>
                <a:ext uri="{FF2B5EF4-FFF2-40B4-BE49-F238E27FC236}">
                  <a16:creationId xmlns:a16="http://schemas.microsoft.com/office/drawing/2014/main" id="{C4DBF274-C4A2-BAE3-877D-E05CE9292C75}"/>
                </a:ext>
              </a:extLst>
            </p:cNvPr>
            <p:cNvGrpSpPr/>
            <p:nvPr/>
          </p:nvGrpSpPr>
          <p:grpSpPr>
            <a:xfrm>
              <a:off x="9786970" y="5202149"/>
              <a:ext cx="2011680" cy="1463039"/>
              <a:chOff x="1695765" y="5121932"/>
              <a:chExt cx="1739678" cy="1699182"/>
            </a:xfrm>
            <a:effectLst>
              <a:outerShdw blurRad="63500" sx="102000" sy="102000" algn="ctr" rotWithShape="0">
                <a:prstClr val="black">
                  <a:alpha val="40000"/>
                </a:prstClr>
              </a:outerShdw>
            </a:effectLst>
          </p:grpSpPr>
          <p:sp>
            <p:nvSpPr>
              <p:cNvPr id="45" name="Rectangle 44">
                <a:extLst>
                  <a:ext uri="{FF2B5EF4-FFF2-40B4-BE49-F238E27FC236}">
                    <a16:creationId xmlns:a16="http://schemas.microsoft.com/office/drawing/2014/main" id="{F8C78645-533D-0605-6151-21C601E72657}"/>
                  </a:ext>
                </a:extLst>
              </p:cNvPr>
              <p:cNvSpPr/>
              <p:nvPr/>
            </p:nvSpPr>
            <p:spPr>
              <a:xfrm>
                <a:off x="1695765" y="5121932"/>
                <a:ext cx="1739678" cy="1631486"/>
              </a:xfrm>
              <a:prstGeom prst="rect">
                <a:avLst/>
              </a:prstGeom>
              <a:solidFill>
                <a:srgbClr val="F7F8F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46" name="Freeform 45">
                <a:extLst>
                  <a:ext uri="{FF2B5EF4-FFF2-40B4-BE49-F238E27FC236}">
                    <a16:creationId xmlns:a16="http://schemas.microsoft.com/office/drawing/2014/main" id="{492C2797-E729-BD7F-BB1D-28ADBB512D2D}"/>
                  </a:ext>
                </a:extLst>
              </p:cNvPr>
              <p:cNvSpPr/>
              <p:nvPr/>
            </p:nvSpPr>
            <p:spPr>
              <a:xfrm>
                <a:off x="2566116" y="6444271"/>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48" name="Freeform 47">
                <a:extLst>
                  <a:ext uri="{FF2B5EF4-FFF2-40B4-BE49-F238E27FC236}">
                    <a16:creationId xmlns:a16="http://schemas.microsoft.com/office/drawing/2014/main" id="{F41CCF92-FAD6-D2EA-FC7B-EF642DD11671}"/>
                  </a:ext>
                </a:extLst>
              </p:cNvPr>
              <p:cNvSpPr/>
              <p:nvPr/>
            </p:nvSpPr>
            <p:spPr>
              <a:xfrm>
                <a:off x="2202054" y="5771525"/>
                <a:ext cx="390626" cy="203665"/>
              </a:xfrm>
              <a:custGeom>
                <a:avLst/>
                <a:gdLst>
                  <a:gd name="csX0" fmla="*/ 377139 w 390626"/>
                  <a:gd name="csY0" fmla="*/ 203665 h 203665"/>
                  <a:gd name="csX1" fmla="*/ 364472 w 390626"/>
                  <a:gd name="csY1" fmla="*/ 180870 h 203665"/>
                  <a:gd name="csX2" fmla="*/ 390626 w 390626"/>
                  <a:gd name="csY2" fmla="*/ 181339 h 203665"/>
                  <a:gd name="csX3" fmla="*/ 377139 w 390626"/>
                  <a:gd name="csY3" fmla="*/ 203665 h 203665"/>
                  <a:gd name="csX4" fmla="*/ 377508 w 390626"/>
                  <a:gd name="csY4" fmla="*/ 183356 h 203665"/>
                  <a:gd name="csX5" fmla="*/ 375270 w 390626"/>
                  <a:gd name="csY5" fmla="*/ 183704 h 203665"/>
                  <a:gd name="csX6" fmla="*/ 338177 w 390626"/>
                  <a:gd name="csY6" fmla="*/ 133550 h 203665"/>
                  <a:gd name="csX7" fmla="*/ 190259 w 390626"/>
                  <a:gd name="csY7" fmla="*/ 104377 h 203665"/>
                  <a:gd name="csX8" fmla="*/ 190259 w 390626"/>
                  <a:gd name="csY8" fmla="*/ 102121 h 203665"/>
                  <a:gd name="csX9" fmla="*/ 190259 w 390626"/>
                  <a:gd name="csY9" fmla="*/ 99864 h 203665"/>
                  <a:gd name="csX10" fmla="*/ 340547 w 390626"/>
                  <a:gd name="csY10" fmla="*/ 129702 h 203665"/>
                  <a:gd name="csX11" fmla="*/ 379746 w 390626"/>
                  <a:gd name="csY11" fmla="*/ 183007 h 203665"/>
                  <a:gd name="csX12" fmla="*/ 377508 w 390626"/>
                  <a:gd name="csY12" fmla="*/ 183356 h 203665"/>
                  <a:gd name="csX13" fmla="*/ 190259 w 390626"/>
                  <a:gd name="csY13" fmla="*/ 102121 h 203665"/>
                  <a:gd name="csX14" fmla="*/ 190259 w 390626"/>
                  <a:gd name="csY14" fmla="*/ 104377 h 203665"/>
                  <a:gd name="csX15" fmla="*/ 14763 w 390626"/>
                  <a:gd name="csY15" fmla="*/ 52740 h 203665"/>
                  <a:gd name="csX16" fmla="*/ 220 w 390626"/>
                  <a:gd name="csY16" fmla="*/ 16631 h 203665"/>
                  <a:gd name="csX17" fmla="*/ 381 w 390626"/>
                  <a:gd name="csY17" fmla="*/ 4678 h 203665"/>
                  <a:gd name="csX18" fmla="*/ 904 w 390626"/>
                  <a:gd name="csY18" fmla="*/ 1282 h 203665"/>
                  <a:gd name="csX19" fmla="*/ 1103 w 390626"/>
                  <a:gd name="csY19" fmla="*/ 357 h 203665"/>
                  <a:gd name="csX20" fmla="*/ 1164 w 390626"/>
                  <a:gd name="csY20" fmla="*/ 104 h 203665"/>
                  <a:gd name="csX21" fmla="*/ 1183 w 390626"/>
                  <a:gd name="csY21" fmla="*/ 30 h 203665"/>
                  <a:gd name="csX22" fmla="*/ 1187 w 390626"/>
                  <a:gd name="csY22" fmla="*/ 9 h 203665"/>
                  <a:gd name="csX23" fmla="*/ 1189 w 390626"/>
                  <a:gd name="csY23" fmla="*/ 0 h 203665"/>
                  <a:gd name="csX24" fmla="*/ 3380 w 390626"/>
                  <a:gd name="csY24" fmla="*/ 576 h 203665"/>
                  <a:gd name="csX25" fmla="*/ 5570 w 390626"/>
                  <a:gd name="csY25" fmla="*/ 1156 h 203665"/>
                  <a:gd name="csX26" fmla="*/ 5570 w 390626"/>
                  <a:gd name="csY26" fmla="*/ 1153 h 203665"/>
                  <a:gd name="csX27" fmla="*/ 5568 w 390626"/>
                  <a:gd name="csY27" fmla="*/ 1160 h 203665"/>
                  <a:gd name="csX28" fmla="*/ 5559 w 390626"/>
                  <a:gd name="csY28" fmla="*/ 1199 h 203665"/>
                  <a:gd name="csX29" fmla="*/ 5516 w 390626"/>
                  <a:gd name="csY29" fmla="*/ 1379 h 203665"/>
                  <a:gd name="csX30" fmla="*/ 5351 w 390626"/>
                  <a:gd name="csY30" fmla="*/ 2153 h 203665"/>
                  <a:gd name="csX31" fmla="*/ 4879 w 390626"/>
                  <a:gd name="csY31" fmla="*/ 5202 h 203665"/>
                  <a:gd name="csX32" fmla="*/ 4734 w 390626"/>
                  <a:gd name="csY32" fmla="*/ 16257 h 203665"/>
                  <a:gd name="csX33" fmla="*/ 18330 w 390626"/>
                  <a:gd name="csY33" fmla="*/ 49958 h 203665"/>
                  <a:gd name="csX34" fmla="*/ 190259 w 390626"/>
                  <a:gd name="csY34" fmla="*/ 99864 h 203665"/>
                  <a:gd name="csX35" fmla="*/ 190259 w 390626"/>
                  <a:gd name="csY35" fmla="*/ 102121 h 2036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Lst>
                <a:rect l="l" t="t" r="r" b="b"/>
                <a:pathLst>
                  <a:path w="390626" h="203665">
                    <a:moveTo>
                      <a:pt x="377139" y="203665"/>
                    </a:moveTo>
                    <a:lnTo>
                      <a:pt x="364472" y="180870"/>
                    </a:lnTo>
                    <a:lnTo>
                      <a:pt x="390626" y="181339"/>
                    </a:lnTo>
                    <a:lnTo>
                      <a:pt x="377139" y="203665"/>
                    </a:lnTo>
                    <a:close/>
                    <a:moveTo>
                      <a:pt x="377508" y="183356"/>
                    </a:moveTo>
                    <a:lnTo>
                      <a:pt x="375270" y="183704"/>
                    </a:lnTo>
                    <a:cubicBezTo>
                      <a:pt x="373041" y="169497"/>
                      <a:pt x="364732" y="149783"/>
                      <a:pt x="338177" y="133550"/>
                    </a:cubicBezTo>
                    <a:cubicBezTo>
                      <a:pt x="311521" y="117251"/>
                      <a:pt x="266348" y="104377"/>
                      <a:pt x="190259" y="104377"/>
                    </a:cubicBezTo>
                    <a:lnTo>
                      <a:pt x="190259" y="102121"/>
                    </a:lnTo>
                    <a:lnTo>
                      <a:pt x="190259" y="99864"/>
                    </a:lnTo>
                    <a:cubicBezTo>
                      <a:pt x="266767" y="99864"/>
                      <a:pt x="312891" y="112792"/>
                      <a:pt x="340547" y="129702"/>
                    </a:cubicBezTo>
                    <a:cubicBezTo>
                      <a:pt x="368307" y="146674"/>
                      <a:pt x="377325" y="167581"/>
                      <a:pt x="379746" y="183007"/>
                    </a:cubicBezTo>
                    <a:lnTo>
                      <a:pt x="377508" y="183356"/>
                    </a:lnTo>
                    <a:close/>
                    <a:moveTo>
                      <a:pt x="190259" y="102121"/>
                    </a:moveTo>
                    <a:lnTo>
                      <a:pt x="190259" y="104377"/>
                    </a:lnTo>
                    <a:cubicBezTo>
                      <a:pt x="82982" y="104377"/>
                      <a:pt x="35371" y="78948"/>
                      <a:pt x="14763" y="52740"/>
                    </a:cubicBezTo>
                    <a:cubicBezTo>
                      <a:pt x="4463" y="39641"/>
                      <a:pt x="1047" y="26506"/>
                      <a:pt x="220" y="16631"/>
                    </a:cubicBezTo>
                    <a:cubicBezTo>
                      <a:pt x="-192" y="11698"/>
                      <a:pt x="41" y="7580"/>
                      <a:pt x="381" y="4678"/>
                    </a:cubicBezTo>
                    <a:cubicBezTo>
                      <a:pt x="551" y="3227"/>
                      <a:pt x="748" y="2079"/>
                      <a:pt x="904" y="1282"/>
                    </a:cubicBezTo>
                    <a:cubicBezTo>
                      <a:pt x="983" y="883"/>
                      <a:pt x="1051" y="573"/>
                      <a:pt x="1103" y="357"/>
                    </a:cubicBezTo>
                    <a:cubicBezTo>
                      <a:pt x="1128" y="249"/>
                      <a:pt x="1149" y="163"/>
                      <a:pt x="1164" y="104"/>
                    </a:cubicBezTo>
                    <a:cubicBezTo>
                      <a:pt x="1171" y="73"/>
                      <a:pt x="1178" y="48"/>
                      <a:pt x="1183" y="30"/>
                    </a:cubicBezTo>
                    <a:cubicBezTo>
                      <a:pt x="1185" y="21"/>
                      <a:pt x="1187" y="14"/>
                      <a:pt x="1187" y="9"/>
                    </a:cubicBezTo>
                    <a:cubicBezTo>
                      <a:pt x="1189" y="5"/>
                      <a:pt x="1189" y="3"/>
                      <a:pt x="1189" y="0"/>
                    </a:cubicBezTo>
                    <a:cubicBezTo>
                      <a:pt x="1192" y="-2"/>
                      <a:pt x="1192" y="-4"/>
                      <a:pt x="3380" y="576"/>
                    </a:cubicBezTo>
                    <a:cubicBezTo>
                      <a:pt x="5568" y="1158"/>
                      <a:pt x="5570" y="1156"/>
                      <a:pt x="5570" y="1156"/>
                    </a:cubicBezTo>
                    <a:cubicBezTo>
                      <a:pt x="5570" y="1156"/>
                      <a:pt x="5570" y="1153"/>
                      <a:pt x="5570" y="1153"/>
                    </a:cubicBezTo>
                    <a:cubicBezTo>
                      <a:pt x="5570" y="1156"/>
                      <a:pt x="5570" y="1156"/>
                      <a:pt x="5568" y="1160"/>
                    </a:cubicBezTo>
                    <a:cubicBezTo>
                      <a:pt x="5568" y="1167"/>
                      <a:pt x="5564" y="1178"/>
                      <a:pt x="5559" y="1199"/>
                    </a:cubicBezTo>
                    <a:cubicBezTo>
                      <a:pt x="5550" y="1235"/>
                      <a:pt x="5534" y="1296"/>
                      <a:pt x="5516" y="1379"/>
                    </a:cubicBezTo>
                    <a:cubicBezTo>
                      <a:pt x="5475" y="1548"/>
                      <a:pt x="5419" y="1808"/>
                      <a:pt x="5351" y="2153"/>
                    </a:cubicBezTo>
                    <a:cubicBezTo>
                      <a:pt x="5212" y="2844"/>
                      <a:pt x="5036" y="3877"/>
                      <a:pt x="4879" y="5202"/>
                    </a:cubicBezTo>
                    <a:cubicBezTo>
                      <a:pt x="4569" y="7853"/>
                      <a:pt x="4352" y="11669"/>
                      <a:pt x="4734" y="16257"/>
                    </a:cubicBezTo>
                    <a:cubicBezTo>
                      <a:pt x="5502" y="25420"/>
                      <a:pt x="8669" y="37671"/>
                      <a:pt x="18330" y="49958"/>
                    </a:cubicBezTo>
                    <a:cubicBezTo>
                      <a:pt x="37646" y="74523"/>
                      <a:pt x="83475" y="99864"/>
                      <a:pt x="190259" y="99864"/>
                    </a:cubicBezTo>
                    <a:lnTo>
                      <a:pt x="190259" y="102121"/>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49" name="Freeform 48">
                <a:extLst>
                  <a:ext uri="{FF2B5EF4-FFF2-40B4-BE49-F238E27FC236}">
                    <a16:creationId xmlns:a16="http://schemas.microsoft.com/office/drawing/2014/main" id="{88B9F8D5-9D8E-C6DE-573E-4C610BA7EF3D}"/>
                  </a:ext>
                </a:extLst>
              </p:cNvPr>
              <p:cNvSpPr/>
              <p:nvPr/>
            </p:nvSpPr>
            <p:spPr>
              <a:xfrm>
                <a:off x="2579196" y="5772105"/>
                <a:ext cx="377315" cy="185321"/>
              </a:xfrm>
              <a:custGeom>
                <a:avLst/>
                <a:gdLst>
                  <a:gd name="csX0" fmla="*/ 0 w 377315"/>
                  <a:gd name="csY0" fmla="*/ 185322 h 185321"/>
                  <a:gd name="csX1" fmla="*/ 190431 w 377315"/>
                  <a:gd name="csY1" fmla="*/ 101545 h 185321"/>
                  <a:gd name="csX2" fmla="*/ 377311 w 377315"/>
                  <a:gd name="csY2" fmla="*/ 0 h 185321"/>
                </a:gdLst>
                <a:ahLst/>
                <a:cxnLst>
                  <a:cxn ang="0">
                    <a:pos x="csX0" y="csY0"/>
                  </a:cxn>
                  <a:cxn ang="0">
                    <a:pos x="csX1" y="csY1"/>
                  </a:cxn>
                  <a:cxn ang="0">
                    <a:pos x="csX2" y="csY2"/>
                  </a:cxn>
                </a:cxnLst>
                <a:rect l="l" t="t" r="r" b="b"/>
                <a:pathLst>
                  <a:path w="377315" h="185321">
                    <a:moveTo>
                      <a:pt x="0" y="185322"/>
                    </a:moveTo>
                    <a:cubicBezTo>
                      <a:pt x="0" y="185322"/>
                      <a:pt x="0" y="98444"/>
                      <a:pt x="190431" y="101545"/>
                    </a:cubicBezTo>
                    <a:cubicBezTo>
                      <a:pt x="380861" y="104643"/>
                      <a:pt x="377311" y="0"/>
                      <a:pt x="377311" y="0"/>
                    </a:cubicBez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0" name="Rectangle 49">
                <a:extLst>
                  <a:ext uri="{FF2B5EF4-FFF2-40B4-BE49-F238E27FC236}">
                    <a16:creationId xmlns:a16="http://schemas.microsoft.com/office/drawing/2014/main" id="{4B36265C-5127-1C5C-60E7-9F82566BD415}"/>
                  </a:ext>
                </a:extLst>
              </p:cNvPr>
              <p:cNvSpPr/>
              <p:nvPr/>
            </p:nvSpPr>
            <p:spPr>
              <a:xfrm>
                <a:off x="2223558" y="6570638"/>
                <a:ext cx="679562" cy="124110"/>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1" name="Rectangle 50">
                <a:extLst>
                  <a:ext uri="{FF2B5EF4-FFF2-40B4-BE49-F238E27FC236}">
                    <a16:creationId xmlns:a16="http://schemas.microsoft.com/office/drawing/2014/main" id="{E4C89330-05E8-8729-AC16-6CC650740FAB}"/>
                  </a:ext>
                </a:extLst>
              </p:cNvPr>
              <p:cNvSpPr/>
              <p:nvPr/>
            </p:nvSpPr>
            <p:spPr>
              <a:xfrm>
                <a:off x="2223558" y="5970395"/>
                <a:ext cx="679562" cy="124110"/>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2" name="Freeform 51">
                <a:extLst>
                  <a:ext uri="{FF2B5EF4-FFF2-40B4-BE49-F238E27FC236}">
                    <a16:creationId xmlns:a16="http://schemas.microsoft.com/office/drawing/2014/main" id="{A524C4AB-0F36-45B9-2356-CDECC578A202}"/>
                  </a:ext>
                </a:extLst>
              </p:cNvPr>
              <p:cNvSpPr/>
              <p:nvPr/>
            </p:nvSpPr>
            <p:spPr>
              <a:xfrm>
                <a:off x="2341557" y="6617655"/>
                <a:ext cx="234002" cy="23251"/>
              </a:xfrm>
              <a:custGeom>
                <a:avLst/>
                <a:gdLst>
                  <a:gd name="csX0" fmla="*/ 761 w 234002"/>
                  <a:gd name="csY0" fmla="*/ 22936 h 23251"/>
                  <a:gd name="csX1" fmla="*/ 222 w 234002"/>
                  <a:gd name="csY1" fmla="*/ 22714 h 23251"/>
                  <a:gd name="csX2" fmla="*/ 0 w 234002"/>
                  <a:gd name="csY2" fmla="*/ 22177 h 23251"/>
                  <a:gd name="csX3" fmla="*/ 0 w 234002"/>
                  <a:gd name="csY3" fmla="*/ 1611 h 23251"/>
                  <a:gd name="csX4" fmla="*/ 222 w 234002"/>
                  <a:gd name="csY4" fmla="*/ 1042 h 23251"/>
                  <a:gd name="csX5" fmla="*/ 761 w 234002"/>
                  <a:gd name="csY5" fmla="*/ 821 h 23251"/>
                  <a:gd name="csX6" fmla="*/ 9260 w 234002"/>
                  <a:gd name="csY6" fmla="*/ 821 h 23251"/>
                  <a:gd name="csX7" fmla="*/ 13573 w 234002"/>
                  <a:gd name="csY7" fmla="*/ 1611 h 23251"/>
                  <a:gd name="csX8" fmla="*/ 16427 w 234002"/>
                  <a:gd name="csY8" fmla="*/ 3949 h 23251"/>
                  <a:gd name="csX9" fmla="*/ 17442 w 234002"/>
                  <a:gd name="csY9" fmla="*/ 7835 h 23251"/>
                  <a:gd name="csX10" fmla="*/ 16427 w 234002"/>
                  <a:gd name="csY10" fmla="*/ 11752 h 23251"/>
                  <a:gd name="csX11" fmla="*/ 13573 w 234002"/>
                  <a:gd name="csY11" fmla="*/ 14027 h 23251"/>
                  <a:gd name="csX12" fmla="*/ 9260 w 234002"/>
                  <a:gd name="csY12" fmla="*/ 14785 h 23251"/>
                  <a:gd name="csX13" fmla="*/ 4535 w 234002"/>
                  <a:gd name="csY13" fmla="*/ 14785 h 23251"/>
                  <a:gd name="csX14" fmla="*/ 4535 w 234002"/>
                  <a:gd name="csY14" fmla="*/ 22177 h 23251"/>
                  <a:gd name="csX15" fmla="*/ 4313 w 234002"/>
                  <a:gd name="csY15" fmla="*/ 22714 h 23251"/>
                  <a:gd name="csX16" fmla="*/ 3774 w 234002"/>
                  <a:gd name="csY16" fmla="*/ 22936 h 23251"/>
                  <a:gd name="csX17" fmla="*/ 761 w 234002"/>
                  <a:gd name="csY17" fmla="*/ 22936 h 23251"/>
                  <a:gd name="csX18" fmla="*/ 4472 w 234002"/>
                  <a:gd name="csY18" fmla="*/ 11278 h 23251"/>
                  <a:gd name="csX19" fmla="*/ 9102 w 234002"/>
                  <a:gd name="csY19" fmla="*/ 11278 h 23251"/>
                  <a:gd name="csX20" fmla="*/ 11924 w 234002"/>
                  <a:gd name="csY20" fmla="*/ 10425 h 23251"/>
                  <a:gd name="csX21" fmla="*/ 12907 w 234002"/>
                  <a:gd name="csY21" fmla="*/ 7835 h 23251"/>
                  <a:gd name="csX22" fmla="*/ 11987 w 234002"/>
                  <a:gd name="csY22" fmla="*/ 5307 h 23251"/>
                  <a:gd name="csX23" fmla="*/ 9102 w 234002"/>
                  <a:gd name="csY23" fmla="*/ 4328 h 23251"/>
                  <a:gd name="csX24" fmla="*/ 4472 w 234002"/>
                  <a:gd name="csY24" fmla="*/ 4328 h 23251"/>
                  <a:gd name="csX25" fmla="*/ 4472 w 234002"/>
                  <a:gd name="csY25" fmla="*/ 11278 h 23251"/>
                  <a:gd name="csX26" fmla="*/ 21286 w 234002"/>
                  <a:gd name="csY26" fmla="*/ 22936 h 23251"/>
                  <a:gd name="csX27" fmla="*/ 20747 w 234002"/>
                  <a:gd name="csY27" fmla="*/ 22714 h 23251"/>
                  <a:gd name="csX28" fmla="*/ 20525 w 234002"/>
                  <a:gd name="csY28" fmla="*/ 22177 h 23251"/>
                  <a:gd name="csX29" fmla="*/ 20525 w 234002"/>
                  <a:gd name="csY29" fmla="*/ 7298 h 23251"/>
                  <a:gd name="csX30" fmla="*/ 20747 w 234002"/>
                  <a:gd name="csY30" fmla="*/ 6729 h 23251"/>
                  <a:gd name="csX31" fmla="*/ 21286 w 234002"/>
                  <a:gd name="csY31" fmla="*/ 6508 h 23251"/>
                  <a:gd name="csX32" fmla="*/ 23855 w 234002"/>
                  <a:gd name="csY32" fmla="*/ 6508 h 23251"/>
                  <a:gd name="csX33" fmla="*/ 24394 w 234002"/>
                  <a:gd name="csY33" fmla="*/ 6729 h 23251"/>
                  <a:gd name="csX34" fmla="*/ 24648 w 234002"/>
                  <a:gd name="csY34" fmla="*/ 7298 h 23251"/>
                  <a:gd name="csX35" fmla="*/ 24648 w 234002"/>
                  <a:gd name="csY35" fmla="*/ 8593 h 23251"/>
                  <a:gd name="csX36" fmla="*/ 26519 w 234002"/>
                  <a:gd name="csY36" fmla="*/ 7045 h 23251"/>
                  <a:gd name="csX37" fmla="*/ 29214 w 234002"/>
                  <a:gd name="csY37" fmla="*/ 6508 h 23251"/>
                  <a:gd name="csX38" fmla="*/ 30515 w 234002"/>
                  <a:gd name="csY38" fmla="*/ 6508 h 23251"/>
                  <a:gd name="csX39" fmla="*/ 31054 w 234002"/>
                  <a:gd name="csY39" fmla="*/ 6729 h 23251"/>
                  <a:gd name="csX40" fmla="*/ 31276 w 234002"/>
                  <a:gd name="csY40" fmla="*/ 7266 h 23251"/>
                  <a:gd name="csX41" fmla="*/ 31276 w 234002"/>
                  <a:gd name="csY41" fmla="*/ 9541 h 23251"/>
                  <a:gd name="csX42" fmla="*/ 31054 w 234002"/>
                  <a:gd name="csY42" fmla="*/ 10078 h 23251"/>
                  <a:gd name="csX43" fmla="*/ 30515 w 234002"/>
                  <a:gd name="csY43" fmla="*/ 10299 h 23251"/>
                  <a:gd name="csX44" fmla="*/ 28041 w 234002"/>
                  <a:gd name="csY44" fmla="*/ 10299 h 23251"/>
                  <a:gd name="csX45" fmla="*/ 25662 w 234002"/>
                  <a:gd name="csY45" fmla="*/ 11152 h 23251"/>
                  <a:gd name="csX46" fmla="*/ 24838 w 234002"/>
                  <a:gd name="csY46" fmla="*/ 13490 h 23251"/>
                  <a:gd name="csX47" fmla="*/ 24838 w 234002"/>
                  <a:gd name="csY47" fmla="*/ 22177 h 23251"/>
                  <a:gd name="csX48" fmla="*/ 24616 w 234002"/>
                  <a:gd name="csY48" fmla="*/ 22714 h 23251"/>
                  <a:gd name="csX49" fmla="*/ 24045 w 234002"/>
                  <a:gd name="csY49" fmla="*/ 22936 h 23251"/>
                  <a:gd name="csX50" fmla="*/ 21286 w 234002"/>
                  <a:gd name="csY50" fmla="*/ 22936 h 23251"/>
                  <a:gd name="csX51" fmla="*/ 34508 w 234002"/>
                  <a:gd name="csY51" fmla="*/ 22936 h 23251"/>
                  <a:gd name="csX52" fmla="*/ 33969 w 234002"/>
                  <a:gd name="csY52" fmla="*/ 22714 h 23251"/>
                  <a:gd name="csX53" fmla="*/ 33747 w 234002"/>
                  <a:gd name="csY53" fmla="*/ 22177 h 23251"/>
                  <a:gd name="csX54" fmla="*/ 33747 w 234002"/>
                  <a:gd name="csY54" fmla="*/ 7266 h 23251"/>
                  <a:gd name="csX55" fmla="*/ 33969 w 234002"/>
                  <a:gd name="csY55" fmla="*/ 6729 h 23251"/>
                  <a:gd name="csX56" fmla="*/ 34508 w 234002"/>
                  <a:gd name="csY56" fmla="*/ 6508 h 23251"/>
                  <a:gd name="csX57" fmla="*/ 37140 w 234002"/>
                  <a:gd name="csY57" fmla="*/ 6508 h 23251"/>
                  <a:gd name="csX58" fmla="*/ 37679 w 234002"/>
                  <a:gd name="csY58" fmla="*/ 6729 h 23251"/>
                  <a:gd name="csX59" fmla="*/ 37901 w 234002"/>
                  <a:gd name="csY59" fmla="*/ 7266 h 23251"/>
                  <a:gd name="csX60" fmla="*/ 37901 w 234002"/>
                  <a:gd name="csY60" fmla="*/ 22177 h 23251"/>
                  <a:gd name="csX61" fmla="*/ 37679 w 234002"/>
                  <a:gd name="csY61" fmla="*/ 22714 h 23251"/>
                  <a:gd name="csX62" fmla="*/ 37140 w 234002"/>
                  <a:gd name="csY62" fmla="*/ 22936 h 23251"/>
                  <a:gd name="csX63" fmla="*/ 34508 w 234002"/>
                  <a:gd name="csY63" fmla="*/ 22936 h 23251"/>
                  <a:gd name="csX64" fmla="*/ 34381 w 234002"/>
                  <a:gd name="csY64" fmla="*/ 3791 h 23251"/>
                  <a:gd name="csX65" fmla="*/ 33810 w 234002"/>
                  <a:gd name="csY65" fmla="*/ 3601 h 23251"/>
                  <a:gd name="csX66" fmla="*/ 33620 w 234002"/>
                  <a:gd name="csY66" fmla="*/ 3033 h 23251"/>
                  <a:gd name="csX67" fmla="*/ 33620 w 234002"/>
                  <a:gd name="csY67" fmla="*/ 758 h 23251"/>
                  <a:gd name="csX68" fmla="*/ 33810 w 234002"/>
                  <a:gd name="csY68" fmla="*/ 221 h 23251"/>
                  <a:gd name="csX69" fmla="*/ 34381 w 234002"/>
                  <a:gd name="csY69" fmla="*/ 0 h 23251"/>
                  <a:gd name="csX70" fmla="*/ 37267 w 234002"/>
                  <a:gd name="csY70" fmla="*/ 0 h 23251"/>
                  <a:gd name="csX71" fmla="*/ 37838 w 234002"/>
                  <a:gd name="csY71" fmla="*/ 221 h 23251"/>
                  <a:gd name="csX72" fmla="*/ 38060 w 234002"/>
                  <a:gd name="csY72" fmla="*/ 758 h 23251"/>
                  <a:gd name="csX73" fmla="*/ 38060 w 234002"/>
                  <a:gd name="csY73" fmla="*/ 3033 h 23251"/>
                  <a:gd name="csX74" fmla="*/ 37838 w 234002"/>
                  <a:gd name="csY74" fmla="*/ 3601 h 23251"/>
                  <a:gd name="csX75" fmla="*/ 37267 w 234002"/>
                  <a:gd name="csY75" fmla="*/ 3791 h 23251"/>
                  <a:gd name="csX76" fmla="*/ 34381 w 234002"/>
                  <a:gd name="csY76" fmla="*/ 3791 h 23251"/>
                  <a:gd name="csX77" fmla="*/ 49246 w 234002"/>
                  <a:gd name="csY77" fmla="*/ 23252 h 23251"/>
                  <a:gd name="csX78" fmla="*/ 45218 w 234002"/>
                  <a:gd name="csY78" fmla="*/ 22399 h 23251"/>
                  <a:gd name="csX79" fmla="*/ 42522 w 234002"/>
                  <a:gd name="csY79" fmla="*/ 19934 h 23251"/>
                  <a:gd name="csX80" fmla="*/ 41476 w 234002"/>
                  <a:gd name="csY80" fmla="*/ 15985 h 23251"/>
                  <a:gd name="csX81" fmla="*/ 41444 w 234002"/>
                  <a:gd name="csY81" fmla="*/ 14753 h 23251"/>
                  <a:gd name="csX82" fmla="*/ 41476 w 234002"/>
                  <a:gd name="csY82" fmla="*/ 13458 h 23251"/>
                  <a:gd name="csX83" fmla="*/ 42522 w 234002"/>
                  <a:gd name="csY83" fmla="*/ 9541 h 23251"/>
                  <a:gd name="csX84" fmla="*/ 45218 w 234002"/>
                  <a:gd name="csY84" fmla="*/ 7045 h 23251"/>
                  <a:gd name="csX85" fmla="*/ 49246 w 234002"/>
                  <a:gd name="csY85" fmla="*/ 6192 h 23251"/>
                  <a:gd name="csX86" fmla="*/ 52702 w 234002"/>
                  <a:gd name="csY86" fmla="*/ 6761 h 23251"/>
                  <a:gd name="csX87" fmla="*/ 55049 w 234002"/>
                  <a:gd name="csY87" fmla="*/ 8182 h 23251"/>
                  <a:gd name="csX88" fmla="*/ 56413 w 234002"/>
                  <a:gd name="csY88" fmla="*/ 9983 h 23251"/>
                  <a:gd name="csX89" fmla="*/ 56920 w 234002"/>
                  <a:gd name="csY89" fmla="*/ 11657 h 23251"/>
                  <a:gd name="csX90" fmla="*/ 56698 w 234002"/>
                  <a:gd name="csY90" fmla="*/ 12226 h 23251"/>
                  <a:gd name="csX91" fmla="*/ 56159 w 234002"/>
                  <a:gd name="csY91" fmla="*/ 12416 h 23251"/>
                  <a:gd name="csX92" fmla="*/ 53368 w 234002"/>
                  <a:gd name="csY92" fmla="*/ 12416 h 23251"/>
                  <a:gd name="csX93" fmla="*/ 52861 w 234002"/>
                  <a:gd name="csY93" fmla="*/ 12258 h 23251"/>
                  <a:gd name="csX94" fmla="*/ 52544 w 234002"/>
                  <a:gd name="csY94" fmla="*/ 11784 h 23251"/>
                  <a:gd name="csX95" fmla="*/ 51275 w 234002"/>
                  <a:gd name="csY95" fmla="*/ 10015 h 23251"/>
                  <a:gd name="csX96" fmla="*/ 49309 w 234002"/>
                  <a:gd name="csY96" fmla="*/ 9478 h 23251"/>
                  <a:gd name="csX97" fmla="*/ 46772 w 234002"/>
                  <a:gd name="csY97" fmla="*/ 10488 h 23251"/>
                  <a:gd name="csX98" fmla="*/ 45789 w 234002"/>
                  <a:gd name="csY98" fmla="*/ 13616 h 23251"/>
                  <a:gd name="csX99" fmla="*/ 45789 w 234002"/>
                  <a:gd name="csY99" fmla="*/ 15827 h 23251"/>
                  <a:gd name="csX100" fmla="*/ 46772 w 234002"/>
                  <a:gd name="csY100" fmla="*/ 18987 h 23251"/>
                  <a:gd name="csX101" fmla="*/ 49309 w 234002"/>
                  <a:gd name="csY101" fmla="*/ 19966 h 23251"/>
                  <a:gd name="csX102" fmla="*/ 51307 w 234002"/>
                  <a:gd name="csY102" fmla="*/ 19461 h 23251"/>
                  <a:gd name="csX103" fmla="*/ 52544 w 234002"/>
                  <a:gd name="csY103" fmla="*/ 17660 h 23251"/>
                  <a:gd name="csX104" fmla="*/ 52861 w 234002"/>
                  <a:gd name="csY104" fmla="*/ 17186 h 23251"/>
                  <a:gd name="csX105" fmla="*/ 53368 w 234002"/>
                  <a:gd name="csY105" fmla="*/ 17028 h 23251"/>
                  <a:gd name="csX106" fmla="*/ 56159 w 234002"/>
                  <a:gd name="csY106" fmla="*/ 17028 h 23251"/>
                  <a:gd name="csX107" fmla="*/ 56698 w 234002"/>
                  <a:gd name="csY107" fmla="*/ 17249 h 23251"/>
                  <a:gd name="csX108" fmla="*/ 56920 w 234002"/>
                  <a:gd name="csY108" fmla="*/ 17786 h 23251"/>
                  <a:gd name="csX109" fmla="*/ 56603 w 234002"/>
                  <a:gd name="csY109" fmla="*/ 19081 h 23251"/>
                  <a:gd name="csX110" fmla="*/ 55747 w 234002"/>
                  <a:gd name="csY110" fmla="*/ 20535 h 23251"/>
                  <a:gd name="csX111" fmla="*/ 54288 w 234002"/>
                  <a:gd name="csY111" fmla="*/ 21893 h 23251"/>
                  <a:gd name="csX112" fmla="*/ 52131 w 234002"/>
                  <a:gd name="csY112" fmla="*/ 22872 h 23251"/>
                  <a:gd name="csX113" fmla="*/ 49246 w 234002"/>
                  <a:gd name="csY113" fmla="*/ 23252 h 23251"/>
                  <a:gd name="csX114" fmla="*/ 67331 w 234002"/>
                  <a:gd name="csY114" fmla="*/ 23252 h 23251"/>
                  <a:gd name="csX115" fmla="*/ 61749 w 234002"/>
                  <a:gd name="csY115" fmla="*/ 21230 h 23251"/>
                  <a:gd name="csX116" fmla="*/ 59530 w 234002"/>
                  <a:gd name="csY116" fmla="*/ 15480 h 23251"/>
                  <a:gd name="csX117" fmla="*/ 59498 w 234002"/>
                  <a:gd name="csY117" fmla="*/ 14690 h 23251"/>
                  <a:gd name="csX118" fmla="*/ 59530 w 234002"/>
                  <a:gd name="csY118" fmla="*/ 13900 h 23251"/>
                  <a:gd name="csX119" fmla="*/ 60608 w 234002"/>
                  <a:gd name="csY119" fmla="*/ 9793 h 23251"/>
                  <a:gd name="csX120" fmla="*/ 63303 w 234002"/>
                  <a:gd name="csY120" fmla="*/ 7140 h 23251"/>
                  <a:gd name="csX121" fmla="*/ 67331 w 234002"/>
                  <a:gd name="csY121" fmla="*/ 6192 h 23251"/>
                  <a:gd name="csX122" fmla="*/ 71644 w 234002"/>
                  <a:gd name="csY122" fmla="*/ 7266 h 23251"/>
                  <a:gd name="csX123" fmla="*/ 74276 w 234002"/>
                  <a:gd name="csY123" fmla="*/ 10204 h 23251"/>
                  <a:gd name="csX124" fmla="*/ 75164 w 234002"/>
                  <a:gd name="csY124" fmla="*/ 14532 h 23251"/>
                  <a:gd name="csX125" fmla="*/ 75164 w 234002"/>
                  <a:gd name="csY125" fmla="*/ 15196 h 23251"/>
                  <a:gd name="csX126" fmla="*/ 74942 w 234002"/>
                  <a:gd name="csY126" fmla="*/ 15733 h 23251"/>
                  <a:gd name="csX127" fmla="*/ 74371 w 234002"/>
                  <a:gd name="csY127" fmla="*/ 15954 h 23251"/>
                  <a:gd name="csX128" fmla="*/ 63843 w 234002"/>
                  <a:gd name="csY128" fmla="*/ 15954 h 23251"/>
                  <a:gd name="csX129" fmla="*/ 63843 w 234002"/>
                  <a:gd name="csY129" fmla="*/ 16049 h 23251"/>
                  <a:gd name="csX130" fmla="*/ 63843 w 234002"/>
                  <a:gd name="csY130" fmla="*/ 16207 h 23251"/>
                  <a:gd name="csX131" fmla="*/ 64255 w 234002"/>
                  <a:gd name="csY131" fmla="*/ 18260 h 23251"/>
                  <a:gd name="csX132" fmla="*/ 65428 w 234002"/>
                  <a:gd name="csY132" fmla="*/ 19745 h 23251"/>
                  <a:gd name="csX133" fmla="*/ 67299 w 234002"/>
                  <a:gd name="csY133" fmla="*/ 20314 h 23251"/>
                  <a:gd name="csX134" fmla="*/ 68790 w 234002"/>
                  <a:gd name="csY134" fmla="*/ 20061 h 23251"/>
                  <a:gd name="csX135" fmla="*/ 69773 w 234002"/>
                  <a:gd name="csY135" fmla="*/ 19429 h 23251"/>
                  <a:gd name="csX136" fmla="*/ 70312 w 234002"/>
                  <a:gd name="csY136" fmla="*/ 18860 h 23251"/>
                  <a:gd name="csX137" fmla="*/ 70756 w 234002"/>
                  <a:gd name="csY137" fmla="*/ 18418 h 23251"/>
                  <a:gd name="csX138" fmla="*/ 71295 w 234002"/>
                  <a:gd name="csY138" fmla="*/ 18323 h 23251"/>
                  <a:gd name="csX139" fmla="*/ 74022 w 234002"/>
                  <a:gd name="csY139" fmla="*/ 18323 h 23251"/>
                  <a:gd name="csX140" fmla="*/ 74530 w 234002"/>
                  <a:gd name="csY140" fmla="*/ 18513 h 23251"/>
                  <a:gd name="csX141" fmla="*/ 74720 w 234002"/>
                  <a:gd name="csY141" fmla="*/ 18987 h 23251"/>
                  <a:gd name="csX142" fmla="*/ 74181 w 234002"/>
                  <a:gd name="csY142" fmla="*/ 20219 h 23251"/>
                  <a:gd name="csX143" fmla="*/ 72786 w 234002"/>
                  <a:gd name="csY143" fmla="*/ 21640 h 23251"/>
                  <a:gd name="csX144" fmla="*/ 70471 w 234002"/>
                  <a:gd name="csY144" fmla="*/ 22809 h 23251"/>
                  <a:gd name="csX145" fmla="*/ 67331 w 234002"/>
                  <a:gd name="csY145" fmla="*/ 23252 h 23251"/>
                  <a:gd name="csX146" fmla="*/ 63843 w 234002"/>
                  <a:gd name="csY146" fmla="*/ 13300 h 23251"/>
                  <a:gd name="csX147" fmla="*/ 70851 w 234002"/>
                  <a:gd name="csY147" fmla="*/ 13300 h 23251"/>
                  <a:gd name="csX148" fmla="*/ 70851 w 234002"/>
                  <a:gd name="csY148" fmla="*/ 13205 h 23251"/>
                  <a:gd name="csX149" fmla="*/ 70439 w 234002"/>
                  <a:gd name="csY149" fmla="*/ 11057 h 23251"/>
                  <a:gd name="csX150" fmla="*/ 69234 w 234002"/>
                  <a:gd name="csY150" fmla="*/ 9604 h 23251"/>
                  <a:gd name="csX151" fmla="*/ 67331 w 234002"/>
                  <a:gd name="csY151" fmla="*/ 9067 h 23251"/>
                  <a:gd name="csX152" fmla="*/ 65428 w 234002"/>
                  <a:gd name="csY152" fmla="*/ 9604 h 23251"/>
                  <a:gd name="csX153" fmla="*/ 64223 w 234002"/>
                  <a:gd name="csY153" fmla="*/ 11057 h 23251"/>
                  <a:gd name="csX154" fmla="*/ 63843 w 234002"/>
                  <a:gd name="csY154" fmla="*/ 13205 h 23251"/>
                  <a:gd name="csX155" fmla="*/ 63843 w 234002"/>
                  <a:gd name="csY155" fmla="*/ 13300 h 23251"/>
                  <a:gd name="csX156" fmla="*/ 87473 w 234002"/>
                  <a:gd name="csY156" fmla="*/ 23252 h 23251"/>
                  <a:gd name="csX157" fmla="*/ 82463 w 234002"/>
                  <a:gd name="csY157" fmla="*/ 22241 h 23251"/>
                  <a:gd name="csX158" fmla="*/ 79355 w 234002"/>
                  <a:gd name="csY158" fmla="*/ 19303 h 23251"/>
                  <a:gd name="csX159" fmla="*/ 78150 w 234002"/>
                  <a:gd name="csY159" fmla="*/ 14690 h 23251"/>
                  <a:gd name="csX160" fmla="*/ 78118 w 234002"/>
                  <a:gd name="csY160" fmla="*/ 11910 h 23251"/>
                  <a:gd name="csX161" fmla="*/ 78150 w 234002"/>
                  <a:gd name="csY161" fmla="*/ 9067 h 23251"/>
                  <a:gd name="csX162" fmla="*/ 79355 w 234002"/>
                  <a:gd name="csY162" fmla="*/ 4486 h 23251"/>
                  <a:gd name="csX163" fmla="*/ 82494 w 234002"/>
                  <a:gd name="csY163" fmla="*/ 1548 h 23251"/>
                  <a:gd name="csX164" fmla="*/ 87473 w 234002"/>
                  <a:gd name="csY164" fmla="*/ 505 h 23251"/>
                  <a:gd name="csX165" fmla="*/ 91342 w 234002"/>
                  <a:gd name="csY165" fmla="*/ 1074 h 23251"/>
                  <a:gd name="csX166" fmla="*/ 94260 w 234002"/>
                  <a:gd name="csY166" fmla="*/ 2654 h 23251"/>
                  <a:gd name="csX167" fmla="*/ 96131 w 234002"/>
                  <a:gd name="csY167" fmla="*/ 4960 h 23251"/>
                  <a:gd name="csX168" fmla="*/ 96829 w 234002"/>
                  <a:gd name="csY168" fmla="*/ 7835 h 23251"/>
                  <a:gd name="csX169" fmla="*/ 96638 w 234002"/>
                  <a:gd name="csY169" fmla="*/ 8309 h 23251"/>
                  <a:gd name="csX170" fmla="*/ 96163 w 234002"/>
                  <a:gd name="csY170" fmla="*/ 8498 h 23251"/>
                  <a:gd name="csX171" fmla="*/ 93150 w 234002"/>
                  <a:gd name="csY171" fmla="*/ 8498 h 23251"/>
                  <a:gd name="csX172" fmla="*/ 92579 w 234002"/>
                  <a:gd name="csY172" fmla="*/ 8340 h 23251"/>
                  <a:gd name="csX173" fmla="*/ 92262 w 234002"/>
                  <a:gd name="csY173" fmla="*/ 7740 h 23251"/>
                  <a:gd name="csX174" fmla="*/ 90518 w 234002"/>
                  <a:gd name="csY174" fmla="*/ 4897 h 23251"/>
                  <a:gd name="csX175" fmla="*/ 87441 w 234002"/>
                  <a:gd name="csY175" fmla="*/ 4138 h 23251"/>
                  <a:gd name="csX176" fmla="*/ 84048 w 234002"/>
                  <a:gd name="csY176" fmla="*/ 5339 h 23251"/>
                  <a:gd name="csX177" fmla="*/ 82685 w 234002"/>
                  <a:gd name="csY177" fmla="*/ 9225 h 23251"/>
                  <a:gd name="csX178" fmla="*/ 82685 w 234002"/>
                  <a:gd name="csY178" fmla="*/ 14532 h 23251"/>
                  <a:gd name="csX179" fmla="*/ 84048 w 234002"/>
                  <a:gd name="csY179" fmla="*/ 18450 h 23251"/>
                  <a:gd name="csX180" fmla="*/ 87441 w 234002"/>
                  <a:gd name="csY180" fmla="*/ 19619 h 23251"/>
                  <a:gd name="csX181" fmla="*/ 90518 w 234002"/>
                  <a:gd name="csY181" fmla="*/ 18860 h 23251"/>
                  <a:gd name="csX182" fmla="*/ 92262 w 234002"/>
                  <a:gd name="csY182" fmla="*/ 16017 h 23251"/>
                  <a:gd name="csX183" fmla="*/ 92579 w 234002"/>
                  <a:gd name="csY183" fmla="*/ 15417 h 23251"/>
                  <a:gd name="csX184" fmla="*/ 93150 w 234002"/>
                  <a:gd name="csY184" fmla="*/ 15259 h 23251"/>
                  <a:gd name="csX185" fmla="*/ 96163 w 234002"/>
                  <a:gd name="csY185" fmla="*/ 15259 h 23251"/>
                  <a:gd name="csX186" fmla="*/ 96638 w 234002"/>
                  <a:gd name="csY186" fmla="*/ 15448 h 23251"/>
                  <a:gd name="csX187" fmla="*/ 96829 w 234002"/>
                  <a:gd name="csY187" fmla="*/ 15922 h 23251"/>
                  <a:gd name="csX188" fmla="*/ 96131 w 234002"/>
                  <a:gd name="csY188" fmla="*/ 18797 h 23251"/>
                  <a:gd name="csX189" fmla="*/ 94260 w 234002"/>
                  <a:gd name="csY189" fmla="*/ 21135 h 23251"/>
                  <a:gd name="csX190" fmla="*/ 91342 w 234002"/>
                  <a:gd name="csY190" fmla="*/ 22683 h 23251"/>
                  <a:gd name="csX191" fmla="*/ 87473 w 234002"/>
                  <a:gd name="csY191" fmla="*/ 23252 h 23251"/>
                  <a:gd name="csX192" fmla="*/ 104997 w 234002"/>
                  <a:gd name="csY192" fmla="*/ 23252 h 23251"/>
                  <a:gd name="csX193" fmla="*/ 102016 w 234002"/>
                  <a:gd name="csY193" fmla="*/ 22620 h 23251"/>
                  <a:gd name="csX194" fmla="*/ 99891 w 234002"/>
                  <a:gd name="csY194" fmla="*/ 20882 h 23251"/>
                  <a:gd name="csX195" fmla="*/ 99130 w 234002"/>
                  <a:gd name="csY195" fmla="*/ 18418 h 23251"/>
                  <a:gd name="csX196" fmla="*/ 100906 w 234002"/>
                  <a:gd name="csY196" fmla="*/ 14911 h 23251"/>
                  <a:gd name="csX197" fmla="*/ 105663 w 234002"/>
                  <a:gd name="csY197" fmla="*/ 13142 h 23251"/>
                  <a:gd name="csX198" fmla="*/ 110008 w 234002"/>
                  <a:gd name="csY198" fmla="*/ 12510 h 23251"/>
                  <a:gd name="csX199" fmla="*/ 110008 w 234002"/>
                  <a:gd name="csY199" fmla="*/ 11847 h 23251"/>
                  <a:gd name="csX200" fmla="*/ 109342 w 234002"/>
                  <a:gd name="csY200" fmla="*/ 9793 h 23251"/>
                  <a:gd name="csX201" fmla="*/ 107058 w 234002"/>
                  <a:gd name="csY201" fmla="*/ 9067 h 23251"/>
                  <a:gd name="csX202" fmla="*/ 105187 w 234002"/>
                  <a:gd name="csY202" fmla="*/ 9541 h 23251"/>
                  <a:gd name="csX203" fmla="*/ 104141 w 234002"/>
                  <a:gd name="csY203" fmla="*/ 10741 h 23251"/>
                  <a:gd name="csX204" fmla="*/ 103411 w 234002"/>
                  <a:gd name="csY204" fmla="*/ 11152 h 23251"/>
                  <a:gd name="csX205" fmla="*/ 100906 w 234002"/>
                  <a:gd name="csY205" fmla="*/ 11152 h 23251"/>
                  <a:gd name="csX206" fmla="*/ 100367 w 234002"/>
                  <a:gd name="csY206" fmla="*/ 10962 h 23251"/>
                  <a:gd name="csX207" fmla="*/ 100208 w 234002"/>
                  <a:gd name="csY207" fmla="*/ 10457 h 23251"/>
                  <a:gd name="csX208" fmla="*/ 100620 w 234002"/>
                  <a:gd name="csY208" fmla="*/ 9225 h 23251"/>
                  <a:gd name="csX209" fmla="*/ 101826 w 234002"/>
                  <a:gd name="csY209" fmla="*/ 7835 h 23251"/>
                  <a:gd name="csX210" fmla="*/ 103950 w 234002"/>
                  <a:gd name="csY210" fmla="*/ 6666 h 23251"/>
                  <a:gd name="csX211" fmla="*/ 107090 w 234002"/>
                  <a:gd name="csY211" fmla="*/ 6192 h 23251"/>
                  <a:gd name="csX212" fmla="*/ 110451 w 234002"/>
                  <a:gd name="csY212" fmla="*/ 6697 h 23251"/>
                  <a:gd name="csX213" fmla="*/ 112671 w 234002"/>
                  <a:gd name="csY213" fmla="*/ 7993 h 23251"/>
                  <a:gd name="csX214" fmla="*/ 113876 w 234002"/>
                  <a:gd name="csY214" fmla="*/ 9920 h 23251"/>
                  <a:gd name="csX215" fmla="*/ 114257 w 234002"/>
                  <a:gd name="csY215" fmla="*/ 12258 h 23251"/>
                  <a:gd name="csX216" fmla="*/ 114257 w 234002"/>
                  <a:gd name="csY216" fmla="*/ 22177 h 23251"/>
                  <a:gd name="csX217" fmla="*/ 114035 w 234002"/>
                  <a:gd name="csY217" fmla="*/ 22714 h 23251"/>
                  <a:gd name="csX218" fmla="*/ 113496 w 234002"/>
                  <a:gd name="csY218" fmla="*/ 22936 h 23251"/>
                  <a:gd name="csX219" fmla="*/ 110927 w 234002"/>
                  <a:gd name="csY219" fmla="*/ 22936 h 23251"/>
                  <a:gd name="csX220" fmla="*/ 110356 w 234002"/>
                  <a:gd name="csY220" fmla="*/ 22714 h 23251"/>
                  <a:gd name="csX221" fmla="*/ 110166 w 234002"/>
                  <a:gd name="csY221" fmla="*/ 22177 h 23251"/>
                  <a:gd name="csX222" fmla="*/ 110166 w 234002"/>
                  <a:gd name="csY222" fmla="*/ 20945 h 23251"/>
                  <a:gd name="csX223" fmla="*/ 109056 w 234002"/>
                  <a:gd name="csY223" fmla="*/ 22083 h 23251"/>
                  <a:gd name="csX224" fmla="*/ 107344 w 234002"/>
                  <a:gd name="csY224" fmla="*/ 22936 h 23251"/>
                  <a:gd name="csX225" fmla="*/ 104997 w 234002"/>
                  <a:gd name="csY225" fmla="*/ 23252 h 23251"/>
                  <a:gd name="csX226" fmla="*/ 106075 w 234002"/>
                  <a:gd name="csY226" fmla="*/ 20250 h 23251"/>
                  <a:gd name="csX227" fmla="*/ 108073 w 234002"/>
                  <a:gd name="csY227" fmla="*/ 19776 h 23251"/>
                  <a:gd name="csX228" fmla="*/ 109500 w 234002"/>
                  <a:gd name="csY228" fmla="*/ 18323 h 23251"/>
                  <a:gd name="csX229" fmla="*/ 110039 w 234002"/>
                  <a:gd name="csY229" fmla="*/ 15796 h 23251"/>
                  <a:gd name="csX230" fmla="*/ 110039 w 234002"/>
                  <a:gd name="csY230" fmla="*/ 15132 h 23251"/>
                  <a:gd name="csX231" fmla="*/ 106868 w 234002"/>
                  <a:gd name="csY231" fmla="*/ 15638 h 23251"/>
                  <a:gd name="csX232" fmla="*/ 104077 w 234002"/>
                  <a:gd name="csY232" fmla="*/ 16554 h 23251"/>
                  <a:gd name="csX233" fmla="*/ 103157 w 234002"/>
                  <a:gd name="csY233" fmla="*/ 18102 h 23251"/>
                  <a:gd name="csX234" fmla="*/ 103570 w 234002"/>
                  <a:gd name="csY234" fmla="*/ 19303 h 23251"/>
                  <a:gd name="csX235" fmla="*/ 104680 w 234002"/>
                  <a:gd name="csY235" fmla="*/ 20029 h 23251"/>
                  <a:gd name="csX236" fmla="*/ 106075 w 234002"/>
                  <a:gd name="csY236" fmla="*/ 20250 h 23251"/>
                  <a:gd name="csX237" fmla="*/ 119118 w 234002"/>
                  <a:gd name="csY237" fmla="*/ 22936 h 23251"/>
                  <a:gd name="csX238" fmla="*/ 118579 w 234002"/>
                  <a:gd name="csY238" fmla="*/ 22714 h 23251"/>
                  <a:gd name="csX239" fmla="*/ 118357 w 234002"/>
                  <a:gd name="csY239" fmla="*/ 22177 h 23251"/>
                  <a:gd name="csX240" fmla="*/ 118357 w 234002"/>
                  <a:gd name="csY240" fmla="*/ 1264 h 23251"/>
                  <a:gd name="csX241" fmla="*/ 118579 w 234002"/>
                  <a:gd name="csY241" fmla="*/ 727 h 23251"/>
                  <a:gd name="csX242" fmla="*/ 119118 w 234002"/>
                  <a:gd name="csY242" fmla="*/ 505 h 23251"/>
                  <a:gd name="csX243" fmla="*/ 121750 w 234002"/>
                  <a:gd name="csY243" fmla="*/ 505 h 23251"/>
                  <a:gd name="csX244" fmla="*/ 122289 w 234002"/>
                  <a:gd name="csY244" fmla="*/ 727 h 23251"/>
                  <a:gd name="csX245" fmla="*/ 122511 w 234002"/>
                  <a:gd name="csY245" fmla="*/ 1264 h 23251"/>
                  <a:gd name="csX246" fmla="*/ 122511 w 234002"/>
                  <a:gd name="csY246" fmla="*/ 22177 h 23251"/>
                  <a:gd name="csX247" fmla="*/ 122289 w 234002"/>
                  <a:gd name="csY247" fmla="*/ 22714 h 23251"/>
                  <a:gd name="csX248" fmla="*/ 121750 w 234002"/>
                  <a:gd name="csY248" fmla="*/ 22936 h 23251"/>
                  <a:gd name="csX249" fmla="*/ 119118 w 234002"/>
                  <a:gd name="csY249" fmla="*/ 22936 h 23251"/>
                  <a:gd name="csX250" fmla="*/ 133853 w 234002"/>
                  <a:gd name="csY250" fmla="*/ 23252 h 23251"/>
                  <a:gd name="csX251" fmla="*/ 129826 w 234002"/>
                  <a:gd name="csY251" fmla="*/ 22399 h 23251"/>
                  <a:gd name="csX252" fmla="*/ 127130 w 234002"/>
                  <a:gd name="csY252" fmla="*/ 19934 h 23251"/>
                  <a:gd name="csX253" fmla="*/ 126084 w 234002"/>
                  <a:gd name="csY253" fmla="*/ 15985 h 23251"/>
                  <a:gd name="csX254" fmla="*/ 126052 w 234002"/>
                  <a:gd name="csY254" fmla="*/ 14753 h 23251"/>
                  <a:gd name="csX255" fmla="*/ 126084 w 234002"/>
                  <a:gd name="csY255" fmla="*/ 13458 h 23251"/>
                  <a:gd name="csX256" fmla="*/ 127130 w 234002"/>
                  <a:gd name="csY256" fmla="*/ 9541 h 23251"/>
                  <a:gd name="csX257" fmla="*/ 129826 w 234002"/>
                  <a:gd name="csY257" fmla="*/ 7045 h 23251"/>
                  <a:gd name="csX258" fmla="*/ 133853 w 234002"/>
                  <a:gd name="csY258" fmla="*/ 6192 h 23251"/>
                  <a:gd name="csX259" fmla="*/ 137310 w 234002"/>
                  <a:gd name="csY259" fmla="*/ 6761 h 23251"/>
                  <a:gd name="csX260" fmla="*/ 139657 w 234002"/>
                  <a:gd name="csY260" fmla="*/ 8182 h 23251"/>
                  <a:gd name="csX261" fmla="*/ 141020 w 234002"/>
                  <a:gd name="csY261" fmla="*/ 9983 h 23251"/>
                  <a:gd name="csX262" fmla="*/ 141528 w 234002"/>
                  <a:gd name="csY262" fmla="*/ 11657 h 23251"/>
                  <a:gd name="csX263" fmla="*/ 141306 w 234002"/>
                  <a:gd name="csY263" fmla="*/ 12226 h 23251"/>
                  <a:gd name="csX264" fmla="*/ 140767 w 234002"/>
                  <a:gd name="csY264" fmla="*/ 12416 h 23251"/>
                  <a:gd name="csX265" fmla="*/ 137976 w 234002"/>
                  <a:gd name="csY265" fmla="*/ 12416 h 23251"/>
                  <a:gd name="csX266" fmla="*/ 137469 w 234002"/>
                  <a:gd name="csY266" fmla="*/ 12258 h 23251"/>
                  <a:gd name="csX267" fmla="*/ 137151 w 234002"/>
                  <a:gd name="csY267" fmla="*/ 11784 h 23251"/>
                  <a:gd name="csX268" fmla="*/ 135883 w 234002"/>
                  <a:gd name="csY268" fmla="*/ 10015 h 23251"/>
                  <a:gd name="csX269" fmla="*/ 133917 w 234002"/>
                  <a:gd name="csY269" fmla="*/ 9478 h 23251"/>
                  <a:gd name="csX270" fmla="*/ 131380 w 234002"/>
                  <a:gd name="csY270" fmla="*/ 10488 h 23251"/>
                  <a:gd name="csX271" fmla="*/ 130397 w 234002"/>
                  <a:gd name="csY271" fmla="*/ 13616 h 23251"/>
                  <a:gd name="csX272" fmla="*/ 130397 w 234002"/>
                  <a:gd name="csY272" fmla="*/ 15827 h 23251"/>
                  <a:gd name="csX273" fmla="*/ 131380 w 234002"/>
                  <a:gd name="csY273" fmla="*/ 18987 h 23251"/>
                  <a:gd name="csX274" fmla="*/ 133917 w 234002"/>
                  <a:gd name="csY274" fmla="*/ 19966 h 23251"/>
                  <a:gd name="csX275" fmla="*/ 135915 w 234002"/>
                  <a:gd name="csY275" fmla="*/ 19461 h 23251"/>
                  <a:gd name="csX276" fmla="*/ 137151 w 234002"/>
                  <a:gd name="csY276" fmla="*/ 17660 h 23251"/>
                  <a:gd name="csX277" fmla="*/ 137469 w 234002"/>
                  <a:gd name="csY277" fmla="*/ 17186 h 23251"/>
                  <a:gd name="csX278" fmla="*/ 137976 w 234002"/>
                  <a:gd name="csY278" fmla="*/ 17028 h 23251"/>
                  <a:gd name="csX279" fmla="*/ 140767 w 234002"/>
                  <a:gd name="csY279" fmla="*/ 17028 h 23251"/>
                  <a:gd name="csX280" fmla="*/ 141306 w 234002"/>
                  <a:gd name="csY280" fmla="*/ 17249 h 23251"/>
                  <a:gd name="csX281" fmla="*/ 141528 w 234002"/>
                  <a:gd name="csY281" fmla="*/ 17786 h 23251"/>
                  <a:gd name="csX282" fmla="*/ 141211 w 234002"/>
                  <a:gd name="csY282" fmla="*/ 19081 h 23251"/>
                  <a:gd name="csX283" fmla="*/ 140354 w 234002"/>
                  <a:gd name="csY283" fmla="*/ 20535 h 23251"/>
                  <a:gd name="csX284" fmla="*/ 138896 w 234002"/>
                  <a:gd name="csY284" fmla="*/ 21893 h 23251"/>
                  <a:gd name="csX285" fmla="*/ 136739 w 234002"/>
                  <a:gd name="csY285" fmla="*/ 22872 h 23251"/>
                  <a:gd name="csX286" fmla="*/ 133853 w 234002"/>
                  <a:gd name="csY286" fmla="*/ 23252 h 23251"/>
                  <a:gd name="csX287" fmla="*/ 150956 w 234002"/>
                  <a:gd name="csY287" fmla="*/ 23252 h 23251"/>
                  <a:gd name="csX288" fmla="*/ 147594 w 234002"/>
                  <a:gd name="csY288" fmla="*/ 22399 h 23251"/>
                  <a:gd name="csX289" fmla="*/ 145438 w 234002"/>
                  <a:gd name="csY289" fmla="*/ 19934 h 23251"/>
                  <a:gd name="csX290" fmla="*/ 144676 w 234002"/>
                  <a:gd name="csY290" fmla="*/ 16143 h 23251"/>
                  <a:gd name="csX291" fmla="*/ 144676 w 234002"/>
                  <a:gd name="csY291" fmla="*/ 7266 h 23251"/>
                  <a:gd name="csX292" fmla="*/ 144898 w 234002"/>
                  <a:gd name="csY292" fmla="*/ 6729 h 23251"/>
                  <a:gd name="csX293" fmla="*/ 145438 w 234002"/>
                  <a:gd name="csY293" fmla="*/ 6508 h 23251"/>
                  <a:gd name="csX294" fmla="*/ 148228 w 234002"/>
                  <a:gd name="csY294" fmla="*/ 6508 h 23251"/>
                  <a:gd name="csX295" fmla="*/ 148767 w 234002"/>
                  <a:gd name="csY295" fmla="*/ 6729 h 23251"/>
                  <a:gd name="csX296" fmla="*/ 148989 w 234002"/>
                  <a:gd name="csY296" fmla="*/ 7266 h 23251"/>
                  <a:gd name="csX297" fmla="*/ 148989 w 234002"/>
                  <a:gd name="csY297" fmla="*/ 15954 h 23251"/>
                  <a:gd name="csX298" fmla="*/ 152446 w 234002"/>
                  <a:gd name="csY298" fmla="*/ 19871 h 23251"/>
                  <a:gd name="csX299" fmla="*/ 155047 w 234002"/>
                  <a:gd name="csY299" fmla="*/ 18829 h 23251"/>
                  <a:gd name="csX300" fmla="*/ 156030 w 234002"/>
                  <a:gd name="csY300" fmla="*/ 15954 h 23251"/>
                  <a:gd name="csX301" fmla="*/ 156030 w 234002"/>
                  <a:gd name="csY301" fmla="*/ 7266 h 23251"/>
                  <a:gd name="csX302" fmla="*/ 156252 w 234002"/>
                  <a:gd name="csY302" fmla="*/ 6729 h 23251"/>
                  <a:gd name="csX303" fmla="*/ 156791 w 234002"/>
                  <a:gd name="csY303" fmla="*/ 6508 h 23251"/>
                  <a:gd name="csX304" fmla="*/ 159582 w 234002"/>
                  <a:gd name="csY304" fmla="*/ 6508 h 23251"/>
                  <a:gd name="csX305" fmla="*/ 160121 w 234002"/>
                  <a:gd name="csY305" fmla="*/ 6729 h 23251"/>
                  <a:gd name="csX306" fmla="*/ 160343 w 234002"/>
                  <a:gd name="csY306" fmla="*/ 7266 h 23251"/>
                  <a:gd name="csX307" fmla="*/ 160343 w 234002"/>
                  <a:gd name="csY307" fmla="*/ 22177 h 23251"/>
                  <a:gd name="csX308" fmla="*/ 160121 w 234002"/>
                  <a:gd name="csY308" fmla="*/ 22714 h 23251"/>
                  <a:gd name="csX309" fmla="*/ 159582 w 234002"/>
                  <a:gd name="csY309" fmla="*/ 22936 h 23251"/>
                  <a:gd name="csX310" fmla="*/ 157013 w 234002"/>
                  <a:gd name="csY310" fmla="*/ 22936 h 23251"/>
                  <a:gd name="csX311" fmla="*/ 156442 w 234002"/>
                  <a:gd name="csY311" fmla="*/ 22714 h 23251"/>
                  <a:gd name="csX312" fmla="*/ 156252 w 234002"/>
                  <a:gd name="csY312" fmla="*/ 22177 h 23251"/>
                  <a:gd name="csX313" fmla="*/ 156252 w 234002"/>
                  <a:gd name="csY313" fmla="*/ 20882 h 23251"/>
                  <a:gd name="csX314" fmla="*/ 154127 w 234002"/>
                  <a:gd name="csY314" fmla="*/ 22620 h 23251"/>
                  <a:gd name="csX315" fmla="*/ 150956 w 234002"/>
                  <a:gd name="csY315" fmla="*/ 23252 h 23251"/>
                  <a:gd name="csX316" fmla="*/ 165326 w 234002"/>
                  <a:gd name="csY316" fmla="*/ 22936 h 23251"/>
                  <a:gd name="csX317" fmla="*/ 164787 w 234002"/>
                  <a:gd name="csY317" fmla="*/ 22714 h 23251"/>
                  <a:gd name="csX318" fmla="*/ 164565 w 234002"/>
                  <a:gd name="csY318" fmla="*/ 22177 h 23251"/>
                  <a:gd name="csX319" fmla="*/ 164565 w 234002"/>
                  <a:gd name="csY319" fmla="*/ 1264 h 23251"/>
                  <a:gd name="csX320" fmla="*/ 164787 w 234002"/>
                  <a:gd name="csY320" fmla="*/ 727 h 23251"/>
                  <a:gd name="csX321" fmla="*/ 165326 w 234002"/>
                  <a:gd name="csY321" fmla="*/ 505 h 23251"/>
                  <a:gd name="csX322" fmla="*/ 167958 w 234002"/>
                  <a:gd name="csY322" fmla="*/ 505 h 23251"/>
                  <a:gd name="csX323" fmla="*/ 168497 w 234002"/>
                  <a:gd name="csY323" fmla="*/ 727 h 23251"/>
                  <a:gd name="csX324" fmla="*/ 168719 w 234002"/>
                  <a:gd name="csY324" fmla="*/ 1264 h 23251"/>
                  <a:gd name="csX325" fmla="*/ 168719 w 234002"/>
                  <a:gd name="csY325" fmla="*/ 22177 h 23251"/>
                  <a:gd name="csX326" fmla="*/ 168497 w 234002"/>
                  <a:gd name="csY326" fmla="*/ 22714 h 23251"/>
                  <a:gd name="csX327" fmla="*/ 167958 w 234002"/>
                  <a:gd name="csY327" fmla="*/ 22936 h 23251"/>
                  <a:gd name="csX328" fmla="*/ 165326 w 234002"/>
                  <a:gd name="csY328" fmla="*/ 22936 h 23251"/>
                  <a:gd name="csX329" fmla="*/ 177715 w 234002"/>
                  <a:gd name="csY329" fmla="*/ 23252 h 23251"/>
                  <a:gd name="csX330" fmla="*/ 174734 w 234002"/>
                  <a:gd name="csY330" fmla="*/ 22620 h 23251"/>
                  <a:gd name="csX331" fmla="*/ 172609 w 234002"/>
                  <a:gd name="csY331" fmla="*/ 20882 h 23251"/>
                  <a:gd name="csX332" fmla="*/ 171848 w 234002"/>
                  <a:gd name="csY332" fmla="*/ 18418 h 23251"/>
                  <a:gd name="csX333" fmla="*/ 173624 w 234002"/>
                  <a:gd name="csY333" fmla="*/ 14911 h 23251"/>
                  <a:gd name="csX334" fmla="*/ 178380 w 234002"/>
                  <a:gd name="csY334" fmla="*/ 13142 h 23251"/>
                  <a:gd name="csX335" fmla="*/ 182725 w 234002"/>
                  <a:gd name="csY335" fmla="*/ 12510 h 23251"/>
                  <a:gd name="csX336" fmla="*/ 182725 w 234002"/>
                  <a:gd name="csY336" fmla="*/ 11847 h 23251"/>
                  <a:gd name="csX337" fmla="*/ 182059 w 234002"/>
                  <a:gd name="csY337" fmla="*/ 9793 h 23251"/>
                  <a:gd name="csX338" fmla="*/ 179776 w 234002"/>
                  <a:gd name="csY338" fmla="*/ 9067 h 23251"/>
                  <a:gd name="csX339" fmla="*/ 177905 w 234002"/>
                  <a:gd name="csY339" fmla="*/ 9541 h 23251"/>
                  <a:gd name="csX340" fmla="*/ 176858 w 234002"/>
                  <a:gd name="csY340" fmla="*/ 10741 h 23251"/>
                  <a:gd name="csX341" fmla="*/ 176129 w 234002"/>
                  <a:gd name="csY341" fmla="*/ 11152 h 23251"/>
                  <a:gd name="csX342" fmla="*/ 173624 w 234002"/>
                  <a:gd name="csY342" fmla="*/ 11152 h 23251"/>
                  <a:gd name="csX343" fmla="*/ 173084 w 234002"/>
                  <a:gd name="csY343" fmla="*/ 10962 h 23251"/>
                  <a:gd name="csX344" fmla="*/ 172926 w 234002"/>
                  <a:gd name="csY344" fmla="*/ 10457 h 23251"/>
                  <a:gd name="csX345" fmla="*/ 173338 w 234002"/>
                  <a:gd name="csY345" fmla="*/ 9225 h 23251"/>
                  <a:gd name="csX346" fmla="*/ 174543 w 234002"/>
                  <a:gd name="csY346" fmla="*/ 7835 h 23251"/>
                  <a:gd name="csX347" fmla="*/ 176668 w 234002"/>
                  <a:gd name="csY347" fmla="*/ 6666 h 23251"/>
                  <a:gd name="csX348" fmla="*/ 179808 w 234002"/>
                  <a:gd name="csY348" fmla="*/ 6192 h 23251"/>
                  <a:gd name="csX349" fmla="*/ 183169 w 234002"/>
                  <a:gd name="csY349" fmla="*/ 6697 h 23251"/>
                  <a:gd name="csX350" fmla="*/ 185389 w 234002"/>
                  <a:gd name="csY350" fmla="*/ 7993 h 23251"/>
                  <a:gd name="csX351" fmla="*/ 186594 w 234002"/>
                  <a:gd name="csY351" fmla="*/ 9920 h 23251"/>
                  <a:gd name="csX352" fmla="*/ 186975 w 234002"/>
                  <a:gd name="csY352" fmla="*/ 12258 h 23251"/>
                  <a:gd name="csX353" fmla="*/ 186975 w 234002"/>
                  <a:gd name="csY353" fmla="*/ 22177 h 23251"/>
                  <a:gd name="csX354" fmla="*/ 186753 w 234002"/>
                  <a:gd name="csY354" fmla="*/ 22714 h 23251"/>
                  <a:gd name="csX355" fmla="*/ 186214 w 234002"/>
                  <a:gd name="csY355" fmla="*/ 22936 h 23251"/>
                  <a:gd name="csX356" fmla="*/ 183645 w 234002"/>
                  <a:gd name="csY356" fmla="*/ 22936 h 23251"/>
                  <a:gd name="csX357" fmla="*/ 183074 w 234002"/>
                  <a:gd name="csY357" fmla="*/ 22714 h 23251"/>
                  <a:gd name="csX358" fmla="*/ 182884 w 234002"/>
                  <a:gd name="csY358" fmla="*/ 22177 h 23251"/>
                  <a:gd name="csX359" fmla="*/ 182884 w 234002"/>
                  <a:gd name="csY359" fmla="*/ 20945 h 23251"/>
                  <a:gd name="csX360" fmla="*/ 181774 w 234002"/>
                  <a:gd name="csY360" fmla="*/ 22083 h 23251"/>
                  <a:gd name="csX361" fmla="*/ 180061 w 234002"/>
                  <a:gd name="csY361" fmla="*/ 22936 h 23251"/>
                  <a:gd name="csX362" fmla="*/ 177715 w 234002"/>
                  <a:gd name="csY362" fmla="*/ 23252 h 23251"/>
                  <a:gd name="csX363" fmla="*/ 178793 w 234002"/>
                  <a:gd name="csY363" fmla="*/ 20250 h 23251"/>
                  <a:gd name="csX364" fmla="*/ 180791 w 234002"/>
                  <a:gd name="csY364" fmla="*/ 19776 h 23251"/>
                  <a:gd name="csX365" fmla="*/ 182218 w 234002"/>
                  <a:gd name="csY365" fmla="*/ 18323 h 23251"/>
                  <a:gd name="csX366" fmla="*/ 182757 w 234002"/>
                  <a:gd name="csY366" fmla="*/ 15796 h 23251"/>
                  <a:gd name="csX367" fmla="*/ 182757 w 234002"/>
                  <a:gd name="csY367" fmla="*/ 15132 h 23251"/>
                  <a:gd name="csX368" fmla="*/ 179586 w 234002"/>
                  <a:gd name="csY368" fmla="*/ 15638 h 23251"/>
                  <a:gd name="csX369" fmla="*/ 176795 w 234002"/>
                  <a:gd name="csY369" fmla="*/ 16554 h 23251"/>
                  <a:gd name="csX370" fmla="*/ 175875 w 234002"/>
                  <a:gd name="csY370" fmla="*/ 18102 h 23251"/>
                  <a:gd name="csX371" fmla="*/ 176287 w 234002"/>
                  <a:gd name="csY371" fmla="*/ 19303 h 23251"/>
                  <a:gd name="csX372" fmla="*/ 177397 w 234002"/>
                  <a:gd name="csY372" fmla="*/ 20029 h 23251"/>
                  <a:gd name="csX373" fmla="*/ 178793 w 234002"/>
                  <a:gd name="csY373" fmla="*/ 20250 h 23251"/>
                  <a:gd name="csX374" fmla="*/ 198342 w 234002"/>
                  <a:gd name="csY374" fmla="*/ 22936 h 23251"/>
                  <a:gd name="csX375" fmla="*/ 195139 w 234002"/>
                  <a:gd name="csY375" fmla="*/ 22272 h 23251"/>
                  <a:gd name="csX376" fmla="*/ 193204 w 234002"/>
                  <a:gd name="csY376" fmla="*/ 20314 h 23251"/>
                  <a:gd name="csX377" fmla="*/ 192570 w 234002"/>
                  <a:gd name="csY377" fmla="*/ 17028 h 23251"/>
                  <a:gd name="csX378" fmla="*/ 192570 w 234002"/>
                  <a:gd name="csY378" fmla="*/ 9857 h 23251"/>
                  <a:gd name="csX379" fmla="*/ 190064 w 234002"/>
                  <a:gd name="csY379" fmla="*/ 9857 h 23251"/>
                  <a:gd name="csX380" fmla="*/ 189525 w 234002"/>
                  <a:gd name="csY380" fmla="*/ 9636 h 23251"/>
                  <a:gd name="csX381" fmla="*/ 189303 w 234002"/>
                  <a:gd name="csY381" fmla="*/ 9098 h 23251"/>
                  <a:gd name="csX382" fmla="*/ 189303 w 234002"/>
                  <a:gd name="csY382" fmla="*/ 7266 h 23251"/>
                  <a:gd name="csX383" fmla="*/ 189525 w 234002"/>
                  <a:gd name="csY383" fmla="*/ 6729 h 23251"/>
                  <a:gd name="csX384" fmla="*/ 190064 w 234002"/>
                  <a:gd name="csY384" fmla="*/ 6508 h 23251"/>
                  <a:gd name="csX385" fmla="*/ 192570 w 234002"/>
                  <a:gd name="csY385" fmla="*/ 6508 h 23251"/>
                  <a:gd name="csX386" fmla="*/ 192570 w 234002"/>
                  <a:gd name="csY386" fmla="*/ 1264 h 23251"/>
                  <a:gd name="csX387" fmla="*/ 192760 w 234002"/>
                  <a:gd name="csY387" fmla="*/ 727 h 23251"/>
                  <a:gd name="csX388" fmla="*/ 193331 w 234002"/>
                  <a:gd name="csY388" fmla="*/ 505 h 23251"/>
                  <a:gd name="csX389" fmla="*/ 195900 w 234002"/>
                  <a:gd name="csY389" fmla="*/ 505 h 23251"/>
                  <a:gd name="csX390" fmla="*/ 196439 w 234002"/>
                  <a:gd name="csY390" fmla="*/ 727 h 23251"/>
                  <a:gd name="csX391" fmla="*/ 196661 w 234002"/>
                  <a:gd name="csY391" fmla="*/ 1264 h 23251"/>
                  <a:gd name="csX392" fmla="*/ 196661 w 234002"/>
                  <a:gd name="csY392" fmla="*/ 6508 h 23251"/>
                  <a:gd name="csX393" fmla="*/ 200625 w 234002"/>
                  <a:gd name="csY393" fmla="*/ 6508 h 23251"/>
                  <a:gd name="csX394" fmla="*/ 201164 w 234002"/>
                  <a:gd name="csY394" fmla="*/ 6729 h 23251"/>
                  <a:gd name="csX395" fmla="*/ 201386 w 234002"/>
                  <a:gd name="csY395" fmla="*/ 7266 h 23251"/>
                  <a:gd name="csX396" fmla="*/ 201386 w 234002"/>
                  <a:gd name="csY396" fmla="*/ 9098 h 23251"/>
                  <a:gd name="csX397" fmla="*/ 201164 w 234002"/>
                  <a:gd name="csY397" fmla="*/ 9636 h 23251"/>
                  <a:gd name="csX398" fmla="*/ 200625 w 234002"/>
                  <a:gd name="csY398" fmla="*/ 9857 h 23251"/>
                  <a:gd name="csX399" fmla="*/ 196661 w 234002"/>
                  <a:gd name="csY399" fmla="*/ 9857 h 23251"/>
                  <a:gd name="csX400" fmla="*/ 196661 w 234002"/>
                  <a:gd name="csY400" fmla="*/ 16712 h 23251"/>
                  <a:gd name="csX401" fmla="*/ 197105 w 234002"/>
                  <a:gd name="csY401" fmla="*/ 18734 h 23251"/>
                  <a:gd name="csX402" fmla="*/ 198722 w 234002"/>
                  <a:gd name="csY402" fmla="*/ 19461 h 23251"/>
                  <a:gd name="csX403" fmla="*/ 200910 w 234002"/>
                  <a:gd name="csY403" fmla="*/ 19461 h 23251"/>
                  <a:gd name="csX404" fmla="*/ 201449 w 234002"/>
                  <a:gd name="csY404" fmla="*/ 19682 h 23251"/>
                  <a:gd name="csX405" fmla="*/ 201671 w 234002"/>
                  <a:gd name="csY405" fmla="*/ 20219 h 23251"/>
                  <a:gd name="csX406" fmla="*/ 201671 w 234002"/>
                  <a:gd name="csY406" fmla="*/ 22177 h 23251"/>
                  <a:gd name="csX407" fmla="*/ 201449 w 234002"/>
                  <a:gd name="csY407" fmla="*/ 22714 h 23251"/>
                  <a:gd name="csX408" fmla="*/ 200910 w 234002"/>
                  <a:gd name="csY408" fmla="*/ 22936 h 23251"/>
                  <a:gd name="csX409" fmla="*/ 198342 w 234002"/>
                  <a:gd name="csY409" fmla="*/ 22936 h 23251"/>
                  <a:gd name="csX410" fmla="*/ 211776 w 234002"/>
                  <a:gd name="csY410" fmla="*/ 23252 h 23251"/>
                  <a:gd name="csX411" fmla="*/ 207495 w 234002"/>
                  <a:gd name="csY411" fmla="*/ 22367 h 23251"/>
                  <a:gd name="csX412" fmla="*/ 204863 w 234002"/>
                  <a:gd name="csY412" fmla="*/ 19871 h 23251"/>
                  <a:gd name="csX413" fmla="*/ 203848 w 234002"/>
                  <a:gd name="csY413" fmla="*/ 16112 h 23251"/>
                  <a:gd name="csX414" fmla="*/ 203817 w 234002"/>
                  <a:gd name="csY414" fmla="*/ 14722 h 23251"/>
                  <a:gd name="csX415" fmla="*/ 203848 w 234002"/>
                  <a:gd name="csY415" fmla="*/ 13332 h 23251"/>
                  <a:gd name="csX416" fmla="*/ 204895 w 234002"/>
                  <a:gd name="csY416" fmla="*/ 9572 h 23251"/>
                  <a:gd name="csX417" fmla="*/ 207559 w 234002"/>
                  <a:gd name="csY417" fmla="*/ 7077 h 23251"/>
                  <a:gd name="csX418" fmla="*/ 211776 w 234002"/>
                  <a:gd name="csY418" fmla="*/ 6192 h 23251"/>
                  <a:gd name="csX419" fmla="*/ 215963 w 234002"/>
                  <a:gd name="csY419" fmla="*/ 7077 h 23251"/>
                  <a:gd name="csX420" fmla="*/ 218626 w 234002"/>
                  <a:gd name="csY420" fmla="*/ 9572 h 23251"/>
                  <a:gd name="csX421" fmla="*/ 219705 w 234002"/>
                  <a:gd name="csY421" fmla="*/ 13332 h 23251"/>
                  <a:gd name="csX422" fmla="*/ 219736 w 234002"/>
                  <a:gd name="csY422" fmla="*/ 14722 h 23251"/>
                  <a:gd name="csX423" fmla="*/ 219705 w 234002"/>
                  <a:gd name="csY423" fmla="*/ 16112 h 23251"/>
                  <a:gd name="csX424" fmla="*/ 218658 w 234002"/>
                  <a:gd name="csY424" fmla="*/ 19871 h 23251"/>
                  <a:gd name="csX425" fmla="*/ 216026 w 234002"/>
                  <a:gd name="csY425" fmla="*/ 22367 h 23251"/>
                  <a:gd name="csX426" fmla="*/ 211776 w 234002"/>
                  <a:gd name="csY426" fmla="*/ 23252 h 23251"/>
                  <a:gd name="csX427" fmla="*/ 211776 w 234002"/>
                  <a:gd name="csY427" fmla="*/ 20124 h 23251"/>
                  <a:gd name="csX428" fmla="*/ 214377 w 234002"/>
                  <a:gd name="csY428" fmla="*/ 19081 h 23251"/>
                  <a:gd name="csX429" fmla="*/ 215392 w 234002"/>
                  <a:gd name="csY429" fmla="*/ 15954 h 23251"/>
                  <a:gd name="csX430" fmla="*/ 215423 w 234002"/>
                  <a:gd name="csY430" fmla="*/ 14722 h 23251"/>
                  <a:gd name="csX431" fmla="*/ 215392 w 234002"/>
                  <a:gd name="csY431" fmla="*/ 13490 h 23251"/>
                  <a:gd name="csX432" fmla="*/ 214377 w 234002"/>
                  <a:gd name="csY432" fmla="*/ 10394 h 23251"/>
                  <a:gd name="csX433" fmla="*/ 211776 w 234002"/>
                  <a:gd name="csY433" fmla="*/ 9320 h 23251"/>
                  <a:gd name="csX434" fmla="*/ 209176 w 234002"/>
                  <a:gd name="csY434" fmla="*/ 10394 h 23251"/>
                  <a:gd name="csX435" fmla="*/ 208161 w 234002"/>
                  <a:gd name="csY435" fmla="*/ 13490 h 23251"/>
                  <a:gd name="csX436" fmla="*/ 208129 w 234002"/>
                  <a:gd name="csY436" fmla="*/ 14722 h 23251"/>
                  <a:gd name="csX437" fmla="*/ 208161 w 234002"/>
                  <a:gd name="csY437" fmla="*/ 15954 h 23251"/>
                  <a:gd name="csX438" fmla="*/ 209176 w 234002"/>
                  <a:gd name="csY438" fmla="*/ 19081 h 23251"/>
                  <a:gd name="csX439" fmla="*/ 211776 w 234002"/>
                  <a:gd name="csY439" fmla="*/ 20124 h 23251"/>
                  <a:gd name="csX440" fmla="*/ 224013 w 234002"/>
                  <a:gd name="csY440" fmla="*/ 22936 h 23251"/>
                  <a:gd name="csX441" fmla="*/ 223474 w 234002"/>
                  <a:gd name="csY441" fmla="*/ 22714 h 23251"/>
                  <a:gd name="csX442" fmla="*/ 223252 w 234002"/>
                  <a:gd name="csY442" fmla="*/ 22177 h 23251"/>
                  <a:gd name="csX443" fmla="*/ 223252 w 234002"/>
                  <a:gd name="csY443" fmla="*/ 7298 h 23251"/>
                  <a:gd name="csX444" fmla="*/ 223474 w 234002"/>
                  <a:gd name="csY444" fmla="*/ 6729 h 23251"/>
                  <a:gd name="csX445" fmla="*/ 224013 w 234002"/>
                  <a:gd name="csY445" fmla="*/ 6508 h 23251"/>
                  <a:gd name="csX446" fmla="*/ 226582 w 234002"/>
                  <a:gd name="csY446" fmla="*/ 6508 h 23251"/>
                  <a:gd name="csX447" fmla="*/ 227121 w 234002"/>
                  <a:gd name="csY447" fmla="*/ 6729 h 23251"/>
                  <a:gd name="csX448" fmla="*/ 227375 w 234002"/>
                  <a:gd name="csY448" fmla="*/ 7298 h 23251"/>
                  <a:gd name="csX449" fmla="*/ 227375 w 234002"/>
                  <a:gd name="csY449" fmla="*/ 8593 h 23251"/>
                  <a:gd name="csX450" fmla="*/ 229246 w 234002"/>
                  <a:gd name="csY450" fmla="*/ 7045 h 23251"/>
                  <a:gd name="csX451" fmla="*/ 231941 w 234002"/>
                  <a:gd name="csY451" fmla="*/ 6508 h 23251"/>
                  <a:gd name="csX452" fmla="*/ 233242 w 234002"/>
                  <a:gd name="csY452" fmla="*/ 6508 h 23251"/>
                  <a:gd name="csX453" fmla="*/ 233781 w 234002"/>
                  <a:gd name="csY453" fmla="*/ 6729 h 23251"/>
                  <a:gd name="csX454" fmla="*/ 234003 w 234002"/>
                  <a:gd name="csY454" fmla="*/ 7266 h 23251"/>
                  <a:gd name="csX455" fmla="*/ 234003 w 234002"/>
                  <a:gd name="csY455" fmla="*/ 9541 h 23251"/>
                  <a:gd name="csX456" fmla="*/ 233781 w 234002"/>
                  <a:gd name="csY456" fmla="*/ 10078 h 23251"/>
                  <a:gd name="csX457" fmla="*/ 233242 w 234002"/>
                  <a:gd name="csY457" fmla="*/ 10299 h 23251"/>
                  <a:gd name="csX458" fmla="*/ 230768 w 234002"/>
                  <a:gd name="csY458" fmla="*/ 10299 h 23251"/>
                  <a:gd name="csX459" fmla="*/ 228389 w 234002"/>
                  <a:gd name="csY459" fmla="*/ 11152 h 23251"/>
                  <a:gd name="csX460" fmla="*/ 227565 w 234002"/>
                  <a:gd name="csY460" fmla="*/ 13490 h 23251"/>
                  <a:gd name="csX461" fmla="*/ 227565 w 234002"/>
                  <a:gd name="csY461" fmla="*/ 22177 h 23251"/>
                  <a:gd name="csX462" fmla="*/ 227343 w 234002"/>
                  <a:gd name="csY462" fmla="*/ 22714 h 23251"/>
                  <a:gd name="csX463" fmla="*/ 226772 w 234002"/>
                  <a:gd name="csY463" fmla="*/ 22936 h 23251"/>
                  <a:gd name="csX464" fmla="*/ 224013 w 234002"/>
                  <a:gd name="csY464"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Lst>
                <a:rect l="l" t="t" r="r" b="b"/>
                <a:pathLst>
                  <a:path w="234002" h="23251">
                    <a:moveTo>
                      <a:pt x="761" y="22936"/>
                    </a:moveTo>
                    <a:cubicBezTo>
                      <a:pt x="550" y="22936"/>
                      <a:pt x="369" y="22861"/>
                      <a:pt x="222" y="22714"/>
                    </a:cubicBezTo>
                    <a:cubicBezTo>
                      <a:pt x="75" y="22568"/>
                      <a:pt x="0" y="22387"/>
                      <a:pt x="0" y="22177"/>
                    </a:cubicBezTo>
                    <a:lnTo>
                      <a:pt x="0" y="1611"/>
                    </a:lnTo>
                    <a:cubicBezTo>
                      <a:pt x="0" y="1379"/>
                      <a:pt x="75" y="1189"/>
                      <a:pt x="222" y="1042"/>
                    </a:cubicBezTo>
                    <a:cubicBezTo>
                      <a:pt x="369" y="896"/>
                      <a:pt x="550" y="821"/>
                      <a:pt x="761" y="821"/>
                    </a:cubicBezTo>
                    <a:lnTo>
                      <a:pt x="9260" y="821"/>
                    </a:lnTo>
                    <a:cubicBezTo>
                      <a:pt x="10909" y="821"/>
                      <a:pt x="12348" y="1085"/>
                      <a:pt x="13573" y="1611"/>
                    </a:cubicBezTo>
                    <a:cubicBezTo>
                      <a:pt x="14799" y="2117"/>
                      <a:pt x="15750" y="2895"/>
                      <a:pt x="16427" y="3949"/>
                    </a:cubicBezTo>
                    <a:cubicBezTo>
                      <a:pt x="17105" y="4980"/>
                      <a:pt x="17442" y="6275"/>
                      <a:pt x="17442" y="7835"/>
                    </a:cubicBezTo>
                    <a:cubicBezTo>
                      <a:pt x="17442" y="9414"/>
                      <a:pt x="17105" y="10721"/>
                      <a:pt x="16427" y="11752"/>
                    </a:cubicBezTo>
                    <a:cubicBezTo>
                      <a:pt x="15750" y="12763"/>
                      <a:pt x="14799" y="13521"/>
                      <a:pt x="13573" y="14027"/>
                    </a:cubicBezTo>
                    <a:cubicBezTo>
                      <a:pt x="12348" y="14532"/>
                      <a:pt x="10909" y="14785"/>
                      <a:pt x="9260" y="14785"/>
                    </a:cubicBezTo>
                    <a:lnTo>
                      <a:pt x="4535" y="14785"/>
                    </a:lnTo>
                    <a:lnTo>
                      <a:pt x="4535" y="22177"/>
                    </a:lnTo>
                    <a:cubicBezTo>
                      <a:pt x="4535" y="22387"/>
                      <a:pt x="4460" y="22568"/>
                      <a:pt x="4313" y="22714"/>
                    </a:cubicBezTo>
                    <a:cubicBezTo>
                      <a:pt x="4186" y="22861"/>
                      <a:pt x="4007" y="22936"/>
                      <a:pt x="3774" y="22936"/>
                    </a:cubicBezTo>
                    <a:lnTo>
                      <a:pt x="761" y="22936"/>
                    </a:lnTo>
                    <a:close/>
                    <a:moveTo>
                      <a:pt x="4472" y="11278"/>
                    </a:moveTo>
                    <a:lnTo>
                      <a:pt x="9102" y="11278"/>
                    </a:lnTo>
                    <a:cubicBezTo>
                      <a:pt x="10327" y="11278"/>
                      <a:pt x="11269" y="10994"/>
                      <a:pt x="11924" y="10425"/>
                    </a:cubicBezTo>
                    <a:cubicBezTo>
                      <a:pt x="12579" y="9836"/>
                      <a:pt x="12907" y="8972"/>
                      <a:pt x="12907" y="7835"/>
                    </a:cubicBezTo>
                    <a:cubicBezTo>
                      <a:pt x="12907" y="6781"/>
                      <a:pt x="12601" y="5939"/>
                      <a:pt x="11987" y="5307"/>
                    </a:cubicBezTo>
                    <a:cubicBezTo>
                      <a:pt x="11374" y="4655"/>
                      <a:pt x="10413" y="4328"/>
                      <a:pt x="9102" y="4328"/>
                    </a:cubicBezTo>
                    <a:lnTo>
                      <a:pt x="4472" y="4328"/>
                    </a:lnTo>
                    <a:lnTo>
                      <a:pt x="4472" y="11278"/>
                    </a:lnTo>
                    <a:close/>
                    <a:moveTo>
                      <a:pt x="21286" y="22936"/>
                    </a:moveTo>
                    <a:cubicBezTo>
                      <a:pt x="21073" y="22936"/>
                      <a:pt x="20894" y="22861"/>
                      <a:pt x="20747" y="22714"/>
                    </a:cubicBezTo>
                    <a:cubicBezTo>
                      <a:pt x="20597" y="22568"/>
                      <a:pt x="20525" y="22387"/>
                      <a:pt x="20525" y="22177"/>
                    </a:cubicBezTo>
                    <a:lnTo>
                      <a:pt x="20525" y="7298"/>
                    </a:lnTo>
                    <a:cubicBezTo>
                      <a:pt x="20525" y="7065"/>
                      <a:pt x="20597" y="6876"/>
                      <a:pt x="20747" y="6729"/>
                    </a:cubicBezTo>
                    <a:cubicBezTo>
                      <a:pt x="20894" y="6582"/>
                      <a:pt x="21073" y="6508"/>
                      <a:pt x="21286" y="6508"/>
                    </a:cubicBezTo>
                    <a:lnTo>
                      <a:pt x="23855" y="6508"/>
                    </a:lnTo>
                    <a:cubicBezTo>
                      <a:pt x="24066" y="6508"/>
                      <a:pt x="24245" y="6582"/>
                      <a:pt x="24394" y="6729"/>
                    </a:cubicBezTo>
                    <a:cubicBezTo>
                      <a:pt x="24562" y="6876"/>
                      <a:pt x="24648" y="7065"/>
                      <a:pt x="24648" y="7298"/>
                    </a:cubicBezTo>
                    <a:lnTo>
                      <a:pt x="24648" y="8593"/>
                    </a:lnTo>
                    <a:cubicBezTo>
                      <a:pt x="25132" y="7918"/>
                      <a:pt x="25758" y="7404"/>
                      <a:pt x="26519" y="7045"/>
                    </a:cubicBezTo>
                    <a:cubicBezTo>
                      <a:pt x="27300" y="6686"/>
                      <a:pt x="28200" y="6508"/>
                      <a:pt x="29214" y="6508"/>
                    </a:cubicBezTo>
                    <a:lnTo>
                      <a:pt x="30515" y="6508"/>
                    </a:lnTo>
                    <a:cubicBezTo>
                      <a:pt x="30746" y="6508"/>
                      <a:pt x="30927" y="6582"/>
                      <a:pt x="31054" y="6729"/>
                    </a:cubicBezTo>
                    <a:cubicBezTo>
                      <a:pt x="31201" y="6876"/>
                      <a:pt x="31276" y="7056"/>
                      <a:pt x="31276" y="7266"/>
                    </a:cubicBezTo>
                    <a:lnTo>
                      <a:pt x="31276" y="9541"/>
                    </a:lnTo>
                    <a:cubicBezTo>
                      <a:pt x="31276" y="9751"/>
                      <a:pt x="31201" y="9931"/>
                      <a:pt x="31054" y="10078"/>
                    </a:cubicBezTo>
                    <a:cubicBezTo>
                      <a:pt x="30927" y="10224"/>
                      <a:pt x="30746" y="10299"/>
                      <a:pt x="30515" y="10299"/>
                    </a:cubicBezTo>
                    <a:lnTo>
                      <a:pt x="28041" y="10299"/>
                    </a:lnTo>
                    <a:cubicBezTo>
                      <a:pt x="27026" y="10299"/>
                      <a:pt x="26233" y="10583"/>
                      <a:pt x="25662" y="11152"/>
                    </a:cubicBezTo>
                    <a:cubicBezTo>
                      <a:pt x="25112" y="11721"/>
                      <a:pt x="24838" y="12499"/>
                      <a:pt x="24838" y="13490"/>
                    </a:cubicBezTo>
                    <a:lnTo>
                      <a:pt x="24838" y="22177"/>
                    </a:lnTo>
                    <a:cubicBezTo>
                      <a:pt x="24838" y="22387"/>
                      <a:pt x="24763" y="22568"/>
                      <a:pt x="24616" y="22714"/>
                    </a:cubicBezTo>
                    <a:cubicBezTo>
                      <a:pt x="24466" y="22861"/>
                      <a:pt x="24276" y="22936"/>
                      <a:pt x="24045" y="22936"/>
                    </a:cubicBezTo>
                    <a:lnTo>
                      <a:pt x="21286" y="22936"/>
                    </a:lnTo>
                    <a:close/>
                    <a:moveTo>
                      <a:pt x="34508" y="22936"/>
                    </a:moveTo>
                    <a:cubicBezTo>
                      <a:pt x="34297" y="22936"/>
                      <a:pt x="34119" y="22861"/>
                      <a:pt x="33969" y="22714"/>
                    </a:cubicBezTo>
                    <a:cubicBezTo>
                      <a:pt x="33822" y="22568"/>
                      <a:pt x="33747" y="22387"/>
                      <a:pt x="33747" y="22177"/>
                    </a:cubicBezTo>
                    <a:lnTo>
                      <a:pt x="33747" y="7266"/>
                    </a:lnTo>
                    <a:cubicBezTo>
                      <a:pt x="33747" y="7056"/>
                      <a:pt x="33822" y="6876"/>
                      <a:pt x="33969" y="6729"/>
                    </a:cubicBezTo>
                    <a:cubicBezTo>
                      <a:pt x="34119" y="6582"/>
                      <a:pt x="34297" y="6508"/>
                      <a:pt x="34508" y="6508"/>
                    </a:cubicBezTo>
                    <a:lnTo>
                      <a:pt x="37140" y="6508"/>
                    </a:lnTo>
                    <a:cubicBezTo>
                      <a:pt x="37374" y="6508"/>
                      <a:pt x="37553" y="6582"/>
                      <a:pt x="37679" y="6729"/>
                    </a:cubicBezTo>
                    <a:cubicBezTo>
                      <a:pt x="37829" y="6876"/>
                      <a:pt x="37901" y="7056"/>
                      <a:pt x="37901" y="7266"/>
                    </a:cubicBezTo>
                    <a:lnTo>
                      <a:pt x="37901" y="22177"/>
                    </a:lnTo>
                    <a:cubicBezTo>
                      <a:pt x="37901" y="22387"/>
                      <a:pt x="37829" y="22568"/>
                      <a:pt x="37679" y="22714"/>
                    </a:cubicBezTo>
                    <a:cubicBezTo>
                      <a:pt x="37553" y="22861"/>
                      <a:pt x="37374" y="22936"/>
                      <a:pt x="37140" y="22936"/>
                    </a:cubicBezTo>
                    <a:lnTo>
                      <a:pt x="34508" y="22936"/>
                    </a:lnTo>
                    <a:close/>
                    <a:moveTo>
                      <a:pt x="34381" y="3791"/>
                    </a:moveTo>
                    <a:cubicBezTo>
                      <a:pt x="34150" y="3791"/>
                      <a:pt x="33960" y="3728"/>
                      <a:pt x="33810" y="3601"/>
                    </a:cubicBezTo>
                    <a:cubicBezTo>
                      <a:pt x="33684" y="3455"/>
                      <a:pt x="33620" y="3265"/>
                      <a:pt x="33620" y="3033"/>
                    </a:cubicBezTo>
                    <a:lnTo>
                      <a:pt x="33620" y="758"/>
                    </a:lnTo>
                    <a:cubicBezTo>
                      <a:pt x="33620" y="548"/>
                      <a:pt x="33684" y="368"/>
                      <a:pt x="33810" y="221"/>
                    </a:cubicBezTo>
                    <a:cubicBezTo>
                      <a:pt x="33960" y="75"/>
                      <a:pt x="34150" y="0"/>
                      <a:pt x="34381" y="0"/>
                    </a:cubicBezTo>
                    <a:lnTo>
                      <a:pt x="37267" y="0"/>
                    </a:lnTo>
                    <a:cubicBezTo>
                      <a:pt x="37500" y="0"/>
                      <a:pt x="37691" y="75"/>
                      <a:pt x="37838" y="221"/>
                    </a:cubicBezTo>
                    <a:cubicBezTo>
                      <a:pt x="37987" y="368"/>
                      <a:pt x="38060" y="548"/>
                      <a:pt x="38060" y="758"/>
                    </a:cubicBezTo>
                    <a:lnTo>
                      <a:pt x="38060" y="3033"/>
                    </a:lnTo>
                    <a:cubicBezTo>
                      <a:pt x="38060" y="3265"/>
                      <a:pt x="37987" y="3455"/>
                      <a:pt x="37838" y="3601"/>
                    </a:cubicBezTo>
                    <a:cubicBezTo>
                      <a:pt x="37691" y="3728"/>
                      <a:pt x="37500" y="3791"/>
                      <a:pt x="37267" y="3791"/>
                    </a:cubicBezTo>
                    <a:lnTo>
                      <a:pt x="34381" y="3791"/>
                    </a:lnTo>
                    <a:close/>
                    <a:moveTo>
                      <a:pt x="49246" y="23252"/>
                    </a:moveTo>
                    <a:cubicBezTo>
                      <a:pt x="47723" y="23252"/>
                      <a:pt x="46380" y="22967"/>
                      <a:pt x="45218" y="22399"/>
                    </a:cubicBezTo>
                    <a:cubicBezTo>
                      <a:pt x="44076" y="21830"/>
                      <a:pt x="43177" y="21008"/>
                      <a:pt x="42522" y="19934"/>
                    </a:cubicBezTo>
                    <a:cubicBezTo>
                      <a:pt x="41888" y="18840"/>
                      <a:pt x="41539" y="17522"/>
                      <a:pt x="41476" y="15985"/>
                    </a:cubicBezTo>
                    <a:cubicBezTo>
                      <a:pt x="41453" y="15670"/>
                      <a:pt x="41444" y="15259"/>
                      <a:pt x="41444" y="14753"/>
                    </a:cubicBezTo>
                    <a:cubicBezTo>
                      <a:pt x="41444" y="14228"/>
                      <a:pt x="41453" y="13794"/>
                      <a:pt x="41476" y="13458"/>
                    </a:cubicBezTo>
                    <a:cubicBezTo>
                      <a:pt x="41539" y="11921"/>
                      <a:pt x="41888" y="10615"/>
                      <a:pt x="42522" y="9541"/>
                    </a:cubicBezTo>
                    <a:cubicBezTo>
                      <a:pt x="43177" y="8446"/>
                      <a:pt x="44076" y="7614"/>
                      <a:pt x="45218" y="7045"/>
                    </a:cubicBezTo>
                    <a:cubicBezTo>
                      <a:pt x="46380" y="6476"/>
                      <a:pt x="47723" y="6192"/>
                      <a:pt x="49246" y="6192"/>
                    </a:cubicBezTo>
                    <a:cubicBezTo>
                      <a:pt x="50598" y="6192"/>
                      <a:pt x="51751" y="6382"/>
                      <a:pt x="52702" y="6761"/>
                    </a:cubicBezTo>
                    <a:cubicBezTo>
                      <a:pt x="53654" y="7140"/>
                      <a:pt x="54435" y="7614"/>
                      <a:pt x="55049" y="8182"/>
                    </a:cubicBezTo>
                    <a:cubicBezTo>
                      <a:pt x="55661" y="8751"/>
                      <a:pt x="56116" y="9351"/>
                      <a:pt x="56413" y="9983"/>
                    </a:cubicBezTo>
                    <a:cubicBezTo>
                      <a:pt x="56730" y="10595"/>
                      <a:pt x="56897" y="11152"/>
                      <a:pt x="56920" y="11657"/>
                    </a:cubicBezTo>
                    <a:cubicBezTo>
                      <a:pt x="56940" y="11890"/>
                      <a:pt x="56866" y="12079"/>
                      <a:pt x="56698" y="12226"/>
                    </a:cubicBezTo>
                    <a:cubicBezTo>
                      <a:pt x="56549" y="12352"/>
                      <a:pt x="56370" y="12416"/>
                      <a:pt x="56159" y="12416"/>
                    </a:cubicBezTo>
                    <a:lnTo>
                      <a:pt x="53368" y="12416"/>
                    </a:lnTo>
                    <a:cubicBezTo>
                      <a:pt x="53155" y="12416"/>
                      <a:pt x="52988" y="12364"/>
                      <a:pt x="52861" y="12258"/>
                    </a:cubicBezTo>
                    <a:cubicBezTo>
                      <a:pt x="52754" y="12152"/>
                      <a:pt x="52648" y="11994"/>
                      <a:pt x="52544" y="11784"/>
                    </a:cubicBezTo>
                    <a:cubicBezTo>
                      <a:pt x="52227" y="10942"/>
                      <a:pt x="51803" y="10351"/>
                      <a:pt x="51275" y="10015"/>
                    </a:cubicBezTo>
                    <a:cubicBezTo>
                      <a:pt x="50768" y="9656"/>
                      <a:pt x="50111" y="9478"/>
                      <a:pt x="49309" y="9478"/>
                    </a:cubicBezTo>
                    <a:cubicBezTo>
                      <a:pt x="48251" y="9478"/>
                      <a:pt x="47406" y="9814"/>
                      <a:pt x="46772" y="10488"/>
                    </a:cubicBezTo>
                    <a:cubicBezTo>
                      <a:pt x="46158" y="11141"/>
                      <a:pt x="45830" y="12183"/>
                      <a:pt x="45789" y="13616"/>
                    </a:cubicBezTo>
                    <a:cubicBezTo>
                      <a:pt x="45746" y="14417"/>
                      <a:pt x="45746" y="15153"/>
                      <a:pt x="45789" y="15827"/>
                    </a:cubicBezTo>
                    <a:cubicBezTo>
                      <a:pt x="45830" y="17281"/>
                      <a:pt x="46158" y="18334"/>
                      <a:pt x="46772" y="18987"/>
                    </a:cubicBezTo>
                    <a:cubicBezTo>
                      <a:pt x="47406" y="19639"/>
                      <a:pt x="48251" y="19966"/>
                      <a:pt x="49309" y="19966"/>
                    </a:cubicBezTo>
                    <a:cubicBezTo>
                      <a:pt x="50134" y="19966"/>
                      <a:pt x="50800" y="19797"/>
                      <a:pt x="51307" y="19461"/>
                    </a:cubicBezTo>
                    <a:cubicBezTo>
                      <a:pt x="51814" y="19102"/>
                      <a:pt x="52227" y="18501"/>
                      <a:pt x="52544" y="17660"/>
                    </a:cubicBezTo>
                    <a:cubicBezTo>
                      <a:pt x="52648" y="17450"/>
                      <a:pt x="52754" y="17292"/>
                      <a:pt x="52861" y="17186"/>
                    </a:cubicBezTo>
                    <a:cubicBezTo>
                      <a:pt x="52988" y="17080"/>
                      <a:pt x="53155" y="17028"/>
                      <a:pt x="53368" y="17028"/>
                    </a:cubicBezTo>
                    <a:lnTo>
                      <a:pt x="56159" y="17028"/>
                    </a:lnTo>
                    <a:cubicBezTo>
                      <a:pt x="56370" y="17028"/>
                      <a:pt x="56549" y="17102"/>
                      <a:pt x="56698" y="17249"/>
                    </a:cubicBezTo>
                    <a:cubicBezTo>
                      <a:pt x="56866" y="17375"/>
                      <a:pt x="56940" y="17554"/>
                      <a:pt x="56920" y="17786"/>
                    </a:cubicBezTo>
                    <a:cubicBezTo>
                      <a:pt x="56897" y="18165"/>
                      <a:pt x="56793" y="18596"/>
                      <a:pt x="56603" y="19081"/>
                    </a:cubicBezTo>
                    <a:cubicBezTo>
                      <a:pt x="56433" y="19544"/>
                      <a:pt x="56148" y="20029"/>
                      <a:pt x="55747" y="20535"/>
                    </a:cubicBezTo>
                    <a:cubicBezTo>
                      <a:pt x="55366" y="21020"/>
                      <a:pt x="54879" y="21471"/>
                      <a:pt x="54288" y="21893"/>
                    </a:cubicBezTo>
                    <a:cubicBezTo>
                      <a:pt x="53694" y="22293"/>
                      <a:pt x="52976" y="22620"/>
                      <a:pt x="52131" y="22872"/>
                    </a:cubicBezTo>
                    <a:cubicBezTo>
                      <a:pt x="51307" y="23125"/>
                      <a:pt x="50344" y="23252"/>
                      <a:pt x="49246" y="23252"/>
                    </a:cubicBezTo>
                    <a:close/>
                    <a:moveTo>
                      <a:pt x="67331" y="23252"/>
                    </a:moveTo>
                    <a:cubicBezTo>
                      <a:pt x="64984" y="23252"/>
                      <a:pt x="63125" y="22577"/>
                      <a:pt x="61749" y="21230"/>
                    </a:cubicBezTo>
                    <a:cubicBezTo>
                      <a:pt x="60375" y="19882"/>
                      <a:pt x="59636" y="17964"/>
                      <a:pt x="59530" y="15480"/>
                    </a:cubicBezTo>
                    <a:cubicBezTo>
                      <a:pt x="59509" y="15270"/>
                      <a:pt x="59498" y="15006"/>
                      <a:pt x="59498" y="14690"/>
                    </a:cubicBezTo>
                    <a:cubicBezTo>
                      <a:pt x="59498" y="14354"/>
                      <a:pt x="59509" y="14090"/>
                      <a:pt x="59530" y="13900"/>
                    </a:cubicBezTo>
                    <a:cubicBezTo>
                      <a:pt x="59613" y="12321"/>
                      <a:pt x="59974" y="10951"/>
                      <a:pt x="60608" y="9793"/>
                    </a:cubicBezTo>
                    <a:cubicBezTo>
                      <a:pt x="61262" y="8636"/>
                      <a:pt x="62162" y="7751"/>
                      <a:pt x="63303" y="7140"/>
                    </a:cubicBezTo>
                    <a:cubicBezTo>
                      <a:pt x="64445" y="6508"/>
                      <a:pt x="65788" y="6192"/>
                      <a:pt x="67331" y="6192"/>
                    </a:cubicBezTo>
                    <a:cubicBezTo>
                      <a:pt x="69043" y="6192"/>
                      <a:pt x="70482" y="6551"/>
                      <a:pt x="71644" y="7266"/>
                    </a:cubicBezTo>
                    <a:cubicBezTo>
                      <a:pt x="72806" y="7961"/>
                      <a:pt x="73685" y="8940"/>
                      <a:pt x="74276" y="10204"/>
                    </a:cubicBezTo>
                    <a:cubicBezTo>
                      <a:pt x="74867" y="11447"/>
                      <a:pt x="75164" y="12889"/>
                      <a:pt x="75164" y="14532"/>
                    </a:cubicBezTo>
                    <a:lnTo>
                      <a:pt x="75164" y="15196"/>
                    </a:lnTo>
                    <a:cubicBezTo>
                      <a:pt x="75164" y="15406"/>
                      <a:pt x="75089" y="15586"/>
                      <a:pt x="74942" y="15733"/>
                    </a:cubicBezTo>
                    <a:cubicBezTo>
                      <a:pt x="74795" y="15879"/>
                      <a:pt x="74605" y="15954"/>
                      <a:pt x="74371" y="15954"/>
                    </a:cubicBezTo>
                    <a:lnTo>
                      <a:pt x="63843" y="15954"/>
                    </a:lnTo>
                    <a:cubicBezTo>
                      <a:pt x="63843" y="15954"/>
                      <a:pt x="63843" y="15985"/>
                      <a:pt x="63843" y="16049"/>
                    </a:cubicBezTo>
                    <a:cubicBezTo>
                      <a:pt x="63843" y="16112"/>
                      <a:pt x="63843" y="16164"/>
                      <a:pt x="63843" y="16207"/>
                    </a:cubicBezTo>
                    <a:cubicBezTo>
                      <a:pt x="63863" y="16944"/>
                      <a:pt x="64001" y="17628"/>
                      <a:pt x="64255" y="18260"/>
                    </a:cubicBezTo>
                    <a:cubicBezTo>
                      <a:pt x="64529" y="18871"/>
                      <a:pt x="64921" y="19366"/>
                      <a:pt x="65428" y="19745"/>
                    </a:cubicBezTo>
                    <a:cubicBezTo>
                      <a:pt x="65956" y="20124"/>
                      <a:pt x="66581" y="20314"/>
                      <a:pt x="67299" y="20314"/>
                    </a:cubicBezTo>
                    <a:cubicBezTo>
                      <a:pt x="67890" y="20314"/>
                      <a:pt x="68389" y="20230"/>
                      <a:pt x="68790" y="20061"/>
                    </a:cubicBezTo>
                    <a:cubicBezTo>
                      <a:pt x="69191" y="19871"/>
                      <a:pt x="69519" y="19661"/>
                      <a:pt x="69773" y="19429"/>
                    </a:cubicBezTo>
                    <a:cubicBezTo>
                      <a:pt x="70027" y="19197"/>
                      <a:pt x="70206" y="19007"/>
                      <a:pt x="70312" y="18860"/>
                    </a:cubicBezTo>
                    <a:cubicBezTo>
                      <a:pt x="70502" y="18607"/>
                      <a:pt x="70650" y="18461"/>
                      <a:pt x="70756" y="18418"/>
                    </a:cubicBezTo>
                    <a:cubicBezTo>
                      <a:pt x="70883" y="18355"/>
                      <a:pt x="71062" y="18323"/>
                      <a:pt x="71295" y="18323"/>
                    </a:cubicBezTo>
                    <a:lnTo>
                      <a:pt x="74022" y="18323"/>
                    </a:lnTo>
                    <a:cubicBezTo>
                      <a:pt x="74233" y="18323"/>
                      <a:pt x="74403" y="18386"/>
                      <a:pt x="74530" y="18513"/>
                    </a:cubicBezTo>
                    <a:cubicBezTo>
                      <a:pt x="74677" y="18639"/>
                      <a:pt x="74740" y="18797"/>
                      <a:pt x="74720" y="18987"/>
                    </a:cubicBezTo>
                    <a:cubicBezTo>
                      <a:pt x="74700" y="19323"/>
                      <a:pt x="74519" y="19734"/>
                      <a:pt x="74181" y="20219"/>
                    </a:cubicBezTo>
                    <a:cubicBezTo>
                      <a:pt x="73864" y="20704"/>
                      <a:pt x="73399" y="21178"/>
                      <a:pt x="72786" y="21640"/>
                    </a:cubicBezTo>
                    <a:cubicBezTo>
                      <a:pt x="72172" y="22103"/>
                      <a:pt x="71402" y="22493"/>
                      <a:pt x="70471" y="22809"/>
                    </a:cubicBezTo>
                    <a:cubicBezTo>
                      <a:pt x="69562" y="23105"/>
                      <a:pt x="68516" y="23252"/>
                      <a:pt x="67331" y="23252"/>
                    </a:cubicBezTo>
                    <a:close/>
                    <a:moveTo>
                      <a:pt x="63843" y="13300"/>
                    </a:moveTo>
                    <a:lnTo>
                      <a:pt x="70851" y="13300"/>
                    </a:lnTo>
                    <a:lnTo>
                      <a:pt x="70851" y="13205"/>
                    </a:lnTo>
                    <a:cubicBezTo>
                      <a:pt x="70851" y="12384"/>
                      <a:pt x="70713" y="11669"/>
                      <a:pt x="70439" y="11057"/>
                    </a:cubicBezTo>
                    <a:cubicBezTo>
                      <a:pt x="70165" y="10446"/>
                      <a:pt x="69762" y="9963"/>
                      <a:pt x="69234" y="9604"/>
                    </a:cubicBezTo>
                    <a:cubicBezTo>
                      <a:pt x="68706" y="9245"/>
                      <a:pt x="68072" y="9067"/>
                      <a:pt x="67331" y="9067"/>
                    </a:cubicBezTo>
                    <a:cubicBezTo>
                      <a:pt x="66590" y="9067"/>
                      <a:pt x="65956" y="9245"/>
                      <a:pt x="65428" y="9604"/>
                    </a:cubicBezTo>
                    <a:cubicBezTo>
                      <a:pt x="64900" y="9963"/>
                      <a:pt x="64497" y="10446"/>
                      <a:pt x="64223" y="11057"/>
                    </a:cubicBezTo>
                    <a:cubicBezTo>
                      <a:pt x="63969" y="11669"/>
                      <a:pt x="63843" y="12384"/>
                      <a:pt x="63843" y="13205"/>
                    </a:cubicBezTo>
                    <a:lnTo>
                      <a:pt x="63843" y="13300"/>
                    </a:lnTo>
                    <a:close/>
                    <a:moveTo>
                      <a:pt x="87473" y="23252"/>
                    </a:moveTo>
                    <a:cubicBezTo>
                      <a:pt x="85507" y="23252"/>
                      <a:pt x="83838" y="22915"/>
                      <a:pt x="82463" y="22241"/>
                    </a:cubicBezTo>
                    <a:cubicBezTo>
                      <a:pt x="81110" y="21545"/>
                      <a:pt x="80073" y="20566"/>
                      <a:pt x="79355" y="19303"/>
                    </a:cubicBezTo>
                    <a:cubicBezTo>
                      <a:pt x="78637" y="18019"/>
                      <a:pt x="78233" y="16480"/>
                      <a:pt x="78150" y="14690"/>
                    </a:cubicBezTo>
                    <a:cubicBezTo>
                      <a:pt x="78129" y="13826"/>
                      <a:pt x="78118" y="12901"/>
                      <a:pt x="78118" y="11910"/>
                    </a:cubicBezTo>
                    <a:cubicBezTo>
                      <a:pt x="78118" y="10919"/>
                      <a:pt x="78129" y="9972"/>
                      <a:pt x="78150" y="9067"/>
                    </a:cubicBezTo>
                    <a:cubicBezTo>
                      <a:pt x="78233" y="7298"/>
                      <a:pt x="78637" y="5770"/>
                      <a:pt x="79355" y="4486"/>
                    </a:cubicBezTo>
                    <a:cubicBezTo>
                      <a:pt x="80095" y="3202"/>
                      <a:pt x="81142" y="2223"/>
                      <a:pt x="82494" y="1548"/>
                    </a:cubicBezTo>
                    <a:cubicBezTo>
                      <a:pt x="83869" y="853"/>
                      <a:pt x="85527" y="505"/>
                      <a:pt x="87473" y="505"/>
                    </a:cubicBezTo>
                    <a:cubicBezTo>
                      <a:pt x="88912" y="505"/>
                      <a:pt x="90200" y="695"/>
                      <a:pt x="91342" y="1074"/>
                    </a:cubicBezTo>
                    <a:cubicBezTo>
                      <a:pt x="92484" y="1453"/>
                      <a:pt x="93456" y="1979"/>
                      <a:pt x="94260" y="2654"/>
                    </a:cubicBezTo>
                    <a:cubicBezTo>
                      <a:pt x="95064" y="3306"/>
                      <a:pt x="95687" y="4075"/>
                      <a:pt x="96131" y="4960"/>
                    </a:cubicBezTo>
                    <a:cubicBezTo>
                      <a:pt x="96575" y="5845"/>
                      <a:pt x="96808" y="6804"/>
                      <a:pt x="96829" y="7835"/>
                    </a:cubicBezTo>
                    <a:cubicBezTo>
                      <a:pt x="96849" y="8024"/>
                      <a:pt x="96785" y="8182"/>
                      <a:pt x="96638" y="8309"/>
                    </a:cubicBezTo>
                    <a:cubicBezTo>
                      <a:pt x="96511" y="8435"/>
                      <a:pt x="96353" y="8498"/>
                      <a:pt x="96163" y="8498"/>
                    </a:cubicBezTo>
                    <a:lnTo>
                      <a:pt x="93150" y="8498"/>
                    </a:lnTo>
                    <a:cubicBezTo>
                      <a:pt x="92916" y="8498"/>
                      <a:pt x="92726" y="8446"/>
                      <a:pt x="92579" y="8340"/>
                    </a:cubicBezTo>
                    <a:cubicBezTo>
                      <a:pt x="92432" y="8214"/>
                      <a:pt x="92325" y="8013"/>
                      <a:pt x="92262" y="7740"/>
                    </a:cubicBezTo>
                    <a:cubicBezTo>
                      <a:pt x="91924" y="6350"/>
                      <a:pt x="91342" y="5402"/>
                      <a:pt x="90518" y="4897"/>
                    </a:cubicBezTo>
                    <a:cubicBezTo>
                      <a:pt x="89693" y="4391"/>
                      <a:pt x="88667" y="4138"/>
                      <a:pt x="87441" y="4138"/>
                    </a:cubicBezTo>
                    <a:cubicBezTo>
                      <a:pt x="86026" y="4138"/>
                      <a:pt x="84893" y="4538"/>
                      <a:pt x="84048" y="5339"/>
                    </a:cubicBezTo>
                    <a:cubicBezTo>
                      <a:pt x="83203" y="6118"/>
                      <a:pt x="82748" y="7413"/>
                      <a:pt x="82685" y="9225"/>
                    </a:cubicBezTo>
                    <a:cubicBezTo>
                      <a:pt x="82621" y="10951"/>
                      <a:pt x="82621" y="12720"/>
                      <a:pt x="82685" y="14532"/>
                    </a:cubicBezTo>
                    <a:cubicBezTo>
                      <a:pt x="82748" y="16344"/>
                      <a:pt x="83203" y="17648"/>
                      <a:pt x="84048" y="18450"/>
                    </a:cubicBezTo>
                    <a:cubicBezTo>
                      <a:pt x="84893" y="19228"/>
                      <a:pt x="86026" y="19619"/>
                      <a:pt x="87441" y="19619"/>
                    </a:cubicBezTo>
                    <a:cubicBezTo>
                      <a:pt x="88667" y="19619"/>
                      <a:pt x="89693" y="19366"/>
                      <a:pt x="90518" y="18860"/>
                    </a:cubicBezTo>
                    <a:cubicBezTo>
                      <a:pt x="91342" y="18334"/>
                      <a:pt x="91924" y="17387"/>
                      <a:pt x="92262" y="16017"/>
                    </a:cubicBezTo>
                    <a:cubicBezTo>
                      <a:pt x="92325" y="15721"/>
                      <a:pt x="92432" y="15523"/>
                      <a:pt x="92579" y="15417"/>
                    </a:cubicBezTo>
                    <a:cubicBezTo>
                      <a:pt x="92726" y="15311"/>
                      <a:pt x="92916" y="15259"/>
                      <a:pt x="93150" y="15259"/>
                    </a:cubicBezTo>
                    <a:lnTo>
                      <a:pt x="96163" y="15259"/>
                    </a:lnTo>
                    <a:cubicBezTo>
                      <a:pt x="96353" y="15259"/>
                      <a:pt x="96511" y="15322"/>
                      <a:pt x="96638" y="15448"/>
                    </a:cubicBezTo>
                    <a:cubicBezTo>
                      <a:pt x="96785" y="15575"/>
                      <a:pt x="96849" y="15733"/>
                      <a:pt x="96829" y="15922"/>
                    </a:cubicBezTo>
                    <a:cubicBezTo>
                      <a:pt x="96808" y="16953"/>
                      <a:pt x="96575" y="17912"/>
                      <a:pt x="96131" y="18797"/>
                    </a:cubicBezTo>
                    <a:cubicBezTo>
                      <a:pt x="95687" y="19682"/>
                      <a:pt x="95064" y="20460"/>
                      <a:pt x="94260" y="21135"/>
                    </a:cubicBezTo>
                    <a:cubicBezTo>
                      <a:pt x="93456" y="21787"/>
                      <a:pt x="92484" y="22304"/>
                      <a:pt x="91342" y="22683"/>
                    </a:cubicBezTo>
                    <a:cubicBezTo>
                      <a:pt x="90200" y="23062"/>
                      <a:pt x="88912" y="23252"/>
                      <a:pt x="87473" y="23252"/>
                    </a:cubicBezTo>
                    <a:close/>
                    <a:moveTo>
                      <a:pt x="104997" y="23252"/>
                    </a:moveTo>
                    <a:cubicBezTo>
                      <a:pt x="103898" y="23252"/>
                      <a:pt x="102904" y="23042"/>
                      <a:pt x="102016" y="22620"/>
                    </a:cubicBezTo>
                    <a:cubicBezTo>
                      <a:pt x="101128" y="22177"/>
                      <a:pt x="100421" y="21597"/>
                      <a:pt x="99891" y="20882"/>
                    </a:cubicBezTo>
                    <a:cubicBezTo>
                      <a:pt x="99384" y="20144"/>
                      <a:pt x="99130" y="19323"/>
                      <a:pt x="99130" y="18418"/>
                    </a:cubicBezTo>
                    <a:cubicBezTo>
                      <a:pt x="99130" y="16944"/>
                      <a:pt x="99723" y="15776"/>
                      <a:pt x="100906" y="14911"/>
                    </a:cubicBezTo>
                    <a:cubicBezTo>
                      <a:pt x="102111" y="14027"/>
                      <a:pt x="103697" y="13438"/>
                      <a:pt x="105663" y="13142"/>
                    </a:cubicBezTo>
                    <a:lnTo>
                      <a:pt x="110008" y="12510"/>
                    </a:lnTo>
                    <a:lnTo>
                      <a:pt x="110008" y="11847"/>
                    </a:lnTo>
                    <a:cubicBezTo>
                      <a:pt x="110008" y="10962"/>
                      <a:pt x="109786" y="10279"/>
                      <a:pt x="109342" y="9793"/>
                    </a:cubicBezTo>
                    <a:cubicBezTo>
                      <a:pt x="108898" y="9308"/>
                      <a:pt x="108136" y="9067"/>
                      <a:pt x="107058" y="9067"/>
                    </a:cubicBezTo>
                    <a:cubicBezTo>
                      <a:pt x="106297" y="9067"/>
                      <a:pt x="105674" y="9225"/>
                      <a:pt x="105187" y="9541"/>
                    </a:cubicBezTo>
                    <a:cubicBezTo>
                      <a:pt x="104723" y="9836"/>
                      <a:pt x="104374" y="10236"/>
                      <a:pt x="104141" y="10741"/>
                    </a:cubicBezTo>
                    <a:cubicBezTo>
                      <a:pt x="103973" y="11014"/>
                      <a:pt x="103728" y="11152"/>
                      <a:pt x="103411" y="11152"/>
                    </a:cubicBezTo>
                    <a:lnTo>
                      <a:pt x="100906" y="11152"/>
                    </a:lnTo>
                    <a:cubicBezTo>
                      <a:pt x="100675" y="11152"/>
                      <a:pt x="100494" y="11089"/>
                      <a:pt x="100367" y="10962"/>
                    </a:cubicBezTo>
                    <a:cubicBezTo>
                      <a:pt x="100263" y="10836"/>
                      <a:pt x="100208" y="10667"/>
                      <a:pt x="100208" y="10457"/>
                    </a:cubicBezTo>
                    <a:cubicBezTo>
                      <a:pt x="100231" y="10121"/>
                      <a:pt x="100367" y="9710"/>
                      <a:pt x="100620" y="9225"/>
                    </a:cubicBezTo>
                    <a:cubicBezTo>
                      <a:pt x="100874" y="8740"/>
                      <a:pt x="101277" y="8277"/>
                      <a:pt x="101826" y="7835"/>
                    </a:cubicBezTo>
                    <a:cubicBezTo>
                      <a:pt x="102376" y="7372"/>
                      <a:pt x="103085" y="6982"/>
                      <a:pt x="103950" y="6666"/>
                    </a:cubicBezTo>
                    <a:cubicBezTo>
                      <a:pt x="104818" y="6350"/>
                      <a:pt x="105864" y="6192"/>
                      <a:pt x="107090" y="6192"/>
                    </a:cubicBezTo>
                    <a:cubicBezTo>
                      <a:pt x="108422" y="6192"/>
                      <a:pt x="109543" y="6361"/>
                      <a:pt x="110451" y="6697"/>
                    </a:cubicBezTo>
                    <a:cubicBezTo>
                      <a:pt x="111382" y="7013"/>
                      <a:pt x="112123" y="7444"/>
                      <a:pt x="112671" y="7993"/>
                    </a:cubicBezTo>
                    <a:cubicBezTo>
                      <a:pt x="113222" y="8541"/>
                      <a:pt x="113623" y="9182"/>
                      <a:pt x="113876" y="9920"/>
                    </a:cubicBezTo>
                    <a:cubicBezTo>
                      <a:pt x="114130" y="10658"/>
                      <a:pt x="114257" y="11436"/>
                      <a:pt x="114257" y="12258"/>
                    </a:cubicBezTo>
                    <a:lnTo>
                      <a:pt x="114257" y="22177"/>
                    </a:lnTo>
                    <a:cubicBezTo>
                      <a:pt x="114257" y="22387"/>
                      <a:pt x="114185" y="22568"/>
                      <a:pt x="114035" y="22714"/>
                    </a:cubicBezTo>
                    <a:cubicBezTo>
                      <a:pt x="113888" y="22861"/>
                      <a:pt x="113709" y="22936"/>
                      <a:pt x="113496" y="22936"/>
                    </a:cubicBezTo>
                    <a:lnTo>
                      <a:pt x="110927" y="22936"/>
                    </a:lnTo>
                    <a:cubicBezTo>
                      <a:pt x="110696" y="22936"/>
                      <a:pt x="110506" y="22861"/>
                      <a:pt x="110356" y="22714"/>
                    </a:cubicBezTo>
                    <a:cubicBezTo>
                      <a:pt x="110229" y="22568"/>
                      <a:pt x="110166" y="22387"/>
                      <a:pt x="110166" y="22177"/>
                    </a:cubicBezTo>
                    <a:lnTo>
                      <a:pt x="110166" y="20945"/>
                    </a:lnTo>
                    <a:cubicBezTo>
                      <a:pt x="109892" y="21345"/>
                      <a:pt x="109523" y="21724"/>
                      <a:pt x="109056" y="22083"/>
                    </a:cubicBezTo>
                    <a:cubicBezTo>
                      <a:pt x="108592" y="22419"/>
                      <a:pt x="108021" y="22703"/>
                      <a:pt x="107344" y="22936"/>
                    </a:cubicBezTo>
                    <a:cubicBezTo>
                      <a:pt x="106689" y="23145"/>
                      <a:pt x="105907" y="23252"/>
                      <a:pt x="104997" y="23252"/>
                    </a:cubicBezTo>
                    <a:close/>
                    <a:moveTo>
                      <a:pt x="106075" y="20250"/>
                    </a:moveTo>
                    <a:cubicBezTo>
                      <a:pt x="106816" y="20250"/>
                      <a:pt x="107482" y="20092"/>
                      <a:pt x="108073" y="19776"/>
                    </a:cubicBezTo>
                    <a:cubicBezTo>
                      <a:pt x="108687" y="19461"/>
                      <a:pt x="109163" y="18975"/>
                      <a:pt x="109500" y="18323"/>
                    </a:cubicBezTo>
                    <a:cubicBezTo>
                      <a:pt x="109860" y="17648"/>
                      <a:pt x="110039" y="16807"/>
                      <a:pt x="110039" y="15796"/>
                    </a:cubicBezTo>
                    <a:lnTo>
                      <a:pt x="110039" y="15132"/>
                    </a:lnTo>
                    <a:lnTo>
                      <a:pt x="106868" y="15638"/>
                    </a:lnTo>
                    <a:cubicBezTo>
                      <a:pt x="105622" y="15827"/>
                      <a:pt x="104691" y="16132"/>
                      <a:pt x="104077" y="16554"/>
                    </a:cubicBezTo>
                    <a:cubicBezTo>
                      <a:pt x="103466" y="16976"/>
                      <a:pt x="103157" y="17490"/>
                      <a:pt x="103157" y="18102"/>
                    </a:cubicBezTo>
                    <a:cubicBezTo>
                      <a:pt x="103157" y="18565"/>
                      <a:pt x="103296" y="18966"/>
                      <a:pt x="103570" y="19303"/>
                    </a:cubicBezTo>
                    <a:cubicBezTo>
                      <a:pt x="103867" y="19619"/>
                      <a:pt x="104236" y="19860"/>
                      <a:pt x="104680" y="20029"/>
                    </a:cubicBezTo>
                    <a:cubicBezTo>
                      <a:pt x="105124" y="20176"/>
                      <a:pt x="105590" y="20250"/>
                      <a:pt x="106075" y="20250"/>
                    </a:cubicBezTo>
                    <a:close/>
                    <a:moveTo>
                      <a:pt x="119118" y="22936"/>
                    </a:moveTo>
                    <a:cubicBezTo>
                      <a:pt x="118907" y="22936"/>
                      <a:pt x="118729" y="22861"/>
                      <a:pt x="118579" y="22714"/>
                    </a:cubicBezTo>
                    <a:cubicBezTo>
                      <a:pt x="118432" y="22568"/>
                      <a:pt x="118357" y="22387"/>
                      <a:pt x="118357" y="22177"/>
                    </a:cubicBezTo>
                    <a:lnTo>
                      <a:pt x="118357" y="1264"/>
                    </a:lnTo>
                    <a:cubicBezTo>
                      <a:pt x="118357" y="1054"/>
                      <a:pt x="118432" y="873"/>
                      <a:pt x="118579" y="727"/>
                    </a:cubicBezTo>
                    <a:cubicBezTo>
                      <a:pt x="118729" y="580"/>
                      <a:pt x="118907" y="505"/>
                      <a:pt x="119118" y="505"/>
                    </a:cubicBezTo>
                    <a:lnTo>
                      <a:pt x="121750" y="505"/>
                    </a:lnTo>
                    <a:cubicBezTo>
                      <a:pt x="121963" y="505"/>
                      <a:pt x="122142" y="580"/>
                      <a:pt x="122289" y="727"/>
                    </a:cubicBezTo>
                    <a:cubicBezTo>
                      <a:pt x="122439" y="873"/>
                      <a:pt x="122511" y="1054"/>
                      <a:pt x="122511" y="1264"/>
                    </a:cubicBezTo>
                    <a:lnTo>
                      <a:pt x="122511" y="22177"/>
                    </a:lnTo>
                    <a:cubicBezTo>
                      <a:pt x="122511" y="22387"/>
                      <a:pt x="122439" y="22568"/>
                      <a:pt x="122289" y="22714"/>
                    </a:cubicBezTo>
                    <a:cubicBezTo>
                      <a:pt x="122142" y="22861"/>
                      <a:pt x="121963" y="22936"/>
                      <a:pt x="121750" y="22936"/>
                    </a:cubicBezTo>
                    <a:lnTo>
                      <a:pt x="119118" y="22936"/>
                    </a:lnTo>
                    <a:close/>
                    <a:moveTo>
                      <a:pt x="133853" y="23252"/>
                    </a:moveTo>
                    <a:cubicBezTo>
                      <a:pt x="132331" y="23252"/>
                      <a:pt x="130990" y="22967"/>
                      <a:pt x="129826" y="22399"/>
                    </a:cubicBezTo>
                    <a:cubicBezTo>
                      <a:pt x="128684" y="21830"/>
                      <a:pt x="127787" y="21008"/>
                      <a:pt x="127130" y="19934"/>
                    </a:cubicBezTo>
                    <a:cubicBezTo>
                      <a:pt x="126496" y="18840"/>
                      <a:pt x="126147" y="17522"/>
                      <a:pt x="126084" y="15985"/>
                    </a:cubicBezTo>
                    <a:cubicBezTo>
                      <a:pt x="126063" y="15670"/>
                      <a:pt x="126052" y="15259"/>
                      <a:pt x="126052" y="14753"/>
                    </a:cubicBezTo>
                    <a:cubicBezTo>
                      <a:pt x="126052" y="14228"/>
                      <a:pt x="126063" y="13794"/>
                      <a:pt x="126084" y="13458"/>
                    </a:cubicBezTo>
                    <a:cubicBezTo>
                      <a:pt x="126147" y="11921"/>
                      <a:pt x="126496" y="10615"/>
                      <a:pt x="127130" y="9541"/>
                    </a:cubicBezTo>
                    <a:cubicBezTo>
                      <a:pt x="127787" y="8446"/>
                      <a:pt x="128684" y="7614"/>
                      <a:pt x="129826" y="7045"/>
                    </a:cubicBezTo>
                    <a:cubicBezTo>
                      <a:pt x="130990" y="6476"/>
                      <a:pt x="132331" y="6192"/>
                      <a:pt x="133853" y="6192"/>
                    </a:cubicBezTo>
                    <a:cubicBezTo>
                      <a:pt x="135208" y="6192"/>
                      <a:pt x="136359" y="6382"/>
                      <a:pt x="137310" y="6761"/>
                    </a:cubicBezTo>
                    <a:cubicBezTo>
                      <a:pt x="138261" y="7140"/>
                      <a:pt x="139045" y="7614"/>
                      <a:pt x="139657" y="8182"/>
                    </a:cubicBezTo>
                    <a:cubicBezTo>
                      <a:pt x="140271" y="8751"/>
                      <a:pt x="140726" y="9351"/>
                      <a:pt x="141020" y="9983"/>
                    </a:cubicBezTo>
                    <a:cubicBezTo>
                      <a:pt x="141338" y="10595"/>
                      <a:pt x="141507" y="11152"/>
                      <a:pt x="141528" y="11657"/>
                    </a:cubicBezTo>
                    <a:cubicBezTo>
                      <a:pt x="141550" y="11890"/>
                      <a:pt x="141476" y="12079"/>
                      <a:pt x="141306" y="12226"/>
                    </a:cubicBezTo>
                    <a:cubicBezTo>
                      <a:pt x="141159" y="12352"/>
                      <a:pt x="140980" y="12416"/>
                      <a:pt x="140767" y="12416"/>
                    </a:cubicBezTo>
                    <a:lnTo>
                      <a:pt x="137976" y="12416"/>
                    </a:lnTo>
                    <a:cubicBezTo>
                      <a:pt x="137765" y="12416"/>
                      <a:pt x="137595" y="12364"/>
                      <a:pt x="137469" y="12258"/>
                    </a:cubicBezTo>
                    <a:cubicBezTo>
                      <a:pt x="137364" y="12152"/>
                      <a:pt x="137258" y="11994"/>
                      <a:pt x="137151" y="11784"/>
                    </a:cubicBezTo>
                    <a:cubicBezTo>
                      <a:pt x="136834" y="10942"/>
                      <a:pt x="136413" y="10351"/>
                      <a:pt x="135883" y="10015"/>
                    </a:cubicBezTo>
                    <a:cubicBezTo>
                      <a:pt x="135376" y="9656"/>
                      <a:pt x="134721" y="9478"/>
                      <a:pt x="133917" y="9478"/>
                    </a:cubicBezTo>
                    <a:cubicBezTo>
                      <a:pt x="132861" y="9478"/>
                      <a:pt x="132014" y="9814"/>
                      <a:pt x="131380" y="10488"/>
                    </a:cubicBezTo>
                    <a:cubicBezTo>
                      <a:pt x="130768" y="11141"/>
                      <a:pt x="130440" y="12183"/>
                      <a:pt x="130397" y="13616"/>
                    </a:cubicBezTo>
                    <a:cubicBezTo>
                      <a:pt x="130356" y="14417"/>
                      <a:pt x="130356" y="15153"/>
                      <a:pt x="130397" y="15827"/>
                    </a:cubicBezTo>
                    <a:cubicBezTo>
                      <a:pt x="130440" y="17281"/>
                      <a:pt x="130768" y="18334"/>
                      <a:pt x="131380" y="18987"/>
                    </a:cubicBezTo>
                    <a:cubicBezTo>
                      <a:pt x="132014" y="19639"/>
                      <a:pt x="132861" y="19966"/>
                      <a:pt x="133917" y="19966"/>
                    </a:cubicBezTo>
                    <a:cubicBezTo>
                      <a:pt x="134741" y="19966"/>
                      <a:pt x="135407" y="19797"/>
                      <a:pt x="135915" y="19461"/>
                    </a:cubicBezTo>
                    <a:cubicBezTo>
                      <a:pt x="136422" y="19102"/>
                      <a:pt x="136834" y="18501"/>
                      <a:pt x="137151" y="17660"/>
                    </a:cubicBezTo>
                    <a:cubicBezTo>
                      <a:pt x="137258" y="17450"/>
                      <a:pt x="137364" y="17292"/>
                      <a:pt x="137469" y="17186"/>
                    </a:cubicBezTo>
                    <a:cubicBezTo>
                      <a:pt x="137595" y="17080"/>
                      <a:pt x="137765" y="17028"/>
                      <a:pt x="137976" y="17028"/>
                    </a:cubicBezTo>
                    <a:lnTo>
                      <a:pt x="140767" y="17028"/>
                    </a:lnTo>
                    <a:cubicBezTo>
                      <a:pt x="140980" y="17028"/>
                      <a:pt x="141159" y="17102"/>
                      <a:pt x="141306" y="17249"/>
                    </a:cubicBezTo>
                    <a:cubicBezTo>
                      <a:pt x="141476" y="17375"/>
                      <a:pt x="141550" y="17554"/>
                      <a:pt x="141528" y="17786"/>
                    </a:cubicBezTo>
                    <a:cubicBezTo>
                      <a:pt x="141507" y="18165"/>
                      <a:pt x="141401" y="18596"/>
                      <a:pt x="141211" y="19081"/>
                    </a:cubicBezTo>
                    <a:cubicBezTo>
                      <a:pt x="141043" y="19544"/>
                      <a:pt x="140758" y="20029"/>
                      <a:pt x="140354" y="20535"/>
                    </a:cubicBezTo>
                    <a:cubicBezTo>
                      <a:pt x="139974" y="21020"/>
                      <a:pt x="139489" y="21471"/>
                      <a:pt x="138896" y="21893"/>
                    </a:cubicBezTo>
                    <a:cubicBezTo>
                      <a:pt x="138304" y="22293"/>
                      <a:pt x="137586" y="22620"/>
                      <a:pt x="136739" y="22872"/>
                    </a:cubicBezTo>
                    <a:cubicBezTo>
                      <a:pt x="135915" y="23125"/>
                      <a:pt x="134954" y="23252"/>
                      <a:pt x="133853" y="23252"/>
                    </a:cubicBezTo>
                    <a:close/>
                    <a:moveTo>
                      <a:pt x="150956" y="23252"/>
                    </a:moveTo>
                    <a:cubicBezTo>
                      <a:pt x="149667" y="23252"/>
                      <a:pt x="148545" y="22967"/>
                      <a:pt x="147594" y="22399"/>
                    </a:cubicBezTo>
                    <a:cubicBezTo>
                      <a:pt x="146665" y="21810"/>
                      <a:pt x="145945" y="20988"/>
                      <a:pt x="145438" y="19934"/>
                    </a:cubicBezTo>
                    <a:cubicBezTo>
                      <a:pt x="144930" y="18860"/>
                      <a:pt x="144676" y="17597"/>
                      <a:pt x="144676" y="16143"/>
                    </a:cubicBezTo>
                    <a:lnTo>
                      <a:pt x="144676" y="7266"/>
                    </a:lnTo>
                    <a:cubicBezTo>
                      <a:pt x="144676" y="7056"/>
                      <a:pt x="144751" y="6876"/>
                      <a:pt x="144898" y="6729"/>
                    </a:cubicBezTo>
                    <a:cubicBezTo>
                      <a:pt x="145048" y="6582"/>
                      <a:pt x="145227" y="6508"/>
                      <a:pt x="145438" y="6508"/>
                    </a:cubicBezTo>
                    <a:lnTo>
                      <a:pt x="148228" y="6508"/>
                    </a:lnTo>
                    <a:cubicBezTo>
                      <a:pt x="148462" y="6508"/>
                      <a:pt x="148641" y="6582"/>
                      <a:pt x="148767" y="6729"/>
                    </a:cubicBezTo>
                    <a:cubicBezTo>
                      <a:pt x="148917" y="6876"/>
                      <a:pt x="148989" y="7056"/>
                      <a:pt x="148989" y="7266"/>
                    </a:cubicBezTo>
                    <a:lnTo>
                      <a:pt x="148989" y="15954"/>
                    </a:lnTo>
                    <a:cubicBezTo>
                      <a:pt x="148989" y="18565"/>
                      <a:pt x="150142" y="19871"/>
                      <a:pt x="152446" y="19871"/>
                    </a:cubicBezTo>
                    <a:cubicBezTo>
                      <a:pt x="153547" y="19871"/>
                      <a:pt x="154412" y="19524"/>
                      <a:pt x="155047" y="18829"/>
                    </a:cubicBezTo>
                    <a:cubicBezTo>
                      <a:pt x="155704" y="18134"/>
                      <a:pt x="156030" y="17175"/>
                      <a:pt x="156030" y="15954"/>
                    </a:cubicBezTo>
                    <a:lnTo>
                      <a:pt x="156030" y="7266"/>
                    </a:lnTo>
                    <a:cubicBezTo>
                      <a:pt x="156030" y="7056"/>
                      <a:pt x="156104" y="6876"/>
                      <a:pt x="156252" y="6729"/>
                    </a:cubicBezTo>
                    <a:cubicBezTo>
                      <a:pt x="156401" y="6582"/>
                      <a:pt x="156580" y="6508"/>
                      <a:pt x="156791" y="6508"/>
                    </a:cubicBezTo>
                    <a:lnTo>
                      <a:pt x="159582" y="6508"/>
                    </a:lnTo>
                    <a:cubicBezTo>
                      <a:pt x="159794" y="6508"/>
                      <a:pt x="159973" y="6582"/>
                      <a:pt x="160121" y="6729"/>
                    </a:cubicBezTo>
                    <a:cubicBezTo>
                      <a:pt x="160270" y="6876"/>
                      <a:pt x="160343" y="7056"/>
                      <a:pt x="160343" y="7266"/>
                    </a:cubicBezTo>
                    <a:lnTo>
                      <a:pt x="160343" y="22177"/>
                    </a:lnTo>
                    <a:cubicBezTo>
                      <a:pt x="160343" y="22387"/>
                      <a:pt x="160270" y="22568"/>
                      <a:pt x="160121" y="22714"/>
                    </a:cubicBezTo>
                    <a:cubicBezTo>
                      <a:pt x="159973" y="22861"/>
                      <a:pt x="159794" y="22936"/>
                      <a:pt x="159582" y="22936"/>
                    </a:cubicBezTo>
                    <a:lnTo>
                      <a:pt x="157013" y="22936"/>
                    </a:lnTo>
                    <a:cubicBezTo>
                      <a:pt x="156782" y="22936"/>
                      <a:pt x="156591" y="22861"/>
                      <a:pt x="156442" y="22714"/>
                    </a:cubicBezTo>
                    <a:cubicBezTo>
                      <a:pt x="156315" y="22568"/>
                      <a:pt x="156252" y="22387"/>
                      <a:pt x="156252" y="22177"/>
                    </a:cubicBezTo>
                    <a:lnTo>
                      <a:pt x="156252" y="20882"/>
                    </a:lnTo>
                    <a:cubicBezTo>
                      <a:pt x="155681" y="21620"/>
                      <a:pt x="154974" y="22198"/>
                      <a:pt x="154127" y="22620"/>
                    </a:cubicBezTo>
                    <a:cubicBezTo>
                      <a:pt x="153282" y="23042"/>
                      <a:pt x="152224" y="23252"/>
                      <a:pt x="150956" y="23252"/>
                    </a:cubicBezTo>
                    <a:close/>
                    <a:moveTo>
                      <a:pt x="165326" y="22936"/>
                    </a:moveTo>
                    <a:cubicBezTo>
                      <a:pt x="165113" y="22936"/>
                      <a:pt x="164934" y="22861"/>
                      <a:pt x="164787" y="22714"/>
                    </a:cubicBezTo>
                    <a:cubicBezTo>
                      <a:pt x="164638" y="22568"/>
                      <a:pt x="164565" y="22387"/>
                      <a:pt x="164565" y="22177"/>
                    </a:cubicBezTo>
                    <a:lnTo>
                      <a:pt x="164565" y="1264"/>
                    </a:lnTo>
                    <a:cubicBezTo>
                      <a:pt x="164565" y="1054"/>
                      <a:pt x="164638" y="873"/>
                      <a:pt x="164787" y="727"/>
                    </a:cubicBezTo>
                    <a:cubicBezTo>
                      <a:pt x="164934" y="580"/>
                      <a:pt x="165113" y="505"/>
                      <a:pt x="165326" y="505"/>
                    </a:cubicBezTo>
                    <a:lnTo>
                      <a:pt x="167958" y="505"/>
                    </a:lnTo>
                    <a:cubicBezTo>
                      <a:pt x="168169" y="505"/>
                      <a:pt x="168348" y="580"/>
                      <a:pt x="168497" y="727"/>
                    </a:cubicBezTo>
                    <a:cubicBezTo>
                      <a:pt x="168645" y="873"/>
                      <a:pt x="168719" y="1054"/>
                      <a:pt x="168719" y="1264"/>
                    </a:cubicBezTo>
                    <a:lnTo>
                      <a:pt x="168719" y="22177"/>
                    </a:lnTo>
                    <a:cubicBezTo>
                      <a:pt x="168719" y="22387"/>
                      <a:pt x="168645" y="22568"/>
                      <a:pt x="168497" y="22714"/>
                    </a:cubicBezTo>
                    <a:cubicBezTo>
                      <a:pt x="168348" y="22861"/>
                      <a:pt x="168169" y="22936"/>
                      <a:pt x="167958" y="22936"/>
                    </a:cubicBezTo>
                    <a:lnTo>
                      <a:pt x="165326" y="22936"/>
                    </a:lnTo>
                    <a:close/>
                    <a:moveTo>
                      <a:pt x="177715" y="23252"/>
                    </a:moveTo>
                    <a:cubicBezTo>
                      <a:pt x="176614" y="23252"/>
                      <a:pt x="175621" y="23042"/>
                      <a:pt x="174734" y="22620"/>
                    </a:cubicBezTo>
                    <a:cubicBezTo>
                      <a:pt x="173846" y="22177"/>
                      <a:pt x="173137" y="21597"/>
                      <a:pt x="172609" y="20882"/>
                    </a:cubicBezTo>
                    <a:cubicBezTo>
                      <a:pt x="172101" y="20144"/>
                      <a:pt x="171848" y="19323"/>
                      <a:pt x="171848" y="18418"/>
                    </a:cubicBezTo>
                    <a:cubicBezTo>
                      <a:pt x="171848" y="16944"/>
                      <a:pt x="172439" y="15776"/>
                      <a:pt x="173624" y="14911"/>
                    </a:cubicBezTo>
                    <a:cubicBezTo>
                      <a:pt x="174829" y="14027"/>
                      <a:pt x="176414" y="13438"/>
                      <a:pt x="178380" y="13142"/>
                    </a:cubicBezTo>
                    <a:lnTo>
                      <a:pt x="182725" y="12510"/>
                    </a:lnTo>
                    <a:lnTo>
                      <a:pt x="182725" y="11847"/>
                    </a:lnTo>
                    <a:cubicBezTo>
                      <a:pt x="182725" y="10962"/>
                      <a:pt x="182503" y="10279"/>
                      <a:pt x="182059" y="9793"/>
                    </a:cubicBezTo>
                    <a:cubicBezTo>
                      <a:pt x="181615" y="9308"/>
                      <a:pt x="180854" y="9067"/>
                      <a:pt x="179776" y="9067"/>
                    </a:cubicBezTo>
                    <a:cubicBezTo>
                      <a:pt x="179015" y="9067"/>
                      <a:pt x="178390" y="9225"/>
                      <a:pt x="177905" y="9541"/>
                    </a:cubicBezTo>
                    <a:cubicBezTo>
                      <a:pt x="177438" y="9836"/>
                      <a:pt x="177089" y="10236"/>
                      <a:pt x="176858" y="10741"/>
                    </a:cubicBezTo>
                    <a:cubicBezTo>
                      <a:pt x="176688" y="11014"/>
                      <a:pt x="176446" y="11152"/>
                      <a:pt x="176129" y="11152"/>
                    </a:cubicBezTo>
                    <a:lnTo>
                      <a:pt x="173624" y="11152"/>
                    </a:lnTo>
                    <a:cubicBezTo>
                      <a:pt x="173390" y="11152"/>
                      <a:pt x="173211" y="11089"/>
                      <a:pt x="173084" y="10962"/>
                    </a:cubicBezTo>
                    <a:cubicBezTo>
                      <a:pt x="172978" y="10836"/>
                      <a:pt x="172926" y="10667"/>
                      <a:pt x="172926" y="10457"/>
                    </a:cubicBezTo>
                    <a:cubicBezTo>
                      <a:pt x="172946" y="10121"/>
                      <a:pt x="173084" y="9710"/>
                      <a:pt x="173338" y="9225"/>
                    </a:cubicBezTo>
                    <a:cubicBezTo>
                      <a:pt x="173592" y="8740"/>
                      <a:pt x="173993" y="8277"/>
                      <a:pt x="174543" y="7835"/>
                    </a:cubicBezTo>
                    <a:cubicBezTo>
                      <a:pt x="175091" y="7372"/>
                      <a:pt x="175800" y="6982"/>
                      <a:pt x="176668" y="6666"/>
                    </a:cubicBezTo>
                    <a:cubicBezTo>
                      <a:pt x="177533" y="6350"/>
                      <a:pt x="178580" y="6192"/>
                      <a:pt x="179808" y="6192"/>
                    </a:cubicBezTo>
                    <a:cubicBezTo>
                      <a:pt x="181140" y="6192"/>
                      <a:pt x="182259" y="6361"/>
                      <a:pt x="183169" y="6697"/>
                    </a:cubicBezTo>
                    <a:cubicBezTo>
                      <a:pt x="184098" y="7013"/>
                      <a:pt x="184839" y="7444"/>
                      <a:pt x="185389" y="7993"/>
                    </a:cubicBezTo>
                    <a:cubicBezTo>
                      <a:pt x="185937" y="8541"/>
                      <a:pt x="186340" y="9182"/>
                      <a:pt x="186594" y="9920"/>
                    </a:cubicBezTo>
                    <a:cubicBezTo>
                      <a:pt x="186848" y="10658"/>
                      <a:pt x="186975" y="11436"/>
                      <a:pt x="186975" y="12258"/>
                    </a:cubicBezTo>
                    <a:lnTo>
                      <a:pt x="186975" y="22177"/>
                    </a:lnTo>
                    <a:cubicBezTo>
                      <a:pt x="186975" y="22387"/>
                      <a:pt x="186900" y="22568"/>
                      <a:pt x="186753" y="22714"/>
                    </a:cubicBezTo>
                    <a:cubicBezTo>
                      <a:pt x="186603" y="22861"/>
                      <a:pt x="186424" y="22936"/>
                      <a:pt x="186214" y="22936"/>
                    </a:cubicBezTo>
                    <a:lnTo>
                      <a:pt x="183645" y="22936"/>
                    </a:lnTo>
                    <a:cubicBezTo>
                      <a:pt x="183412" y="22936"/>
                      <a:pt x="183221" y="22861"/>
                      <a:pt x="183074" y="22714"/>
                    </a:cubicBezTo>
                    <a:cubicBezTo>
                      <a:pt x="182947" y="22568"/>
                      <a:pt x="182884" y="22387"/>
                      <a:pt x="182884" y="22177"/>
                    </a:cubicBezTo>
                    <a:lnTo>
                      <a:pt x="182884" y="20945"/>
                    </a:lnTo>
                    <a:cubicBezTo>
                      <a:pt x="182607" y="21345"/>
                      <a:pt x="182238" y="21724"/>
                      <a:pt x="181774" y="22083"/>
                    </a:cubicBezTo>
                    <a:cubicBezTo>
                      <a:pt x="181307" y="22419"/>
                      <a:pt x="180736" y="22703"/>
                      <a:pt x="180061" y="22936"/>
                    </a:cubicBezTo>
                    <a:cubicBezTo>
                      <a:pt x="179404" y="23145"/>
                      <a:pt x="178623" y="23252"/>
                      <a:pt x="177715" y="23252"/>
                    </a:cubicBezTo>
                    <a:close/>
                    <a:moveTo>
                      <a:pt x="178793" y="20250"/>
                    </a:moveTo>
                    <a:cubicBezTo>
                      <a:pt x="179531" y="20250"/>
                      <a:pt x="180197" y="20092"/>
                      <a:pt x="180791" y="19776"/>
                    </a:cubicBezTo>
                    <a:cubicBezTo>
                      <a:pt x="181402" y="19461"/>
                      <a:pt x="181878" y="18975"/>
                      <a:pt x="182218" y="18323"/>
                    </a:cubicBezTo>
                    <a:cubicBezTo>
                      <a:pt x="182576" y="17648"/>
                      <a:pt x="182757" y="16807"/>
                      <a:pt x="182757" y="15796"/>
                    </a:cubicBezTo>
                    <a:lnTo>
                      <a:pt x="182757" y="15132"/>
                    </a:lnTo>
                    <a:lnTo>
                      <a:pt x="179586" y="15638"/>
                    </a:lnTo>
                    <a:cubicBezTo>
                      <a:pt x="178337" y="15827"/>
                      <a:pt x="177406" y="16132"/>
                      <a:pt x="176795" y="16554"/>
                    </a:cubicBezTo>
                    <a:cubicBezTo>
                      <a:pt x="176181" y="16976"/>
                      <a:pt x="175875" y="17490"/>
                      <a:pt x="175875" y="18102"/>
                    </a:cubicBezTo>
                    <a:cubicBezTo>
                      <a:pt x="175875" y="18565"/>
                      <a:pt x="176011" y="18966"/>
                      <a:pt x="176287" y="19303"/>
                    </a:cubicBezTo>
                    <a:cubicBezTo>
                      <a:pt x="176582" y="19619"/>
                      <a:pt x="176953" y="19860"/>
                      <a:pt x="177397" y="20029"/>
                    </a:cubicBezTo>
                    <a:cubicBezTo>
                      <a:pt x="177841" y="20176"/>
                      <a:pt x="178306" y="20250"/>
                      <a:pt x="178793" y="20250"/>
                    </a:cubicBezTo>
                    <a:close/>
                    <a:moveTo>
                      <a:pt x="198342" y="22936"/>
                    </a:moveTo>
                    <a:cubicBezTo>
                      <a:pt x="197073" y="22936"/>
                      <a:pt x="196004" y="22714"/>
                      <a:pt x="195139" y="22272"/>
                    </a:cubicBezTo>
                    <a:cubicBezTo>
                      <a:pt x="194271" y="21830"/>
                      <a:pt x="193625" y="21178"/>
                      <a:pt x="193204" y="20314"/>
                    </a:cubicBezTo>
                    <a:cubicBezTo>
                      <a:pt x="192780" y="19429"/>
                      <a:pt x="192570" y="18334"/>
                      <a:pt x="192570" y="17028"/>
                    </a:cubicBezTo>
                    <a:lnTo>
                      <a:pt x="192570" y="9857"/>
                    </a:lnTo>
                    <a:lnTo>
                      <a:pt x="190064" y="9857"/>
                    </a:lnTo>
                    <a:cubicBezTo>
                      <a:pt x="189851" y="9857"/>
                      <a:pt x="189673" y="9782"/>
                      <a:pt x="189525" y="9636"/>
                    </a:cubicBezTo>
                    <a:cubicBezTo>
                      <a:pt x="189376" y="9489"/>
                      <a:pt x="189303" y="9308"/>
                      <a:pt x="189303" y="9098"/>
                    </a:cubicBezTo>
                    <a:lnTo>
                      <a:pt x="189303" y="7266"/>
                    </a:lnTo>
                    <a:cubicBezTo>
                      <a:pt x="189303" y="7056"/>
                      <a:pt x="189376" y="6876"/>
                      <a:pt x="189525" y="6729"/>
                    </a:cubicBezTo>
                    <a:cubicBezTo>
                      <a:pt x="189673" y="6582"/>
                      <a:pt x="189851" y="6508"/>
                      <a:pt x="190064" y="6508"/>
                    </a:cubicBezTo>
                    <a:lnTo>
                      <a:pt x="192570" y="6508"/>
                    </a:lnTo>
                    <a:lnTo>
                      <a:pt x="192570" y="1264"/>
                    </a:lnTo>
                    <a:cubicBezTo>
                      <a:pt x="192570" y="1054"/>
                      <a:pt x="192633" y="873"/>
                      <a:pt x="192760" y="727"/>
                    </a:cubicBezTo>
                    <a:cubicBezTo>
                      <a:pt x="192907" y="580"/>
                      <a:pt x="193098" y="505"/>
                      <a:pt x="193331" y="505"/>
                    </a:cubicBezTo>
                    <a:lnTo>
                      <a:pt x="195900" y="505"/>
                    </a:lnTo>
                    <a:cubicBezTo>
                      <a:pt x="196110" y="505"/>
                      <a:pt x="196289" y="580"/>
                      <a:pt x="196439" y="727"/>
                    </a:cubicBezTo>
                    <a:cubicBezTo>
                      <a:pt x="196586" y="873"/>
                      <a:pt x="196661" y="1054"/>
                      <a:pt x="196661" y="1264"/>
                    </a:cubicBezTo>
                    <a:lnTo>
                      <a:pt x="196661" y="6508"/>
                    </a:lnTo>
                    <a:lnTo>
                      <a:pt x="200625" y="6508"/>
                    </a:lnTo>
                    <a:cubicBezTo>
                      <a:pt x="200835" y="6508"/>
                      <a:pt x="201014" y="6582"/>
                      <a:pt x="201164" y="6729"/>
                    </a:cubicBezTo>
                    <a:cubicBezTo>
                      <a:pt x="201311" y="6876"/>
                      <a:pt x="201386" y="7056"/>
                      <a:pt x="201386" y="7266"/>
                    </a:cubicBezTo>
                    <a:lnTo>
                      <a:pt x="201386" y="9098"/>
                    </a:lnTo>
                    <a:cubicBezTo>
                      <a:pt x="201386" y="9308"/>
                      <a:pt x="201311" y="9489"/>
                      <a:pt x="201164" y="9636"/>
                    </a:cubicBezTo>
                    <a:cubicBezTo>
                      <a:pt x="201014" y="9782"/>
                      <a:pt x="200835" y="9857"/>
                      <a:pt x="200625" y="9857"/>
                    </a:cubicBezTo>
                    <a:lnTo>
                      <a:pt x="196661" y="9857"/>
                    </a:lnTo>
                    <a:lnTo>
                      <a:pt x="196661" y="16712"/>
                    </a:lnTo>
                    <a:cubicBezTo>
                      <a:pt x="196661" y="17576"/>
                      <a:pt x="196808" y="18249"/>
                      <a:pt x="197105" y="18734"/>
                    </a:cubicBezTo>
                    <a:cubicBezTo>
                      <a:pt x="197422" y="19219"/>
                      <a:pt x="197961" y="19461"/>
                      <a:pt x="198722" y="19461"/>
                    </a:cubicBezTo>
                    <a:lnTo>
                      <a:pt x="200910" y="19461"/>
                    </a:lnTo>
                    <a:cubicBezTo>
                      <a:pt x="201121" y="19461"/>
                      <a:pt x="201300" y="19535"/>
                      <a:pt x="201449" y="19682"/>
                    </a:cubicBezTo>
                    <a:cubicBezTo>
                      <a:pt x="201597" y="19828"/>
                      <a:pt x="201671" y="20009"/>
                      <a:pt x="201671" y="20219"/>
                    </a:cubicBezTo>
                    <a:lnTo>
                      <a:pt x="201671" y="22177"/>
                    </a:lnTo>
                    <a:cubicBezTo>
                      <a:pt x="201671" y="22387"/>
                      <a:pt x="201597" y="22568"/>
                      <a:pt x="201449" y="22714"/>
                    </a:cubicBezTo>
                    <a:cubicBezTo>
                      <a:pt x="201300" y="22861"/>
                      <a:pt x="201121" y="22936"/>
                      <a:pt x="200910" y="22936"/>
                    </a:cubicBezTo>
                    <a:lnTo>
                      <a:pt x="198342" y="22936"/>
                    </a:lnTo>
                    <a:close/>
                    <a:moveTo>
                      <a:pt x="211776" y="23252"/>
                    </a:moveTo>
                    <a:cubicBezTo>
                      <a:pt x="210087" y="23252"/>
                      <a:pt x="208660" y="22956"/>
                      <a:pt x="207495" y="22367"/>
                    </a:cubicBezTo>
                    <a:cubicBezTo>
                      <a:pt x="206354" y="21778"/>
                      <a:pt x="205477" y="20945"/>
                      <a:pt x="204863" y="19871"/>
                    </a:cubicBezTo>
                    <a:cubicBezTo>
                      <a:pt x="204272" y="18797"/>
                      <a:pt x="203934" y="17545"/>
                      <a:pt x="203848" y="16112"/>
                    </a:cubicBezTo>
                    <a:cubicBezTo>
                      <a:pt x="203828" y="15733"/>
                      <a:pt x="203817" y="15270"/>
                      <a:pt x="203817" y="14722"/>
                    </a:cubicBezTo>
                    <a:cubicBezTo>
                      <a:pt x="203817" y="14173"/>
                      <a:pt x="203828" y="13711"/>
                      <a:pt x="203848" y="13332"/>
                    </a:cubicBezTo>
                    <a:cubicBezTo>
                      <a:pt x="203934" y="11878"/>
                      <a:pt x="204283" y="10626"/>
                      <a:pt x="204895" y="9572"/>
                    </a:cubicBezTo>
                    <a:cubicBezTo>
                      <a:pt x="205529" y="8498"/>
                      <a:pt x="206417" y="7665"/>
                      <a:pt x="207559" y="7077"/>
                    </a:cubicBezTo>
                    <a:cubicBezTo>
                      <a:pt x="208723" y="6488"/>
                      <a:pt x="210127" y="6192"/>
                      <a:pt x="211776" y="6192"/>
                    </a:cubicBezTo>
                    <a:cubicBezTo>
                      <a:pt x="213426" y="6192"/>
                      <a:pt x="214821" y="6488"/>
                      <a:pt x="215963" y="7077"/>
                    </a:cubicBezTo>
                    <a:cubicBezTo>
                      <a:pt x="217127" y="7665"/>
                      <a:pt x="218015" y="8498"/>
                      <a:pt x="218626" y="9572"/>
                    </a:cubicBezTo>
                    <a:cubicBezTo>
                      <a:pt x="219261" y="10626"/>
                      <a:pt x="219621" y="11878"/>
                      <a:pt x="219705" y="13332"/>
                    </a:cubicBezTo>
                    <a:cubicBezTo>
                      <a:pt x="219727" y="13711"/>
                      <a:pt x="219736" y="14173"/>
                      <a:pt x="219736" y="14722"/>
                    </a:cubicBezTo>
                    <a:cubicBezTo>
                      <a:pt x="219736" y="15270"/>
                      <a:pt x="219727" y="15733"/>
                      <a:pt x="219705" y="16112"/>
                    </a:cubicBezTo>
                    <a:cubicBezTo>
                      <a:pt x="219621" y="17545"/>
                      <a:pt x="219272" y="18797"/>
                      <a:pt x="218658" y="19871"/>
                    </a:cubicBezTo>
                    <a:cubicBezTo>
                      <a:pt x="218067" y="20945"/>
                      <a:pt x="217190" y="21778"/>
                      <a:pt x="216026" y="22367"/>
                    </a:cubicBezTo>
                    <a:cubicBezTo>
                      <a:pt x="214884" y="22956"/>
                      <a:pt x="213469" y="23252"/>
                      <a:pt x="211776" y="23252"/>
                    </a:cubicBezTo>
                    <a:close/>
                    <a:moveTo>
                      <a:pt x="211776" y="20124"/>
                    </a:moveTo>
                    <a:cubicBezTo>
                      <a:pt x="212898" y="20124"/>
                      <a:pt x="213765" y="19776"/>
                      <a:pt x="214377" y="19081"/>
                    </a:cubicBezTo>
                    <a:cubicBezTo>
                      <a:pt x="214991" y="18366"/>
                      <a:pt x="215328" y="17324"/>
                      <a:pt x="215392" y="15954"/>
                    </a:cubicBezTo>
                    <a:cubicBezTo>
                      <a:pt x="215414" y="15638"/>
                      <a:pt x="215423" y="15227"/>
                      <a:pt x="215423" y="14722"/>
                    </a:cubicBezTo>
                    <a:cubicBezTo>
                      <a:pt x="215423" y="14216"/>
                      <a:pt x="215414" y="13806"/>
                      <a:pt x="215392" y="13490"/>
                    </a:cubicBezTo>
                    <a:cubicBezTo>
                      <a:pt x="215328" y="12142"/>
                      <a:pt x="214991" y="11109"/>
                      <a:pt x="214377" y="10394"/>
                    </a:cubicBezTo>
                    <a:cubicBezTo>
                      <a:pt x="213765" y="9678"/>
                      <a:pt x="212898" y="9320"/>
                      <a:pt x="211776" y="9320"/>
                    </a:cubicBezTo>
                    <a:cubicBezTo>
                      <a:pt x="210657" y="9320"/>
                      <a:pt x="209790" y="9678"/>
                      <a:pt x="209176" y="10394"/>
                    </a:cubicBezTo>
                    <a:cubicBezTo>
                      <a:pt x="208564" y="11109"/>
                      <a:pt x="208225" y="12142"/>
                      <a:pt x="208161" y="13490"/>
                    </a:cubicBezTo>
                    <a:cubicBezTo>
                      <a:pt x="208141" y="13806"/>
                      <a:pt x="208129" y="14216"/>
                      <a:pt x="208129" y="14722"/>
                    </a:cubicBezTo>
                    <a:cubicBezTo>
                      <a:pt x="208129" y="15227"/>
                      <a:pt x="208141" y="15638"/>
                      <a:pt x="208161" y="15954"/>
                    </a:cubicBezTo>
                    <a:cubicBezTo>
                      <a:pt x="208225" y="17324"/>
                      <a:pt x="208564" y="18366"/>
                      <a:pt x="209176" y="19081"/>
                    </a:cubicBezTo>
                    <a:cubicBezTo>
                      <a:pt x="209790" y="19776"/>
                      <a:pt x="210657" y="20124"/>
                      <a:pt x="211776" y="20124"/>
                    </a:cubicBezTo>
                    <a:close/>
                    <a:moveTo>
                      <a:pt x="224013" y="22936"/>
                    </a:moveTo>
                    <a:cubicBezTo>
                      <a:pt x="223800" y="22936"/>
                      <a:pt x="223621" y="22861"/>
                      <a:pt x="223474" y="22714"/>
                    </a:cubicBezTo>
                    <a:cubicBezTo>
                      <a:pt x="223324" y="22568"/>
                      <a:pt x="223252" y="22387"/>
                      <a:pt x="223252" y="22177"/>
                    </a:cubicBezTo>
                    <a:lnTo>
                      <a:pt x="223252" y="7298"/>
                    </a:lnTo>
                    <a:cubicBezTo>
                      <a:pt x="223252" y="7065"/>
                      <a:pt x="223324" y="6876"/>
                      <a:pt x="223474" y="6729"/>
                    </a:cubicBezTo>
                    <a:cubicBezTo>
                      <a:pt x="223621" y="6582"/>
                      <a:pt x="223800" y="6508"/>
                      <a:pt x="224013" y="6508"/>
                    </a:cubicBezTo>
                    <a:lnTo>
                      <a:pt x="226582" y="6508"/>
                    </a:lnTo>
                    <a:cubicBezTo>
                      <a:pt x="226793" y="6508"/>
                      <a:pt x="226971" y="6582"/>
                      <a:pt x="227121" y="6729"/>
                    </a:cubicBezTo>
                    <a:cubicBezTo>
                      <a:pt x="227289" y="6876"/>
                      <a:pt x="227375" y="7065"/>
                      <a:pt x="227375" y="7298"/>
                    </a:cubicBezTo>
                    <a:lnTo>
                      <a:pt x="227375" y="8593"/>
                    </a:lnTo>
                    <a:cubicBezTo>
                      <a:pt x="227859" y="7918"/>
                      <a:pt x="228485" y="7404"/>
                      <a:pt x="229246" y="7045"/>
                    </a:cubicBezTo>
                    <a:cubicBezTo>
                      <a:pt x="230027" y="6686"/>
                      <a:pt x="230926" y="6508"/>
                      <a:pt x="231941" y="6508"/>
                    </a:cubicBezTo>
                    <a:lnTo>
                      <a:pt x="233242" y="6508"/>
                    </a:lnTo>
                    <a:cubicBezTo>
                      <a:pt x="233473" y="6508"/>
                      <a:pt x="233654" y="6582"/>
                      <a:pt x="233781" y="6729"/>
                    </a:cubicBezTo>
                    <a:cubicBezTo>
                      <a:pt x="233928" y="6876"/>
                      <a:pt x="234003" y="7056"/>
                      <a:pt x="234003" y="7266"/>
                    </a:cubicBezTo>
                    <a:lnTo>
                      <a:pt x="234003" y="9541"/>
                    </a:lnTo>
                    <a:cubicBezTo>
                      <a:pt x="234003" y="9751"/>
                      <a:pt x="233928" y="9931"/>
                      <a:pt x="233781" y="10078"/>
                    </a:cubicBezTo>
                    <a:cubicBezTo>
                      <a:pt x="233654" y="10224"/>
                      <a:pt x="233473" y="10299"/>
                      <a:pt x="233242" y="10299"/>
                    </a:cubicBezTo>
                    <a:lnTo>
                      <a:pt x="230768" y="10299"/>
                    </a:lnTo>
                    <a:cubicBezTo>
                      <a:pt x="229753" y="10299"/>
                      <a:pt x="228960" y="10583"/>
                      <a:pt x="228389" y="11152"/>
                    </a:cubicBezTo>
                    <a:cubicBezTo>
                      <a:pt x="227839" y="11721"/>
                      <a:pt x="227565" y="12499"/>
                      <a:pt x="227565" y="13490"/>
                    </a:cubicBezTo>
                    <a:lnTo>
                      <a:pt x="227565" y="22177"/>
                    </a:lnTo>
                    <a:cubicBezTo>
                      <a:pt x="227565" y="22387"/>
                      <a:pt x="227490" y="22568"/>
                      <a:pt x="227343" y="22714"/>
                    </a:cubicBezTo>
                    <a:cubicBezTo>
                      <a:pt x="227193" y="22861"/>
                      <a:pt x="227003" y="22936"/>
                      <a:pt x="226772" y="22936"/>
                    </a:cubicBezTo>
                    <a:lnTo>
                      <a:pt x="224013"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3" name="Freeform 52">
                <a:extLst>
                  <a:ext uri="{FF2B5EF4-FFF2-40B4-BE49-F238E27FC236}">
                    <a16:creationId xmlns:a16="http://schemas.microsoft.com/office/drawing/2014/main" id="{DFCC9B9F-892D-3FF3-BB85-358B9234AE83}"/>
                  </a:ext>
                </a:extLst>
              </p:cNvPr>
              <p:cNvSpPr/>
              <p:nvPr/>
            </p:nvSpPr>
            <p:spPr>
              <a:xfrm>
                <a:off x="2341557" y="6017412"/>
                <a:ext cx="292410" cy="23251"/>
              </a:xfrm>
              <a:custGeom>
                <a:avLst/>
                <a:gdLst>
                  <a:gd name="csX0" fmla="*/ 761 w 292410"/>
                  <a:gd name="csY0" fmla="*/ 22936 h 23251"/>
                  <a:gd name="csX1" fmla="*/ 222 w 292410"/>
                  <a:gd name="csY1" fmla="*/ 22714 h 23251"/>
                  <a:gd name="csX2" fmla="*/ 0 w 292410"/>
                  <a:gd name="csY2" fmla="*/ 22177 h 23251"/>
                  <a:gd name="csX3" fmla="*/ 0 w 292410"/>
                  <a:gd name="csY3" fmla="*/ 1611 h 23251"/>
                  <a:gd name="csX4" fmla="*/ 222 w 292410"/>
                  <a:gd name="csY4" fmla="*/ 1043 h 23251"/>
                  <a:gd name="csX5" fmla="*/ 761 w 292410"/>
                  <a:gd name="csY5" fmla="*/ 821 h 23251"/>
                  <a:gd name="csX6" fmla="*/ 8499 w 292410"/>
                  <a:gd name="csY6" fmla="*/ 821 h 23251"/>
                  <a:gd name="csX7" fmla="*/ 13763 w 292410"/>
                  <a:gd name="csY7" fmla="*/ 1801 h 23251"/>
                  <a:gd name="csX8" fmla="*/ 16903 w 292410"/>
                  <a:gd name="csY8" fmla="*/ 4707 h 23251"/>
                  <a:gd name="csX9" fmla="*/ 18013 w 292410"/>
                  <a:gd name="csY9" fmla="*/ 9414 h 23251"/>
                  <a:gd name="csX10" fmla="*/ 18076 w 292410"/>
                  <a:gd name="csY10" fmla="*/ 11879 h 23251"/>
                  <a:gd name="csX11" fmla="*/ 18013 w 292410"/>
                  <a:gd name="csY11" fmla="*/ 14311 h 23251"/>
                  <a:gd name="csX12" fmla="*/ 16935 w 292410"/>
                  <a:gd name="csY12" fmla="*/ 19176 h 23251"/>
                  <a:gd name="csX13" fmla="*/ 13858 w 292410"/>
                  <a:gd name="csY13" fmla="*/ 22019 h 23251"/>
                  <a:gd name="csX14" fmla="*/ 8658 w 292410"/>
                  <a:gd name="csY14" fmla="*/ 22936 h 23251"/>
                  <a:gd name="csX15" fmla="*/ 761 w 292410"/>
                  <a:gd name="csY15" fmla="*/ 22936 h 23251"/>
                  <a:gd name="csX16" fmla="*/ 4408 w 292410"/>
                  <a:gd name="csY16" fmla="*/ 19303 h 23251"/>
                  <a:gd name="csX17" fmla="*/ 8499 w 292410"/>
                  <a:gd name="csY17" fmla="*/ 19303 h 23251"/>
                  <a:gd name="csX18" fmla="*/ 11385 w 292410"/>
                  <a:gd name="csY18" fmla="*/ 18797 h 23251"/>
                  <a:gd name="csX19" fmla="*/ 13002 w 292410"/>
                  <a:gd name="csY19" fmla="*/ 17186 h 23251"/>
                  <a:gd name="csX20" fmla="*/ 13573 w 292410"/>
                  <a:gd name="csY20" fmla="*/ 14216 h 23251"/>
                  <a:gd name="csX21" fmla="*/ 13605 w 292410"/>
                  <a:gd name="csY21" fmla="*/ 12573 h 23251"/>
                  <a:gd name="csX22" fmla="*/ 13605 w 292410"/>
                  <a:gd name="csY22" fmla="*/ 11152 h 23251"/>
                  <a:gd name="csX23" fmla="*/ 13573 w 292410"/>
                  <a:gd name="csY23" fmla="*/ 9509 h 23251"/>
                  <a:gd name="csX24" fmla="*/ 12273 w 292410"/>
                  <a:gd name="csY24" fmla="*/ 5686 h 23251"/>
                  <a:gd name="csX25" fmla="*/ 8340 w 292410"/>
                  <a:gd name="csY25" fmla="*/ 4454 h 23251"/>
                  <a:gd name="csX26" fmla="*/ 4408 w 292410"/>
                  <a:gd name="csY26" fmla="*/ 4454 h 23251"/>
                  <a:gd name="csX27" fmla="*/ 4408 w 292410"/>
                  <a:gd name="csY27" fmla="*/ 19303 h 23251"/>
                  <a:gd name="csX28" fmla="*/ 22679 w 292410"/>
                  <a:gd name="csY28" fmla="*/ 22936 h 23251"/>
                  <a:gd name="csX29" fmla="*/ 22140 w 292410"/>
                  <a:gd name="csY29" fmla="*/ 22714 h 23251"/>
                  <a:gd name="csX30" fmla="*/ 21918 w 292410"/>
                  <a:gd name="csY30" fmla="*/ 22177 h 23251"/>
                  <a:gd name="csX31" fmla="*/ 21918 w 292410"/>
                  <a:gd name="csY31" fmla="*/ 7266 h 23251"/>
                  <a:gd name="csX32" fmla="*/ 22140 w 292410"/>
                  <a:gd name="csY32" fmla="*/ 6729 h 23251"/>
                  <a:gd name="csX33" fmla="*/ 22679 w 292410"/>
                  <a:gd name="csY33" fmla="*/ 6508 h 23251"/>
                  <a:gd name="csX34" fmla="*/ 25311 w 292410"/>
                  <a:gd name="csY34" fmla="*/ 6508 h 23251"/>
                  <a:gd name="csX35" fmla="*/ 25851 w 292410"/>
                  <a:gd name="csY35" fmla="*/ 6729 h 23251"/>
                  <a:gd name="csX36" fmla="*/ 26072 w 292410"/>
                  <a:gd name="csY36" fmla="*/ 7266 h 23251"/>
                  <a:gd name="csX37" fmla="*/ 26072 w 292410"/>
                  <a:gd name="csY37" fmla="*/ 22177 h 23251"/>
                  <a:gd name="csX38" fmla="*/ 25851 w 292410"/>
                  <a:gd name="csY38" fmla="*/ 22714 h 23251"/>
                  <a:gd name="csX39" fmla="*/ 25311 w 292410"/>
                  <a:gd name="csY39" fmla="*/ 22936 h 23251"/>
                  <a:gd name="csX40" fmla="*/ 22679 w 292410"/>
                  <a:gd name="csY40" fmla="*/ 22936 h 23251"/>
                  <a:gd name="csX41" fmla="*/ 22552 w 292410"/>
                  <a:gd name="csY41" fmla="*/ 3791 h 23251"/>
                  <a:gd name="csX42" fmla="*/ 21982 w 292410"/>
                  <a:gd name="csY42" fmla="*/ 3601 h 23251"/>
                  <a:gd name="csX43" fmla="*/ 21791 w 292410"/>
                  <a:gd name="csY43" fmla="*/ 3033 h 23251"/>
                  <a:gd name="csX44" fmla="*/ 21791 w 292410"/>
                  <a:gd name="csY44" fmla="*/ 758 h 23251"/>
                  <a:gd name="csX45" fmla="*/ 21982 w 292410"/>
                  <a:gd name="csY45" fmla="*/ 221 h 23251"/>
                  <a:gd name="csX46" fmla="*/ 22552 w 292410"/>
                  <a:gd name="csY46" fmla="*/ 0 h 23251"/>
                  <a:gd name="csX47" fmla="*/ 25438 w 292410"/>
                  <a:gd name="csY47" fmla="*/ 0 h 23251"/>
                  <a:gd name="csX48" fmla="*/ 26009 w 292410"/>
                  <a:gd name="csY48" fmla="*/ 221 h 23251"/>
                  <a:gd name="csX49" fmla="*/ 26231 w 292410"/>
                  <a:gd name="csY49" fmla="*/ 758 h 23251"/>
                  <a:gd name="csX50" fmla="*/ 26231 w 292410"/>
                  <a:gd name="csY50" fmla="*/ 3033 h 23251"/>
                  <a:gd name="csX51" fmla="*/ 26009 w 292410"/>
                  <a:gd name="csY51" fmla="*/ 3601 h 23251"/>
                  <a:gd name="csX52" fmla="*/ 25438 w 292410"/>
                  <a:gd name="csY52" fmla="*/ 3791 h 23251"/>
                  <a:gd name="csX53" fmla="*/ 22552 w 292410"/>
                  <a:gd name="csY53" fmla="*/ 3791 h 23251"/>
                  <a:gd name="csX54" fmla="*/ 36526 w 292410"/>
                  <a:gd name="csY54" fmla="*/ 23252 h 23251"/>
                  <a:gd name="csX55" fmla="*/ 33260 w 292410"/>
                  <a:gd name="csY55" fmla="*/ 22809 h 23251"/>
                  <a:gd name="csX56" fmla="*/ 31072 w 292410"/>
                  <a:gd name="csY56" fmla="*/ 21704 h 23251"/>
                  <a:gd name="csX57" fmla="*/ 29803 w 292410"/>
                  <a:gd name="csY57" fmla="*/ 20377 h 23251"/>
                  <a:gd name="csX58" fmla="*/ 29359 w 292410"/>
                  <a:gd name="csY58" fmla="*/ 19271 h 23251"/>
                  <a:gd name="csX59" fmla="*/ 29550 w 292410"/>
                  <a:gd name="csY59" fmla="*/ 18734 h 23251"/>
                  <a:gd name="csX60" fmla="*/ 30089 w 292410"/>
                  <a:gd name="csY60" fmla="*/ 18513 h 23251"/>
                  <a:gd name="csX61" fmla="*/ 32594 w 292410"/>
                  <a:gd name="csY61" fmla="*/ 18513 h 23251"/>
                  <a:gd name="csX62" fmla="*/ 32816 w 292410"/>
                  <a:gd name="csY62" fmla="*/ 18544 h 23251"/>
                  <a:gd name="csX63" fmla="*/ 33070 w 292410"/>
                  <a:gd name="csY63" fmla="*/ 18734 h 23251"/>
                  <a:gd name="csX64" fmla="*/ 33926 w 292410"/>
                  <a:gd name="csY64" fmla="*/ 19460 h 23251"/>
                  <a:gd name="csX65" fmla="*/ 35036 w 292410"/>
                  <a:gd name="csY65" fmla="*/ 20124 h 23251"/>
                  <a:gd name="csX66" fmla="*/ 36622 w 292410"/>
                  <a:gd name="csY66" fmla="*/ 20377 h 23251"/>
                  <a:gd name="csX67" fmla="*/ 38683 w 292410"/>
                  <a:gd name="csY67" fmla="*/ 19903 h 23251"/>
                  <a:gd name="csX68" fmla="*/ 39539 w 292410"/>
                  <a:gd name="csY68" fmla="*/ 18481 h 23251"/>
                  <a:gd name="csX69" fmla="*/ 39159 w 292410"/>
                  <a:gd name="csY69" fmla="*/ 17407 h 23251"/>
                  <a:gd name="csX70" fmla="*/ 37827 w 292410"/>
                  <a:gd name="csY70" fmla="*/ 16680 h 23251"/>
                  <a:gd name="csX71" fmla="*/ 35036 w 292410"/>
                  <a:gd name="csY71" fmla="*/ 15954 h 23251"/>
                  <a:gd name="csX72" fmla="*/ 32087 w 292410"/>
                  <a:gd name="csY72" fmla="*/ 14911 h 23251"/>
                  <a:gd name="csX73" fmla="*/ 30342 w 292410"/>
                  <a:gd name="csY73" fmla="*/ 13332 h 23251"/>
                  <a:gd name="csX74" fmla="*/ 29772 w 292410"/>
                  <a:gd name="csY74" fmla="*/ 11120 h 23251"/>
                  <a:gd name="csX75" fmla="*/ 30501 w 292410"/>
                  <a:gd name="csY75" fmla="*/ 8782 h 23251"/>
                  <a:gd name="csX76" fmla="*/ 32721 w 292410"/>
                  <a:gd name="csY76" fmla="*/ 6919 h 23251"/>
                  <a:gd name="csX77" fmla="*/ 36400 w 292410"/>
                  <a:gd name="csY77" fmla="*/ 6192 h 23251"/>
                  <a:gd name="csX78" fmla="*/ 39381 w 292410"/>
                  <a:gd name="csY78" fmla="*/ 6634 h 23251"/>
                  <a:gd name="csX79" fmla="*/ 41474 w 292410"/>
                  <a:gd name="csY79" fmla="*/ 7677 h 23251"/>
                  <a:gd name="csX80" fmla="*/ 42774 w 292410"/>
                  <a:gd name="csY80" fmla="*/ 8972 h 23251"/>
                  <a:gd name="csX81" fmla="*/ 43250 w 292410"/>
                  <a:gd name="csY81" fmla="*/ 10078 h 23251"/>
                  <a:gd name="csX82" fmla="*/ 43059 w 292410"/>
                  <a:gd name="csY82" fmla="*/ 10646 h 23251"/>
                  <a:gd name="csX83" fmla="*/ 42552 w 292410"/>
                  <a:gd name="csY83" fmla="*/ 10836 h 23251"/>
                  <a:gd name="csX84" fmla="*/ 40205 w 292410"/>
                  <a:gd name="csY84" fmla="*/ 10836 h 23251"/>
                  <a:gd name="csX85" fmla="*/ 39920 w 292410"/>
                  <a:gd name="csY85" fmla="*/ 10773 h 23251"/>
                  <a:gd name="csX86" fmla="*/ 39666 w 292410"/>
                  <a:gd name="csY86" fmla="*/ 10615 h 23251"/>
                  <a:gd name="csX87" fmla="*/ 38905 w 292410"/>
                  <a:gd name="csY87" fmla="*/ 9951 h 23251"/>
                  <a:gd name="csX88" fmla="*/ 37890 w 292410"/>
                  <a:gd name="csY88" fmla="*/ 9351 h 23251"/>
                  <a:gd name="csX89" fmla="*/ 36368 w 292410"/>
                  <a:gd name="csY89" fmla="*/ 9067 h 23251"/>
                  <a:gd name="csX90" fmla="*/ 34529 w 292410"/>
                  <a:gd name="csY90" fmla="*/ 9604 h 23251"/>
                  <a:gd name="csX91" fmla="*/ 33894 w 292410"/>
                  <a:gd name="csY91" fmla="*/ 10899 h 23251"/>
                  <a:gd name="csX92" fmla="*/ 34180 w 292410"/>
                  <a:gd name="csY92" fmla="*/ 11847 h 23251"/>
                  <a:gd name="csX93" fmla="*/ 35416 w 292410"/>
                  <a:gd name="csY93" fmla="*/ 12573 h 23251"/>
                  <a:gd name="csX94" fmla="*/ 38207 w 292410"/>
                  <a:gd name="csY94" fmla="*/ 13300 h 23251"/>
                  <a:gd name="csX95" fmla="*/ 41569 w 292410"/>
                  <a:gd name="csY95" fmla="*/ 14437 h 23251"/>
                  <a:gd name="csX96" fmla="*/ 43345 w 292410"/>
                  <a:gd name="csY96" fmla="*/ 16143 h 23251"/>
                  <a:gd name="csX97" fmla="*/ 43884 w 292410"/>
                  <a:gd name="csY97" fmla="*/ 18260 h 23251"/>
                  <a:gd name="csX98" fmla="*/ 43028 w 292410"/>
                  <a:gd name="csY98" fmla="*/ 20819 h 23251"/>
                  <a:gd name="csX99" fmla="*/ 40554 w 292410"/>
                  <a:gd name="csY99" fmla="*/ 22620 h 23251"/>
                  <a:gd name="csX100" fmla="*/ 36526 w 292410"/>
                  <a:gd name="csY100" fmla="*/ 23252 h 23251"/>
                  <a:gd name="csX101" fmla="*/ 54292 w 292410"/>
                  <a:gd name="csY101" fmla="*/ 23252 h 23251"/>
                  <a:gd name="csX102" fmla="*/ 50265 w 292410"/>
                  <a:gd name="csY102" fmla="*/ 22399 h 23251"/>
                  <a:gd name="csX103" fmla="*/ 47569 w 292410"/>
                  <a:gd name="csY103" fmla="*/ 19934 h 23251"/>
                  <a:gd name="csX104" fmla="*/ 46523 w 292410"/>
                  <a:gd name="csY104" fmla="*/ 15985 h 23251"/>
                  <a:gd name="csX105" fmla="*/ 46491 w 292410"/>
                  <a:gd name="csY105" fmla="*/ 14753 h 23251"/>
                  <a:gd name="csX106" fmla="*/ 46523 w 292410"/>
                  <a:gd name="csY106" fmla="*/ 13458 h 23251"/>
                  <a:gd name="csX107" fmla="*/ 47569 w 292410"/>
                  <a:gd name="csY107" fmla="*/ 9541 h 23251"/>
                  <a:gd name="csX108" fmla="*/ 50265 w 292410"/>
                  <a:gd name="csY108" fmla="*/ 7045 h 23251"/>
                  <a:gd name="csX109" fmla="*/ 54292 w 292410"/>
                  <a:gd name="csY109" fmla="*/ 6192 h 23251"/>
                  <a:gd name="csX110" fmla="*/ 57749 w 292410"/>
                  <a:gd name="csY110" fmla="*/ 6761 h 23251"/>
                  <a:gd name="csX111" fmla="*/ 60096 w 292410"/>
                  <a:gd name="csY111" fmla="*/ 8182 h 23251"/>
                  <a:gd name="csX112" fmla="*/ 61460 w 292410"/>
                  <a:gd name="csY112" fmla="*/ 9983 h 23251"/>
                  <a:gd name="csX113" fmla="*/ 61967 w 292410"/>
                  <a:gd name="csY113" fmla="*/ 11657 h 23251"/>
                  <a:gd name="csX114" fmla="*/ 61745 w 292410"/>
                  <a:gd name="csY114" fmla="*/ 12226 h 23251"/>
                  <a:gd name="csX115" fmla="*/ 61206 w 292410"/>
                  <a:gd name="csY115" fmla="*/ 12416 h 23251"/>
                  <a:gd name="csX116" fmla="*/ 58415 w 292410"/>
                  <a:gd name="csY116" fmla="*/ 12416 h 23251"/>
                  <a:gd name="csX117" fmla="*/ 57908 w 292410"/>
                  <a:gd name="csY117" fmla="*/ 12258 h 23251"/>
                  <a:gd name="csX118" fmla="*/ 57591 w 292410"/>
                  <a:gd name="csY118" fmla="*/ 11784 h 23251"/>
                  <a:gd name="csX119" fmla="*/ 56322 w 292410"/>
                  <a:gd name="csY119" fmla="*/ 10015 h 23251"/>
                  <a:gd name="csX120" fmla="*/ 54356 w 292410"/>
                  <a:gd name="csY120" fmla="*/ 9478 h 23251"/>
                  <a:gd name="csX121" fmla="*/ 51819 w 292410"/>
                  <a:gd name="csY121" fmla="*/ 10488 h 23251"/>
                  <a:gd name="csX122" fmla="*/ 50836 w 292410"/>
                  <a:gd name="csY122" fmla="*/ 13616 h 23251"/>
                  <a:gd name="csX123" fmla="*/ 50836 w 292410"/>
                  <a:gd name="csY123" fmla="*/ 15827 h 23251"/>
                  <a:gd name="csX124" fmla="*/ 51819 w 292410"/>
                  <a:gd name="csY124" fmla="*/ 18987 h 23251"/>
                  <a:gd name="csX125" fmla="*/ 54356 w 292410"/>
                  <a:gd name="csY125" fmla="*/ 19966 h 23251"/>
                  <a:gd name="csX126" fmla="*/ 56354 w 292410"/>
                  <a:gd name="csY126" fmla="*/ 19460 h 23251"/>
                  <a:gd name="csX127" fmla="*/ 57591 w 292410"/>
                  <a:gd name="csY127" fmla="*/ 17660 h 23251"/>
                  <a:gd name="csX128" fmla="*/ 57908 w 292410"/>
                  <a:gd name="csY128" fmla="*/ 17186 h 23251"/>
                  <a:gd name="csX129" fmla="*/ 58415 w 292410"/>
                  <a:gd name="csY129" fmla="*/ 17028 h 23251"/>
                  <a:gd name="csX130" fmla="*/ 61206 w 292410"/>
                  <a:gd name="csY130" fmla="*/ 17028 h 23251"/>
                  <a:gd name="csX131" fmla="*/ 61745 w 292410"/>
                  <a:gd name="csY131" fmla="*/ 17249 h 23251"/>
                  <a:gd name="csX132" fmla="*/ 61967 w 292410"/>
                  <a:gd name="csY132" fmla="*/ 17786 h 23251"/>
                  <a:gd name="csX133" fmla="*/ 61650 w 292410"/>
                  <a:gd name="csY133" fmla="*/ 19081 h 23251"/>
                  <a:gd name="csX134" fmla="*/ 60794 w 292410"/>
                  <a:gd name="csY134" fmla="*/ 20535 h 23251"/>
                  <a:gd name="csX135" fmla="*/ 59335 w 292410"/>
                  <a:gd name="csY135" fmla="*/ 21893 h 23251"/>
                  <a:gd name="csX136" fmla="*/ 57178 w 292410"/>
                  <a:gd name="csY136" fmla="*/ 22872 h 23251"/>
                  <a:gd name="csX137" fmla="*/ 54292 w 292410"/>
                  <a:gd name="csY137" fmla="*/ 23252 h 23251"/>
                  <a:gd name="csX138" fmla="*/ 72568 w 292410"/>
                  <a:gd name="csY138" fmla="*/ 23252 h 23251"/>
                  <a:gd name="csX139" fmla="*/ 68287 w 292410"/>
                  <a:gd name="csY139" fmla="*/ 22367 h 23251"/>
                  <a:gd name="csX140" fmla="*/ 65655 w 292410"/>
                  <a:gd name="csY140" fmla="*/ 19871 h 23251"/>
                  <a:gd name="csX141" fmla="*/ 64640 w 292410"/>
                  <a:gd name="csY141" fmla="*/ 16112 h 23251"/>
                  <a:gd name="csX142" fmla="*/ 64608 w 292410"/>
                  <a:gd name="csY142" fmla="*/ 14722 h 23251"/>
                  <a:gd name="csX143" fmla="*/ 64640 w 292410"/>
                  <a:gd name="csY143" fmla="*/ 13332 h 23251"/>
                  <a:gd name="csX144" fmla="*/ 65686 w 292410"/>
                  <a:gd name="csY144" fmla="*/ 9572 h 23251"/>
                  <a:gd name="csX145" fmla="*/ 68350 w 292410"/>
                  <a:gd name="csY145" fmla="*/ 7077 h 23251"/>
                  <a:gd name="csX146" fmla="*/ 72568 w 292410"/>
                  <a:gd name="csY146" fmla="*/ 6192 h 23251"/>
                  <a:gd name="csX147" fmla="*/ 76754 w 292410"/>
                  <a:gd name="csY147" fmla="*/ 7077 h 23251"/>
                  <a:gd name="csX148" fmla="*/ 79418 w 292410"/>
                  <a:gd name="csY148" fmla="*/ 9572 h 23251"/>
                  <a:gd name="csX149" fmla="*/ 80496 w 292410"/>
                  <a:gd name="csY149" fmla="*/ 13332 h 23251"/>
                  <a:gd name="csX150" fmla="*/ 80528 w 292410"/>
                  <a:gd name="csY150" fmla="*/ 14722 h 23251"/>
                  <a:gd name="csX151" fmla="*/ 80496 w 292410"/>
                  <a:gd name="csY151" fmla="*/ 16112 h 23251"/>
                  <a:gd name="csX152" fmla="*/ 79450 w 292410"/>
                  <a:gd name="csY152" fmla="*/ 19871 h 23251"/>
                  <a:gd name="csX153" fmla="*/ 76818 w 292410"/>
                  <a:gd name="csY153" fmla="*/ 22367 h 23251"/>
                  <a:gd name="csX154" fmla="*/ 72568 w 292410"/>
                  <a:gd name="csY154" fmla="*/ 23252 h 23251"/>
                  <a:gd name="csX155" fmla="*/ 72568 w 292410"/>
                  <a:gd name="csY155" fmla="*/ 20124 h 23251"/>
                  <a:gd name="csX156" fmla="*/ 75169 w 292410"/>
                  <a:gd name="csY156" fmla="*/ 19081 h 23251"/>
                  <a:gd name="csX157" fmla="*/ 76183 w 292410"/>
                  <a:gd name="csY157" fmla="*/ 15954 h 23251"/>
                  <a:gd name="csX158" fmla="*/ 76215 w 292410"/>
                  <a:gd name="csY158" fmla="*/ 14722 h 23251"/>
                  <a:gd name="csX159" fmla="*/ 76183 w 292410"/>
                  <a:gd name="csY159" fmla="*/ 13490 h 23251"/>
                  <a:gd name="csX160" fmla="*/ 75169 w 292410"/>
                  <a:gd name="csY160" fmla="*/ 10394 h 23251"/>
                  <a:gd name="csX161" fmla="*/ 72568 w 292410"/>
                  <a:gd name="csY161" fmla="*/ 9320 h 23251"/>
                  <a:gd name="csX162" fmla="*/ 69968 w 292410"/>
                  <a:gd name="csY162" fmla="*/ 10394 h 23251"/>
                  <a:gd name="csX163" fmla="*/ 68953 w 292410"/>
                  <a:gd name="csY163" fmla="*/ 13490 h 23251"/>
                  <a:gd name="csX164" fmla="*/ 68921 w 292410"/>
                  <a:gd name="csY164" fmla="*/ 14722 h 23251"/>
                  <a:gd name="csX165" fmla="*/ 68953 w 292410"/>
                  <a:gd name="csY165" fmla="*/ 15954 h 23251"/>
                  <a:gd name="csX166" fmla="*/ 69968 w 292410"/>
                  <a:gd name="csY166" fmla="*/ 19081 h 23251"/>
                  <a:gd name="csX167" fmla="*/ 72568 w 292410"/>
                  <a:gd name="csY167" fmla="*/ 20124 h 23251"/>
                  <a:gd name="csX168" fmla="*/ 90164 w 292410"/>
                  <a:gd name="csY168" fmla="*/ 23252 h 23251"/>
                  <a:gd name="csX169" fmla="*/ 86803 w 292410"/>
                  <a:gd name="csY169" fmla="*/ 22399 h 23251"/>
                  <a:gd name="csX170" fmla="*/ 84646 w 292410"/>
                  <a:gd name="csY170" fmla="*/ 19934 h 23251"/>
                  <a:gd name="csX171" fmla="*/ 83885 w 292410"/>
                  <a:gd name="csY171" fmla="*/ 16143 h 23251"/>
                  <a:gd name="csX172" fmla="*/ 83885 w 292410"/>
                  <a:gd name="csY172" fmla="*/ 7266 h 23251"/>
                  <a:gd name="csX173" fmla="*/ 84107 w 292410"/>
                  <a:gd name="csY173" fmla="*/ 6729 h 23251"/>
                  <a:gd name="csX174" fmla="*/ 84646 w 292410"/>
                  <a:gd name="csY174" fmla="*/ 6508 h 23251"/>
                  <a:gd name="csX175" fmla="*/ 87437 w 292410"/>
                  <a:gd name="csY175" fmla="*/ 6508 h 23251"/>
                  <a:gd name="csX176" fmla="*/ 87976 w 292410"/>
                  <a:gd name="csY176" fmla="*/ 6729 h 23251"/>
                  <a:gd name="csX177" fmla="*/ 88198 w 292410"/>
                  <a:gd name="csY177" fmla="*/ 7266 h 23251"/>
                  <a:gd name="csX178" fmla="*/ 88198 w 292410"/>
                  <a:gd name="csY178" fmla="*/ 15954 h 23251"/>
                  <a:gd name="csX179" fmla="*/ 91655 w 292410"/>
                  <a:gd name="csY179" fmla="*/ 19871 h 23251"/>
                  <a:gd name="csX180" fmla="*/ 94255 w 292410"/>
                  <a:gd name="csY180" fmla="*/ 18829 h 23251"/>
                  <a:gd name="csX181" fmla="*/ 95238 w 292410"/>
                  <a:gd name="csY181" fmla="*/ 15954 h 23251"/>
                  <a:gd name="csX182" fmla="*/ 95238 w 292410"/>
                  <a:gd name="csY182" fmla="*/ 7266 h 23251"/>
                  <a:gd name="csX183" fmla="*/ 95460 w 292410"/>
                  <a:gd name="csY183" fmla="*/ 6729 h 23251"/>
                  <a:gd name="csX184" fmla="*/ 95999 w 292410"/>
                  <a:gd name="csY184" fmla="*/ 6508 h 23251"/>
                  <a:gd name="csX185" fmla="*/ 98790 w 292410"/>
                  <a:gd name="csY185" fmla="*/ 6508 h 23251"/>
                  <a:gd name="csX186" fmla="*/ 99329 w 292410"/>
                  <a:gd name="csY186" fmla="*/ 6729 h 23251"/>
                  <a:gd name="csX187" fmla="*/ 99551 w 292410"/>
                  <a:gd name="csY187" fmla="*/ 7266 h 23251"/>
                  <a:gd name="csX188" fmla="*/ 99551 w 292410"/>
                  <a:gd name="csY188" fmla="*/ 22177 h 23251"/>
                  <a:gd name="csX189" fmla="*/ 99329 w 292410"/>
                  <a:gd name="csY189" fmla="*/ 22714 h 23251"/>
                  <a:gd name="csX190" fmla="*/ 98790 w 292410"/>
                  <a:gd name="csY190" fmla="*/ 22936 h 23251"/>
                  <a:gd name="csX191" fmla="*/ 96221 w 292410"/>
                  <a:gd name="csY191" fmla="*/ 22936 h 23251"/>
                  <a:gd name="csX192" fmla="*/ 95651 w 292410"/>
                  <a:gd name="csY192" fmla="*/ 22714 h 23251"/>
                  <a:gd name="csX193" fmla="*/ 95460 w 292410"/>
                  <a:gd name="csY193" fmla="*/ 22177 h 23251"/>
                  <a:gd name="csX194" fmla="*/ 95460 w 292410"/>
                  <a:gd name="csY194" fmla="*/ 20882 h 23251"/>
                  <a:gd name="csX195" fmla="*/ 93336 w 292410"/>
                  <a:gd name="csY195" fmla="*/ 22620 h 23251"/>
                  <a:gd name="csX196" fmla="*/ 90164 w 292410"/>
                  <a:gd name="csY196" fmla="*/ 23252 h 23251"/>
                  <a:gd name="csX197" fmla="*/ 104501 w 292410"/>
                  <a:gd name="csY197" fmla="*/ 22936 h 23251"/>
                  <a:gd name="csX198" fmla="*/ 103962 w 292410"/>
                  <a:gd name="csY198" fmla="*/ 22714 h 23251"/>
                  <a:gd name="csX199" fmla="*/ 103740 w 292410"/>
                  <a:gd name="csY199" fmla="*/ 22177 h 23251"/>
                  <a:gd name="csX200" fmla="*/ 103740 w 292410"/>
                  <a:gd name="csY200" fmla="*/ 7266 h 23251"/>
                  <a:gd name="csX201" fmla="*/ 103962 w 292410"/>
                  <a:gd name="csY201" fmla="*/ 6729 h 23251"/>
                  <a:gd name="csX202" fmla="*/ 104501 w 292410"/>
                  <a:gd name="csY202" fmla="*/ 6508 h 23251"/>
                  <a:gd name="csX203" fmla="*/ 107101 w 292410"/>
                  <a:gd name="csY203" fmla="*/ 6508 h 23251"/>
                  <a:gd name="csX204" fmla="*/ 107640 w 292410"/>
                  <a:gd name="csY204" fmla="*/ 6729 h 23251"/>
                  <a:gd name="csX205" fmla="*/ 107862 w 292410"/>
                  <a:gd name="csY205" fmla="*/ 7266 h 23251"/>
                  <a:gd name="csX206" fmla="*/ 107862 w 292410"/>
                  <a:gd name="csY206" fmla="*/ 8561 h 23251"/>
                  <a:gd name="csX207" fmla="*/ 109955 w 292410"/>
                  <a:gd name="csY207" fmla="*/ 6887 h 23251"/>
                  <a:gd name="csX208" fmla="*/ 113158 w 292410"/>
                  <a:gd name="csY208" fmla="*/ 6192 h 23251"/>
                  <a:gd name="csX209" fmla="*/ 116520 w 292410"/>
                  <a:gd name="csY209" fmla="*/ 7077 h 23251"/>
                  <a:gd name="csX210" fmla="*/ 118708 w 292410"/>
                  <a:gd name="csY210" fmla="*/ 9509 h 23251"/>
                  <a:gd name="csX211" fmla="*/ 119501 w 292410"/>
                  <a:gd name="csY211" fmla="*/ 13300 h 23251"/>
                  <a:gd name="csX212" fmla="*/ 119501 w 292410"/>
                  <a:gd name="csY212" fmla="*/ 22177 h 23251"/>
                  <a:gd name="csX213" fmla="*/ 119279 w 292410"/>
                  <a:gd name="csY213" fmla="*/ 22714 h 23251"/>
                  <a:gd name="csX214" fmla="*/ 118740 w 292410"/>
                  <a:gd name="csY214" fmla="*/ 22936 h 23251"/>
                  <a:gd name="csX215" fmla="*/ 115949 w 292410"/>
                  <a:gd name="csY215" fmla="*/ 22936 h 23251"/>
                  <a:gd name="csX216" fmla="*/ 115410 w 292410"/>
                  <a:gd name="csY216" fmla="*/ 22714 h 23251"/>
                  <a:gd name="csX217" fmla="*/ 115188 w 292410"/>
                  <a:gd name="csY217" fmla="*/ 22177 h 23251"/>
                  <a:gd name="csX218" fmla="*/ 115188 w 292410"/>
                  <a:gd name="csY218" fmla="*/ 13490 h 23251"/>
                  <a:gd name="csX219" fmla="*/ 114268 w 292410"/>
                  <a:gd name="csY219" fmla="*/ 10615 h 23251"/>
                  <a:gd name="csX220" fmla="*/ 111668 w 292410"/>
                  <a:gd name="csY220" fmla="*/ 9572 h 23251"/>
                  <a:gd name="csX221" fmla="*/ 109036 w 292410"/>
                  <a:gd name="csY221" fmla="*/ 10615 h 23251"/>
                  <a:gd name="csX222" fmla="*/ 108053 w 292410"/>
                  <a:gd name="csY222" fmla="*/ 13490 h 23251"/>
                  <a:gd name="csX223" fmla="*/ 108053 w 292410"/>
                  <a:gd name="csY223" fmla="*/ 22177 h 23251"/>
                  <a:gd name="csX224" fmla="*/ 107831 w 292410"/>
                  <a:gd name="csY224" fmla="*/ 22714 h 23251"/>
                  <a:gd name="csX225" fmla="*/ 107292 w 292410"/>
                  <a:gd name="csY225" fmla="*/ 22936 h 23251"/>
                  <a:gd name="csX226" fmla="*/ 104501 w 292410"/>
                  <a:gd name="csY226" fmla="*/ 22936 h 23251"/>
                  <a:gd name="csX227" fmla="*/ 130795 w 292410"/>
                  <a:gd name="csY227" fmla="*/ 22936 h 23251"/>
                  <a:gd name="csX228" fmla="*/ 127592 w 292410"/>
                  <a:gd name="csY228" fmla="*/ 22272 h 23251"/>
                  <a:gd name="csX229" fmla="*/ 125658 w 292410"/>
                  <a:gd name="csY229" fmla="*/ 20314 h 23251"/>
                  <a:gd name="csX230" fmla="*/ 125024 w 292410"/>
                  <a:gd name="csY230" fmla="*/ 17028 h 23251"/>
                  <a:gd name="csX231" fmla="*/ 125024 w 292410"/>
                  <a:gd name="csY231" fmla="*/ 9857 h 23251"/>
                  <a:gd name="csX232" fmla="*/ 122518 w 292410"/>
                  <a:gd name="csY232" fmla="*/ 9857 h 23251"/>
                  <a:gd name="csX233" fmla="*/ 121979 w 292410"/>
                  <a:gd name="csY233" fmla="*/ 9635 h 23251"/>
                  <a:gd name="csX234" fmla="*/ 121757 w 292410"/>
                  <a:gd name="csY234" fmla="*/ 9098 h 23251"/>
                  <a:gd name="csX235" fmla="*/ 121757 w 292410"/>
                  <a:gd name="csY235" fmla="*/ 7266 h 23251"/>
                  <a:gd name="csX236" fmla="*/ 121979 w 292410"/>
                  <a:gd name="csY236" fmla="*/ 6729 h 23251"/>
                  <a:gd name="csX237" fmla="*/ 122518 w 292410"/>
                  <a:gd name="csY237" fmla="*/ 6508 h 23251"/>
                  <a:gd name="csX238" fmla="*/ 125024 w 292410"/>
                  <a:gd name="csY238" fmla="*/ 6508 h 23251"/>
                  <a:gd name="csX239" fmla="*/ 125024 w 292410"/>
                  <a:gd name="csY239" fmla="*/ 1264 h 23251"/>
                  <a:gd name="csX240" fmla="*/ 125214 w 292410"/>
                  <a:gd name="csY240" fmla="*/ 727 h 23251"/>
                  <a:gd name="csX241" fmla="*/ 125785 w 292410"/>
                  <a:gd name="csY241" fmla="*/ 505 h 23251"/>
                  <a:gd name="csX242" fmla="*/ 128353 w 292410"/>
                  <a:gd name="csY242" fmla="*/ 505 h 23251"/>
                  <a:gd name="csX243" fmla="*/ 128893 w 292410"/>
                  <a:gd name="csY243" fmla="*/ 727 h 23251"/>
                  <a:gd name="csX244" fmla="*/ 129115 w 292410"/>
                  <a:gd name="csY244" fmla="*/ 1264 h 23251"/>
                  <a:gd name="csX245" fmla="*/ 129115 w 292410"/>
                  <a:gd name="csY245" fmla="*/ 6508 h 23251"/>
                  <a:gd name="csX246" fmla="*/ 133079 w 292410"/>
                  <a:gd name="csY246" fmla="*/ 6508 h 23251"/>
                  <a:gd name="csX247" fmla="*/ 133618 w 292410"/>
                  <a:gd name="csY247" fmla="*/ 6729 h 23251"/>
                  <a:gd name="csX248" fmla="*/ 133840 w 292410"/>
                  <a:gd name="csY248" fmla="*/ 7266 h 23251"/>
                  <a:gd name="csX249" fmla="*/ 133840 w 292410"/>
                  <a:gd name="csY249" fmla="*/ 9098 h 23251"/>
                  <a:gd name="csX250" fmla="*/ 133618 w 292410"/>
                  <a:gd name="csY250" fmla="*/ 9635 h 23251"/>
                  <a:gd name="csX251" fmla="*/ 133079 w 292410"/>
                  <a:gd name="csY251" fmla="*/ 9857 h 23251"/>
                  <a:gd name="csX252" fmla="*/ 129115 w 292410"/>
                  <a:gd name="csY252" fmla="*/ 9857 h 23251"/>
                  <a:gd name="csX253" fmla="*/ 129115 w 292410"/>
                  <a:gd name="csY253" fmla="*/ 16712 h 23251"/>
                  <a:gd name="csX254" fmla="*/ 129558 w 292410"/>
                  <a:gd name="csY254" fmla="*/ 18734 h 23251"/>
                  <a:gd name="csX255" fmla="*/ 131176 w 292410"/>
                  <a:gd name="csY255" fmla="*/ 19460 h 23251"/>
                  <a:gd name="csX256" fmla="*/ 133364 w 292410"/>
                  <a:gd name="csY256" fmla="*/ 19460 h 23251"/>
                  <a:gd name="csX257" fmla="*/ 133903 w 292410"/>
                  <a:gd name="csY257" fmla="*/ 19682 h 23251"/>
                  <a:gd name="csX258" fmla="*/ 134125 w 292410"/>
                  <a:gd name="csY258" fmla="*/ 20219 h 23251"/>
                  <a:gd name="csX259" fmla="*/ 134125 w 292410"/>
                  <a:gd name="csY259" fmla="*/ 22177 h 23251"/>
                  <a:gd name="csX260" fmla="*/ 133903 w 292410"/>
                  <a:gd name="csY260" fmla="*/ 22714 h 23251"/>
                  <a:gd name="csX261" fmla="*/ 133364 w 292410"/>
                  <a:gd name="csY261" fmla="*/ 22936 h 23251"/>
                  <a:gd name="csX262" fmla="*/ 130795 w 292410"/>
                  <a:gd name="csY262" fmla="*/ 22936 h 23251"/>
                  <a:gd name="csX263" fmla="*/ 145882 w 292410"/>
                  <a:gd name="csY263" fmla="*/ 23252 h 23251"/>
                  <a:gd name="csX264" fmla="*/ 140871 w 292410"/>
                  <a:gd name="csY264" fmla="*/ 22241 h 23251"/>
                  <a:gd name="csX265" fmla="*/ 137763 w 292410"/>
                  <a:gd name="csY265" fmla="*/ 19303 h 23251"/>
                  <a:gd name="csX266" fmla="*/ 136558 w 292410"/>
                  <a:gd name="csY266" fmla="*/ 14690 h 23251"/>
                  <a:gd name="csX267" fmla="*/ 136526 w 292410"/>
                  <a:gd name="csY267" fmla="*/ 11910 h 23251"/>
                  <a:gd name="csX268" fmla="*/ 136558 w 292410"/>
                  <a:gd name="csY268" fmla="*/ 9067 h 23251"/>
                  <a:gd name="csX269" fmla="*/ 137763 w 292410"/>
                  <a:gd name="csY269" fmla="*/ 4486 h 23251"/>
                  <a:gd name="csX270" fmla="*/ 140903 w 292410"/>
                  <a:gd name="csY270" fmla="*/ 1548 h 23251"/>
                  <a:gd name="csX271" fmla="*/ 145882 w 292410"/>
                  <a:gd name="csY271" fmla="*/ 505 h 23251"/>
                  <a:gd name="csX272" fmla="*/ 149751 w 292410"/>
                  <a:gd name="csY272" fmla="*/ 1074 h 23251"/>
                  <a:gd name="csX273" fmla="*/ 152668 w 292410"/>
                  <a:gd name="csY273" fmla="*/ 2654 h 23251"/>
                  <a:gd name="csX274" fmla="*/ 154539 w 292410"/>
                  <a:gd name="csY274" fmla="*/ 4960 h 23251"/>
                  <a:gd name="csX275" fmla="*/ 155237 w 292410"/>
                  <a:gd name="csY275" fmla="*/ 7835 h 23251"/>
                  <a:gd name="csX276" fmla="*/ 155047 w 292410"/>
                  <a:gd name="csY276" fmla="*/ 8309 h 23251"/>
                  <a:gd name="csX277" fmla="*/ 154571 w 292410"/>
                  <a:gd name="csY277" fmla="*/ 8498 h 23251"/>
                  <a:gd name="csX278" fmla="*/ 151558 w 292410"/>
                  <a:gd name="csY278" fmla="*/ 8498 h 23251"/>
                  <a:gd name="csX279" fmla="*/ 150987 w 292410"/>
                  <a:gd name="csY279" fmla="*/ 8340 h 23251"/>
                  <a:gd name="csX280" fmla="*/ 150670 w 292410"/>
                  <a:gd name="csY280" fmla="*/ 7740 h 23251"/>
                  <a:gd name="csX281" fmla="*/ 148926 w 292410"/>
                  <a:gd name="csY281" fmla="*/ 4897 h 23251"/>
                  <a:gd name="csX282" fmla="*/ 145850 w 292410"/>
                  <a:gd name="csY282" fmla="*/ 4139 h 23251"/>
                  <a:gd name="csX283" fmla="*/ 142457 w 292410"/>
                  <a:gd name="csY283" fmla="*/ 5339 h 23251"/>
                  <a:gd name="csX284" fmla="*/ 141093 w 292410"/>
                  <a:gd name="csY284" fmla="*/ 9225 h 23251"/>
                  <a:gd name="csX285" fmla="*/ 141093 w 292410"/>
                  <a:gd name="csY285" fmla="*/ 14532 h 23251"/>
                  <a:gd name="csX286" fmla="*/ 142457 w 292410"/>
                  <a:gd name="csY286" fmla="*/ 18450 h 23251"/>
                  <a:gd name="csX287" fmla="*/ 145850 w 292410"/>
                  <a:gd name="csY287" fmla="*/ 19618 h 23251"/>
                  <a:gd name="csX288" fmla="*/ 148926 w 292410"/>
                  <a:gd name="csY288" fmla="*/ 18860 h 23251"/>
                  <a:gd name="csX289" fmla="*/ 150670 w 292410"/>
                  <a:gd name="csY289" fmla="*/ 16017 h 23251"/>
                  <a:gd name="csX290" fmla="*/ 150987 w 292410"/>
                  <a:gd name="csY290" fmla="*/ 15417 h 23251"/>
                  <a:gd name="csX291" fmla="*/ 151558 w 292410"/>
                  <a:gd name="csY291" fmla="*/ 15259 h 23251"/>
                  <a:gd name="csX292" fmla="*/ 154571 w 292410"/>
                  <a:gd name="csY292" fmla="*/ 15259 h 23251"/>
                  <a:gd name="csX293" fmla="*/ 155047 w 292410"/>
                  <a:gd name="csY293" fmla="*/ 15448 h 23251"/>
                  <a:gd name="csX294" fmla="*/ 155237 w 292410"/>
                  <a:gd name="csY294" fmla="*/ 15922 h 23251"/>
                  <a:gd name="csX295" fmla="*/ 154539 w 292410"/>
                  <a:gd name="csY295" fmla="*/ 18797 h 23251"/>
                  <a:gd name="csX296" fmla="*/ 152668 w 292410"/>
                  <a:gd name="csY296" fmla="*/ 21135 h 23251"/>
                  <a:gd name="csX297" fmla="*/ 149751 w 292410"/>
                  <a:gd name="csY297" fmla="*/ 22683 h 23251"/>
                  <a:gd name="csX298" fmla="*/ 145882 w 292410"/>
                  <a:gd name="csY298" fmla="*/ 23252 h 23251"/>
                  <a:gd name="csX299" fmla="*/ 163405 w 292410"/>
                  <a:gd name="csY299" fmla="*/ 23252 h 23251"/>
                  <a:gd name="csX300" fmla="*/ 160424 w 292410"/>
                  <a:gd name="csY300" fmla="*/ 22620 h 23251"/>
                  <a:gd name="csX301" fmla="*/ 158299 w 292410"/>
                  <a:gd name="csY301" fmla="*/ 20882 h 23251"/>
                  <a:gd name="csX302" fmla="*/ 157538 w 292410"/>
                  <a:gd name="csY302" fmla="*/ 18418 h 23251"/>
                  <a:gd name="csX303" fmla="*/ 159314 w 292410"/>
                  <a:gd name="csY303" fmla="*/ 14911 h 23251"/>
                  <a:gd name="csX304" fmla="*/ 164071 w 292410"/>
                  <a:gd name="csY304" fmla="*/ 13142 h 23251"/>
                  <a:gd name="csX305" fmla="*/ 168416 w 292410"/>
                  <a:gd name="csY305" fmla="*/ 12510 h 23251"/>
                  <a:gd name="csX306" fmla="*/ 168416 w 292410"/>
                  <a:gd name="csY306" fmla="*/ 11847 h 23251"/>
                  <a:gd name="csX307" fmla="*/ 167750 w 292410"/>
                  <a:gd name="csY307" fmla="*/ 9793 h 23251"/>
                  <a:gd name="csX308" fmla="*/ 165467 w 292410"/>
                  <a:gd name="csY308" fmla="*/ 9067 h 23251"/>
                  <a:gd name="csX309" fmla="*/ 163595 w 292410"/>
                  <a:gd name="csY309" fmla="*/ 9541 h 23251"/>
                  <a:gd name="csX310" fmla="*/ 162549 w 292410"/>
                  <a:gd name="csY310" fmla="*/ 10741 h 23251"/>
                  <a:gd name="csX311" fmla="*/ 161820 w 292410"/>
                  <a:gd name="csY311" fmla="*/ 11152 h 23251"/>
                  <a:gd name="csX312" fmla="*/ 159314 w 292410"/>
                  <a:gd name="csY312" fmla="*/ 11152 h 23251"/>
                  <a:gd name="csX313" fmla="*/ 158775 w 292410"/>
                  <a:gd name="csY313" fmla="*/ 10962 h 23251"/>
                  <a:gd name="csX314" fmla="*/ 158617 w 292410"/>
                  <a:gd name="csY314" fmla="*/ 10457 h 23251"/>
                  <a:gd name="csX315" fmla="*/ 159029 w 292410"/>
                  <a:gd name="csY315" fmla="*/ 9225 h 23251"/>
                  <a:gd name="csX316" fmla="*/ 160234 w 292410"/>
                  <a:gd name="csY316" fmla="*/ 7835 h 23251"/>
                  <a:gd name="csX317" fmla="*/ 162359 w 292410"/>
                  <a:gd name="csY317" fmla="*/ 6666 h 23251"/>
                  <a:gd name="csX318" fmla="*/ 165498 w 292410"/>
                  <a:gd name="csY318" fmla="*/ 6192 h 23251"/>
                  <a:gd name="csX319" fmla="*/ 168860 w 292410"/>
                  <a:gd name="csY319" fmla="*/ 6697 h 23251"/>
                  <a:gd name="csX320" fmla="*/ 171080 w 292410"/>
                  <a:gd name="csY320" fmla="*/ 7993 h 23251"/>
                  <a:gd name="csX321" fmla="*/ 172285 w 292410"/>
                  <a:gd name="csY321" fmla="*/ 9920 h 23251"/>
                  <a:gd name="csX322" fmla="*/ 172665 w 292410"/>
                  <a:gd name="csY322" fmla="*/ 12258 h 23251"/>
                  <a:gd name="csX323" fmla="*/ 172665 w 292410"/>
                  <a:gd name="csY323" fmla="*/ 22177 h 23251"/>
                  <a:gd name="csX324" fmla="*/ 172443 w 292410"/>
                  <a:gd name="csY324" fmla="*/ 22714 h 23251"/>
                  <a:gd name="csX325" fmla="*/ 171904 w 292410"/>
                  <a:gd name="csY325" fmla="*/ 22936 h 23251"/>
                  <a:gd name="csX326" fmla="*/ 169335 w 292410"/>
                  <a:gd name="csY326" fmla="*/ 22936 h 23251"/>
                  <a:gd name="csX327" fmla="*/ 168765 w 292410"/>
                  <a:gd name="csY327" fmla="*/ 22714 h 23251"/>
                  <a:gd name="csX328" fmla="*/ 168574 w 292410"/>
                  <a:gd name="csY328" fmla="*/ 22177 h 23251"/>
                  <a:gd name="csX329" fmla="*/ 168574 w 292410"/>
                  <a:gd name="csY329" fmla="*/ 20945 h 23251"/>
                  <a:gd name="csX330" fmla="*/ 167464 w 292410"/>
                  <a:gd name="csY330" fmla="*/ 22083 h 23251"/>
                  <a:gd name="csX331" fmla="*/ 165752 w 292410"/>
                  <a:gd name="csY331" fmla="*/ 22936 h 23251"/>
                  <a:gd name="csX332" fmla="*/ 163405 w 292410"/>
                  <a:gd name="csY332" fmla="*/ 23252 h 23251"/>
                  <a:gd name="csX333" fmla="*/ 164483 w 292410"/>
                  <a:gd name="csY333" fmla="*/ 20250 h 23251"/>
                  <a:gd name="csX334" fmla="*/ 166481 w 292410"/>
                  <a:gd name="csY334" fmla="*/ 19776 h 23251"/>
                  <a:gd name="csX335" fmla="*/ 167908 w 292410"/>
                  <a:gd name="csY335" fmla="*/ 18323 h 23251"/>
                  <a:gd name="csX336" fmla="*/ 168448 w 292410"/>
                  <a:gd name="csY336" fmla="*/ 15796 h 23251"/>
                  <a:gd name="csX337" fmla="*/ 168448 w 292410"/>
                  <a:gd name="csY337" fmla="*/ 15132 h 23251"/>
                  <a:gd name="csX338" fmla="*/ 165276 w 292410"/>
                  <a:gd name="csY338" fmla="*/ 15638 h 23251"/>
                  <a:gd name="csX339" fmla="*/ 162486 w 292410"/>
                  <a:gd name="csY339" fmla="*/ 16554 h 23251"/>
                  <a:gd name="csX340" fmla="*/ 161566 w 292410"/>
                  <a:gd name="csY340" fmla="*/ 18102 h 23251"/>
                  <a:gd name="csX341" fmla="*/ 161978 w 292410"/>
                  <a:gd name="csY341" fmla="*/ 19303 h 23251"/>
                  <a:gd name="csX342" fmla="*/ 163088 w 292410"/>
                  <a:gd name="csY342" fmla="*/ 20029 h 23251"/>
                  <a:gd name="csX343" fmla="*/ 164483 w 292410"/>
                  <a:gd name="csY343" fmla="*/ 20250 h 23251"/>
                  <a:gd name="csX344" fmla="*/ 177527 w 292410"/>
                  <a:gd name="csY344" fmla="*/ 22936 h 23251"/>
                  <a:gd name="csX345" fmla="*/ 176987 w 292410"/>
                  <a:gd name="csY345" fmla="*/ 22714 h 23251"/>
                  <a:gd name="csX346" fmla="*/ 176765 w 292410"/>
                  <a:gd name="csY346" fmla="*/ 22177 h 23251"/>
                  <a:gd name="csX347" fmla="*/ 176765 w 292410"/>
                  <a:gd name="csY347" fmla="*/ 1264 h 23251"/>
                  <a:gd name="csX348" fmla="*/ 176987 w 292410"/>
                  <a:gd name="csY348" fmla="*/ 727 h 23251"/>
                  <a:gd name="csX349" fmla="*/ 177527 w 292410"/>
                  <a:gd name="csY349" fmla="*/ 505 h 23251"/>
                  <a:gd name="csX350" fmla="*/ 180159 w 292410"/>
                  <a:gd name="csY350" fmla="*/ 505 h 23251"/>
                  <a:gd name="csX351" fmla="*/ 180698 w 292410"/>
                  <a:gd name="csY351" fmla="*/ 727 h 23251"/>
                  <a:gd name="csX352" fmla="*/ 180920 w 292410"/>
                  <a:gd name="csY352" fmla="*/ 1264 h 23251"/>
                  <a:gd name="csX353" fmla="*/ 180920 w 292410"/>
                  <a:gd name="csY353" fmla="*/ 22177 h 23251"/>
                  <a:gd name="csX354" fmla="*/ 180698 w 292410"/>
                  <a:gd name="csY354" fmla="*/ 22714 h 23251"/>
                  <a:gd name="csX355" fmla="*/ 180159 w 292410"/>
                  <a:gd name="csY355" fmla="*/ 22936 h 23251"/>
                  <a:gd name="csX356" fmla="*/ 177527 w 292410"/>
                  <a:gd name="csY356" fmla="*/ 22936 h 23251"/>
                  <a:gd name="csX357" fmla="*/ 192264 w 292410"/>
                  <a:gd name="csY357" fmla="*/ 23252 h 23251"/>
                  <a:gd name="csX358" fmla="*/ 188236 w 292410"/>
                  <a:gd name="csY358" fmla="*/ 22399 h 23251"/>
                  <a:gd name="csX359" fmla="*/ 185541 w 292410"/>
                  <a:gd name="csY359" fmla="*/ 19934 h 23251"/>
                  <a:gd name="csX360" fmla="*/ 184494 w 292410"/>
                  <a:gd name="csY360" fmla="*/ 15985 h 23251"/>
                  <a:gd name="csX361" fmla="*/ 184463 w 292410"/>
                  <a:gd name="csY361" fmla="*/ 14753 h 23251"/>
                  <a:gd name="csX362" fmla="*/ 184494 w 292410"/>
                  <a:gd name="csY362" fmla="*/ 13458 h 23251"/>
                  <a:gd name="csX363" fmla="*/ 185541 w 292410"/>
                  <a:gd name="csY363" fmla="*/ 9541 h 23251"/>
                  <a:gd name="csX364" fmla="*/ 188236 w 292410"/>
                  <a:gd name="csY364" fmla="*/ 7045 h 23251"/>
                  <a:gd name="csX365" fmla="*/ 192264 w 292410"/>
                  <a:gd name="csY365" fmla="*/ 6192 h 23251"/>
                  <a:gd name="csX366" fmla="*/ 195721 w 292410"/>
                  <a:gd name="csY366" fmla="*/ 6761 h 23251"/>
                  <a:gd name="csX367" fmla="*/ 198067 w 292410"/>
                  <a:gd name="csY367" fmla="*/ 8182 h 23251"/>
                  <a:gd name="csX368" fmla="*/ 199431 w 292410"/>
                  <a:gd name="csY368" fmla="*/ 9983 h 23251"/>
                  <a:gd name="csX369" fmla="*/ 199938 w 292410"/>
                  <a:gd name="csY369" fmla="*/ 11657 h 23251"/>
                  <a:gd name="csX370" fmla="*/ 199716 w 292410"/>
                  <a:gd name="csY370" fmla="*/ 12226 h 23251"/>
                  <a:gd name="csX371" fmla="*/ 199177 w 292410"/>
                  <a:gd name="csY371" fmla="*/ 12416 h 23251"/>
                  <a:gd name="csX372" fmla="*/ 196387 w 292410"/>
                  <a:gd name="csY372" fmla="*/ 12416 h 23251"/>
                  <a:gd name="csX373" fmla="*/ 195879 w 292410"/>
                  <a:gd name="csY373" fmla="*/ 12258 h 23251"/>
                  <a:gd name="csX374" fmla="*/ 195562 w 292410"/>
                  <a:gd name="csY374" fmla="*/ 11784 h 23251"/>
                  <a:gd name="csX375" fmla="*/ 194294 w 292410"/>
                  <a:gd name="csY375" fmla="*/ 10015 h 23251"/>
                  <a:gd name="csX376" fmla="*/ 192327 w 292410"/>
                  <a:gd name="csY376" fmla="*/ 9478 h 23251"/>
                  <a:gd name="csX377" fmla="*/ 189790 w 292410"/>
                  <a:gd name="csY377" fmla="*/ 10488 h 23251"/>
                  <a:gd name="csX378" fmla="*/ 188807 w 292410"/>
                  <a:gd name="csY378" fmla="*/ 13616 h 23251"/>
                  <a:gd name="csX379" fmla="*/ 188807 w 292410"/>
                  <a:gd name="csY379" fmla="*/ 15827 h 23251"/>
                  <a:gd name="csX380" fmla="*/ 189790 w 292410"/>
                  <a:gd name="csY380" fmla="*/ 18987 h 23251"/>
                  <a:gd name="csX381" fmla="*/ 192327 w 292410"/>
                  <a:gd name="csY381" fmla="*/ 19966 h 23251"/>
                  <a:gd name="csX382" fmla="*/ 194325 w 292410"/>
                  <a:gd name="csY382" fmla="*/ 19460 h 23251"/>
                  <a:gd name="csX383" fmla="*/ 195562 w 292410"/>
                  <a:gd name="csY383" fmla="*/ 17660 h 23251"/>
                  <a:gd name="csX384" fmla="*/ 195879 w 292410"/>
                  <a:gd name="csY384" fmla="*/ 17186 h 23251"/>
                  <a:gd name="csX385" fmla="*/ 196387 w 292410"/>
                  <a:gd name="csY385" fmla="*/ 17028 h 23251"/>
                  <a:gd name="csX386" fmla="*/ 199177 w 292410"/>
                  <a:gd name="csY386" fmla="*/ 17028 h 23251"/>
                  <a:gd name="csX387" fmla="*/ 199716 w 292410"/>
                  <a:gd name="csY387" fmla="*/ 17249 h 23251"/>
                  <a:gd name="csX388" fmla="*/ 199938 w 292410"/>
                  <a:gd name="csY388" fmla="*/ 17786 h 23251"/>
                  <a:gd name="csX389" fmla="*/ 199621 w 292410"/>
                  <a:gd name="csY389" fmla="*/ 19081 h 23251"/>
                  <a:gd name="csX390" fmla="*/ 198765 w 292410"/>
                  <a:gd name="csY390" fmla="*/ 20535 h 23251"/>
                  <a:gd name="csX391" fmla="*/ 197306 w 292410"/>
                  <a:gd name="csY391" fmla="*/ 21893 h 23251"/>
                  <a:gd name="csX392" fmla="*/ 195150 w 292410"/>
                  <a:gd name="csY392" fmla="*/ 22872 h 23251"/>
                  <a:gd name="csX393" fmla="*/ 192264 w 292410"/>
                  <a:gd name="csY393" fmla="*/ 23252 h 23251"/>
                  <a:gd name="csX394" fmla="*/ 209366 w 292410"/>
                  <a:gd name="csY394" fmla="*/ 23252 h 23251"/>
                  <a:gd name="csX395" fmla="*/ 206005 w 292410"/>
                  <a:gd name="csY395" fmla="*/ 22399 h 23251"/>
                  <a:gd name="csX396" fmla="*/ 203848 w 292410"/>
                  <a:gd name="csY396" fmla="*/ 19934 h 23251"/>
                  <a:gd name="csX397" fmla="*/ 203087 w 292410"/>
                  <a:gd name="csY397" fmla="*/ 16143 h 23251"/>
                  <a:gd name="csX398" fmla="*/ 203087 w 292410"/>
                  <a:gd name="csY398" fmla="*/ 7266 h 23251"/>
                  <a:gd name="csX399" fmla="*/ 203309 w 292410"/>
                  <a:gd name="csY399" fmla="*/ 6729 h 23251"/>
                  <a:gd name="csX400" fmla="*/ 203848 w 292410"/>
                  <a:gd name="csY400" fmla="*/ 6508 h 23251"/>
                  <a:gd name="csX401" fmla="*/ 206639 w 292410"/>
                  <a:gd name="csY401" fmla="*/ 6508 h 23251"/>
                  <a:gd name="csX402" fmla="*/ 207178 w 292410"/>
                  <a:gd name="csY402" fmla="*/ 6729 h 23251"/>
                  <a:gd name="csX403" fmla="*/ 207400 w 292410"/>
                  <a:gd name="csY403" fmla="*/ 7266 h 23251"/>
                  <a:gd name="csX404" fmla="*/ 207400 w 292410"/>
                  <a:gd name="csY404" fmla="*/ 15954 h 23251"/>
                  <a:gd name="csX405" fmla="*/ 210857 w 292410"/>
                  <a:gd name="csY405" fmla="*/ 19871 h 23251"/>
                  <a:gd name="csX406" fmla="*/ 213457 w 292410"/>
                  <a:gd name="csY406" fmla="*/ 18829 h 23251"/>
                  <a:gd name="csX407" fmla="*/ 214440 w 292410"/>
                  <a:gd name="csY407" fmla="*/ 15954 h 23251"/>
                  <a:gd name="csX408" fmla="*/ 214440 w 292410"/>
                  <a:gd name="csY408" fmla="*/ 7266 h 23251"/>
                  <a:gd name="csX409" fmla="*/ 214662 w 292410"/>
                  <a:gd name="csY409" fmla="*/ 6729 h 23251"/>
                  <a:gd name="csX410" fmla="*/ 215201 w 292410"/>
                  <a:gd name="csY410" fmla="*/ 6508 h 23251"/>
                  <a:gd name="csX411" fmla="*/ 217992 w 292410"/>
                  <a:gd name="csY411" fmla="*/ 6508 h 23251"/>
                  <a:gd name="csX412" fmla="*/ 218531 w 292410"/>
                  <a:gd name="csY412" fmla="*/ 6729 h 23251"/>
                  <a:gd name="csX413" fmla="*/ 218753 w 292410"/>
                  <a:gd name="csY413" fmla="*/ 7266 h 23251"/>
                  <a:gd name="csX414" fmla="*/ 218753 w 292410"/>
                  <a:gd name="csY414" fmla="*/ 22177 h 23251"/>
                  <a:gd name="csX415" fmla="*/ 218531 w 292410"/>
                  <a:gd name="csY415" fmla="*/ 22714 h 23251"/>
                  <a:gd name="csX416" fmla="*/ 217992 w 292410"/>
                  <a:gd name="csY416" fmla="*/ 22936 h 23251"/>
                  <a:gd name="csX417" fmla="*/ 215423 w 292410"/>
                  <a:gd name="csY417" fmla="*/ 22936 h 23251"/>
                  <a:gd name="csX418" fmla="*/ 214853 w 292410"/>
                  <a:gd name="csY418" fmla="*/ 22714 h 23251"/>
                  <a:gd name="csX419" fmla="*/ 214662 w 292410"/>
                  <a:gd name="csY419" fmla="*/ 22177 h 23251"/>
                  <a:gd name="csX420" fmla="*/ 214662 w 292410"/>
                  <a:gd name="csY420" fmla="*/ 20882 h 23251"/>
                  <a:gd name="csX421" fmla="*/ 212538 w 292410"/>
                  <a:gd name="csY421" fmla="*/ 22620 h 23251"/>
                  <a:gd name="csX422" fmla="*/ 209366 w 292410"/>
                  <a:gd name="csY422" fmla="*/ 23252 h 23251"/>
                  <a:gd name="csX423" fmla="*/ 223734 w 292410"/>
                  <a:gd name="csY423" fmla="*/ 22936 h 23251"/>
                  <a:gd name="csX424" fmla="*/ 223195 w 292410"/>
                  <a:gd name="csY424" fmla="*/ 22714 h 23251"/>
                  <a:gd name="csX425" fmla="*/ 222973 w 292410"/>
                  <a:gd name="csY425" fmla="*/ 22177 h 23251"/>
                  <a:gd name="csX426" fmla="*/ 222973 w 292410"/>
                  <a:gd name="csY426" fmla="*/ 1264 h 23251"/>
                  <a:gd name="csX427" fmla="*/ 223195 w 292410"/>
                  <a:gd name="csY427" fmla="*/ 727 h 23251"/>
                  <a:gd name="csX428" fmla="*/ 223734 w 292410"/>
                  <a:gd name="csY428" fmla="*/ 505 h 23251"/>
                  <a:gd name="csX429" fmla="*/ 226367 w 292410"/>
                  <a:gd name="csY429" fmla="*/ 505 h 23251"/>
                  <a:gd name="csX430" fmla="*/ 226906 w 292410"/>
                  <a:gd name="csY430" fmla="*/ 727 h 23251"/>
                  <a:gd name="csX431" fmla="*/ 227128 w 292410"/>
                  <a:gd name="csY431" fmla="*/ 1264 h 23251"/>
                  <a:gd name="csX432" fmla="*/ 227128 w 292410"/>
                  <a:gd name="csY432" fmla="*/ 22177 h 23251"/>
                  <a:gd name="csX433" fmla="*/ 226906 w 292410"/>
                  <a:gd name="csY433" fmla="*/ 22714 h 23251"/>
                  <a:gd name="csX434" fmla="*/ 226367 w 292410"/>
                  <a:gd name="csY434" fmla="*/ 22936 h 23251"/>
                  <a:gd name="csX435" fmla="*/ 223734 w 292410"/>
                  <a:gd name="csY435" fmla="*/ 22936 h 23251"/>
                  <a:gd name="csX436" fmla="*/ 236123 w 292410"/>
                  <a:gd name="csY436" fmla="*/ 23252 h 23251"/>
                  <a:gd name="csX437" fmla="*/ 233142 w 292410"/>
                  <a:gd name="csY437" fmla="*/ 22620 h 23251"/>
                  <a:gd name="csX438" fmla="*/ 231017 w 292410"/>
                  <a:gd name="csY438" fmla="*/ 20882 h 23251"/>
                  <a:gd name="csX439" fmla="*/ 230256 w 292410"/>
                  <a:gd name="csY439" fmla="*/ 18418 h 23251"/>
                  <a:gd name="csX440" fmla="*/ 232032 w 292410"/>
                  <a:gd name="csY440" fmla="*/ 14911 h 23251"/>
                  <a:gd name="csX441" fmla="*/ 236789 w 292410"/>
                  <a:gd name="csY441" fmla="*/ 13142 h 23251"/>
                  <a:gd name="csX442" fmla="*/ 241134 w 292410"/>
                  <a:gd name="csY442" fmla="*/ 12510 h 23251"/>
                  <a:gd name="csX443" fmla="*/ 241134 w 292410"/>
                  <a:gd name="csY443" fmla="*/ 11847 h 23251"/>
                  <a:gd name="csX444" fmla="*/ 240468 w 292410"/>
                  <a:gd name="csY444" fmla="*/ 9793 h 23251"/>
                  <a:gd name="csX445" fmla="*/ 238184 w 292410"/>
                  <a:gd name="csY445" fmla="*/ 9067 h 23251"/>
                  <a:gd name="csX446" fmla="*/ 236313 w 292410"/>
                  <a:gd name="csY446" fmla="*/ 9541 h 23251"/>
                  <a:gd name="csX447" fmla="*/ 235267 w 292410"/>
                  <a:gd name="csY447" fmla="*/ 10741 h 23251"/>
                  <a:gd name="csX448" fmla="*/ 234537 w 292410"/>
                  <a:gd name="csY448" fmla="*/ 11152 h 23251"/>
                  <a:gd name="csX449" fmla="*/ 232032 w 292410"/>
                  <a:gd name="csY449" fmla="*/ 11152 h 23251"/>
                  <a:gd name="csX450" fmla="*/ 231493 w 292410"/>
                  <a:gd name="csY450" fmla="*/ 10962 h 23251"/>
                  <a:gd name="csX451" fmla="*/ 231334 w 292410"/>
                  <a:gd name="csY451" fmla="*/ 10457 h 23251"/>
                  <a:gd name="csX452" fmla="*/ 231746 w 292410"/>
                  <a:gd name="csY452" fmla="*/ 9225 h 23251"/>
                  <a:gd name="csX453" fmla="*/ 232952 w 292410"/>
                  <a:gd name="csY453" fmla="*/ 7835 h 23251"/>
                  <a:gd name="csX454" fmla="*/ 235076 w 292410"/>
                  <a:gd name="csY454" fmla="*/ 6666 h 23251"/>
                  <a:gd name="csX455" fmla="*/ 238216 w 292410"/>
                  <a:gd name="csY455" fmla="*/ 6192 h 23251"/>
                  <a:gd name="csX456" fmla="*/ 241578 w 292410"/>
                  <a:gd name="csY456" fmla="*/ 6697 h 23251"/>
                  <a:gd name="csX457" fmla="*/ 243797 w 292410"/>
                  <a:gd name="csY457" fmla="*/ 7993 h 23251"/>
                  <a:gd name="csX458" fmla="*/ 245003 w 292410"/>
                  <a:gd name="csY458" fmla="*/ 9920 h 23251"/>
                  <a:gd name="csX459" fmla="*/ 245383 w 292410"/>
                  <a:gd name="csY459" fmla="*/ 12258 h 23251"/>
                  <a:gd name="csX460" fmla="*/ 245383 w 292410"/>
                  <a:gd name="csY460" fmla="*/ 22177 h 23251"/>
                  <a:gd name="csX461" fmla="*/ 245161 w 292410"/>
                  <a:gd name="csY461" fmla="*/ 22714 h 23251"/>
                  <a:gd name="csX462" fmla="*/ 244622 w 292410"/>
                  <a:gd name="csY462" fmla="*/ 22936 h 23251"/>
                  <a:gd name="csX463" fmla="*/ 242053 w 292410"/>
                  <a:gd name="csY463" fmla="*/ 22936 h 23251"/>
                  <a:gd name="csX464" fmla="*/ 241482 w 292410"/>
                  <a:gd name="csY464" fmla="*/ 22714 h 23251"/>
                  <a:gd name="csX465" fmla="*/ 241292 w 292410"/>
                  <a:gd name="csY465" fmla="*/ 22177 h 23251"/>
                  <a:gd name="csX466" fmla="*/ 241292 w 292410"/>
                  <a:gd name="csY466" fmla="*/ 20945 h 23251"/>
                  <a:gd name="csX467" fmla="*/ 240182 w 292410"/>
                  <a:gd name="csY467" fmla="*/ 22083 h 23251"/>
                  <a:gd name="csX468" fmla="*/ 238470 w 292410"/>
                  <a:gd name="csY468" fmla="*/ 22936 h 23251"/>
                  <a:gd name="csX469" fmla="*/ 236123 w 292410"/>
                  <a:gd name="csY469" fmla="*/ 23252 h 23251"/>
                  <a:gd name="csX470" fmla="*/ 237201 w 292410"/>
                  <a:gd name="csY470" fmla="*/ 20250 h 23251"/>
                  <a:gd name="csX471" fmla="*/ 239199 w 292410"/>
                  <a:gd name="csY471" fmla="*/ 19776 h 23251"/>
                  <a:gd name="csX472" fmla="*/ 240626 w 292410"/>
                  <a:gd name="csY472" fmla="*/ 18323 h 23251"/>
                  <a:gd name="csX473" fmla="*/ 241165 w 292410"/>
                  <a:gd name="csY473" fmla="*/ 15796 h 23251"/>
                  <a:gd name="csX474" fmla="*/ 241165 w 292410"/>
                  <a:gd name="csY474" fmla="*/ 15132 h 23251"/>
                  <a:gd name="csX475" fmla="*/ 237994 w 292410"/>
                  <a:gd name="csY475" fmla="*/ 15638 h 23251"/>
                  <a:gd name="csX476" fmla="*/ 235203 w 292410"/>
                  <a:gd name="csY476" fmla="*/ 16554 h 23251"/>
                  <a:gd name="csX477" fmla="*/ 234284 w 292410"/>
                  <a:gd name="csY477" fmla="*/ 18102 h 23251"/>
                  <a:gd name="csX478" fmla="*/ 234696 w 292410"/>
                  <a:gd name="csY478" fmla="*/ 19303 h 23251"/>
                  <a:gd name="csX479" fmla="*/ 235806 w 292410"/>
                  <a:gd name="csY479" fmla="*/ 20029 h 23251"/>
                  <a:gd name="csX480" fmla="*/ 237201 w 292410"/>
                  <a:gd name="csY480" fmla="*/ 20250 h 23251"/>
                  <a:gd name="csX481" fmla="*/ 256750 w 292410"/>
                  <a:gd name="csY481" fmla="*/ 22936 h 23251"/>
                  <a:gd name="csX482" fmla="*/ 253547 w 292410"/>
                  <a:gd name="csY482" fmla="*/ 22272 h 23251"/>
                  <a:gd name="csX483" fmla="*/ 251612 w 292410"/>
                  <a:gd name="csY483" fmla="*/ 20314 h 23251"/>
                  <a:gd name="csX484" fmla="*/ 250978 w 292410"/>
                  <a:gd name="csY484" fmla="*/ 17028 h 23251"/>
                  <a:gd name="csX485" fmla="*/ 250978 w 292410"/>
                  <a:gd name="csY485" fmla="*/ 9857 h 23251"/>
                  <a:gd name="csX486" fmla="*/ 248473 w 292410"/>
                  <a:gd name="csY486" fmla="*/ 9857 h 23251"/>
                  <a:gd name="csX487" fmla="*/ 247934 w 292410"/>
                  <a:gd name="csY487" fmla="*/ 9635 h 23251"/>
                  <a:gd name="csX488" fmla="*/ 247712 w 292410"/>
                  <a:gd name="csY488" fmla="*/ 9098 h 23251"/>
                  <a:gd name="csX489" fmla="*/ 247712 w 292410"/>
                  <a:gd name="csY489" fmla="*/ 7266 h 23251"/>
                  <a:gd name="csX490" fmla="*/ 247934 w 292410"/>
                  <a:gd name="csY490" fmla="*/ 6729 h 23251"/>
                  <a:gd name="csX491" fmla="*/ 248473 w 292410"/>
                  <a:gd name="csY491" fmla="*/ 6508 h 23251"/>
                  <a:gd name="csX492" fmla="*/ 250978 w 292410"/>
                  <a:gd name="csY492" fmla="*/ 6508 h 23251"/>
                  <a:gd name="csX493" fmla="*/ 250978 w 292410"/>
                  <a:gd name="csY493" fmla="*/ 1264 h 23251"/>
                  <a:gd name="csX494" fmla="*/ 251168 w 292410"/>
                  <a:gd name="csY494" fmla="*/ 727 h 23251"/>
                  <a:gd name="csX495" fmla="*/ 251739 w 292410"/>
                  <a:gd name="csY495" fmla="*/ 505 h 23251"/>
                  <a:gd name="csX496" fmla="*/ 254308 w 292410"/>
                  <a:gd name="csY496" fmla="*/ 505 h 23251"/>
                  <a:gd name="csX497" fmla="*/ 254847 w 292410"/>
                  <a:gd name="csY497" fmla="*/ 727 h 23251"/>
                  <a:gd name="csX498" fmla="*/ 255069 w 292410"/>
                  <a:gd name="csY498" fmla="*/ 1264 h 23251"/>
                  <a:gd name="csX499" fmla="*/ 255069 w 292410"/>
                  <a:gd name="csY499" fmla="*/ 6508 h 23251"/>
                  <a:gd name="csX500" fmla="*/ 259033 w 292410"/>
                  <a:gd name="csY500" fmla="*/ 6508 h 23251"/>
                  <a:gd name="csX501" fmla="*/ 259572 w 292410"/>
                  <a:gd name="csY501" fmla="*/ 6729 h 23251"/>
                  <a:gd name="csX502" fmla="*/ 259794 w 292410"/>
                  <a:gd name="csY502" fmla="*/ 7266 h 23251"/>
                  <a:gd name="csX503" fmla="*/ 259794 w 292410"/>
                  <a:gd name="csY503" fmla="*/ 9098 h 23251"/>
                  <a:gd name="csX504" fmla="*/ 259572 w 292410"/>
                  <a:gd name="csY504" fmla="*/ 9635 h 23251"/>
                  <a:gd name="csX505" fmla="*/ 259033 w 292410"/>
                  <a:gd name="csY505" fmla="*/ 9857 h 23251"/>
                  <a:gd name="csX506" fmla="*/ 255069 w 292410"/>
                  <a:gd name="csY506" fmla="*/ 9857 h 23251"/>
                  <a:gd name="csX507" fmla="*/ 255069 w 292410"/>
                  <a:gd name="csY507" fmla="*/ 16712 h 23251"/>
                  <a:gd name="csX508" fmla="*/ 255513 w 292410"/>
                  <a:gd name="csY508" fmla="*/ 18734 h 23251"/>
                  <a:gd name="csX509" fmla="*/ 257130 w 292410"/>
                  <a:gd name="csY509" fmla="*/ 19460 h 23251"/>
                  <a:gd name="csX510" fmla="*/ 259319 w 292410"/>
                  <a:gd name="csY510" fmla="*/ 19460 h 23251"/>
                  <a:gd name="csX511" fmla="*/ 259858 w 292410"/>
                  <a:gd name="csY511" fmla="*/ 19682 h 23251"/>
                  <a:gd name="csX512" fmla="*/ 260080 w 292410"/>
                  <a:gd name="csY512" fmla="*/ 20219 h 23251"/>
                  <a:gd name="csX513" fmla="*/ 260080 w 292410"/>
                  <a:gd name="csY513" fmla="*/ 22177 h 23251"/>
                  <a:gd name="csX514" fmla="*/ 259858 w 292410"/>
                  <a:gd name="csY514" fmla="*/ 22714 h 23251"/>
                  <a:gd name="csX515" fmla="*/ 259319 w 292410"/>
                  <a:gd name="csY515" fmla="*/ 22936 h 23251"/>
                  <a:gd name="csX516" fmla="*/ 256750 w 292410"/>
                  <a:gd name="csY516" fmla="*/ 22936 h 23251"/>
                  <a:gd name="csX517" fmla="*/ 270187 w 292410"/>
                  <a:gd name="csY517" fmla="*/ 23252 h 23251"/>
                  <a:gd name="csX518" fmla="*/ 265906 w 292410"/>
                  <a:gd name="csY518" fmla="*/ 22367 h 23251"/>
                  <a:gd name="csX519" fmla="*/ 263274 w 292410"/>
                  <a:gd name="csY519" fmla="*/ 19871 h 23251"/>
                  <a:gd name="csX520" fmla="*/ 262259 w 292410"/>
                  <a:gd name="csY520" fmla="*/ 16112 h 23251"/>
                  <a:gd name="csX521" fmla="*/ 262227 w 292410"/>
                  <a:gd name="csY521" fmla="*/ 14722 h 23251"/>
                  <a:gd name="csX522" fmla="*/ 262259 w 292410"/>
                  <a:gd name="csY522" fmla="*/ 13332 h 23251"/>
                  <a:gd name="csX523" fmla="*/ 263305 w 292410"/>
                  <a:gd name="csY523" fmla="*/ 9572 h 23251"/>
                  <a:gd name="csX524" fmla="*/ 265969 w 292410"/>
                  <a:gd name="csY524" fmla="*/ 7077 h 23251"/>
                  <a:gd name="csX525" fmla="*/ 270187 w 292410"/>
                  <a:gd name="csY525" fmla="*/ 6192 h 23251"/>
                  <a:gd name="csX526" fmla="*/ 274373 w 292410"/>
                  <a:gd name="csY526" fmla="*/ 7077 h 23251"/>
                  <a:gd name="csX527" fmla="*/ 277037 w 292410"/>
                  <a:gd name="csY527" fmla="*/ 9572 h 23251"/>
                  <a:gd name="csX528" fmla="*/ 278115 w 292410"/>
                  <a:gd name="csY528" fmla="*/ 13332 h 23251"/>
                  <a:gd name="csX529" fmla="*/ 278147 w 292410"/>
                  <a:gd name="csY529" fmla="*/ 14722 h 23251"/>
                  <a:gd name="csX530" fmla="*/ 278115 w 292410"/>
                  <a:gd name="csY530" fmla="*/ 16112 h 23251"/>
                  <a:gd name="csX531" fmla="*/ 277069 w 292410"/>
                  <a:gd name="csY531" fmla="*/ 19871 h 23251"/>
                  <a:gd name="csX532" fmla="*/ 274437 w 292410"/>
                  <a:gd name="csY532" fmla="*/ 22367 h 23251"/>
                  <a:gd name="csX533" fmla="*/ 270187 w 292410"/>
                  <a:gd name="csY533" fmla="*/ 23252 h 23251"/>
                  <a:gd name="csX534" fmla="*/ 270187 w 292410"/>
                  <a:gd name="csY534" fmla="*/ 20124 h 23251"/>
                  <a:gd name="csX535" fmla="*/ 272788 w 292410"/>
                  <a:gd name="csY535" fmla="*/ 19081 h 23251"/>
                  <a:gd name="csX536" fmla="*/ 273802 w 292410"/>
                  <a:gd name="csY536" fmla="*/ 15954 h 23251"/>
                  <a:gd name="csX537" fmla="*/ 273834 w 292410"/>
                  <a:gd name="csY537" fmla="*/ 14722 h 23251"/>
                  <a:gd name="csX538" fmla="*/ 273802 w 292410"/>
                  <a:gd name="csY538" fmla="*/ 13490 h 23251"/>
                  <a:gd name="csX539" fmla="*/ 272788 w 292410"/>
                  <a:gd name="csY539" fmla="*/ 10394 h 23251"/>
                  <a:gd name="csX540" fmla="*/ 270187 w 292410"/>
                  <a:gd name="csY540" fmla="*/ 9320 h 23251"/>
                  <a:gd name="csX541" fmla="*/ 267587 w 292410"/>
                  <a:gd name="csY541" fmla="*/ 10394 h 23251"/>
                  <a:gd name="csX542" fmla="*/ 266572 w 292410"/>
                  <a:gd name="csY542" fmla="*/ 13490 h 23251"/>
                  <a:gd name="csX543" fmla="*/ 266540 w 292410"/>
                  <a:gd name="csY543" fmla="*/ 14722 h 23251"/>
                  <a:gd name="csX544" fmla="*/ 266572 w 292410"/>
                  <a:gd name="csY544" fmla="*/ 15954 h 23251"/>
                  <a:gd name="csX545" fmla="*/ 267587 w 292410"/>
                  <a:gd name="csY545" fmla="*/ 19081 h 23251"/>
                  <a:gd name="csX546" fmla="*/ 270187 w 292410"/>
                  <a:gd name="csY546" fmla="*/ 20124 h 23251"/>
                  <a:gd name="csX547" fmla="*/ 282421 w 292410"/>
                  <a:gd name="csY547" fmla="*/ 22936 h 23251"/>
                  <a:gd name="csX548" fmla="*/ 281882 w 292410"/>
                  <a:gd name="csY548" fmla="*/ 22714 h 23251"/>
                  <a:gd name="csX549" fmla="*/ 281660 w 292410"/>
                  <a:gd name="csY549" fmla="*/ 22177 h 23251"/>
                  <a:gd name="csX550" fmla="*/ 281660 w 292410"/>
                  <a:gd name="csY550" fmla="*/ 7298 h 23251"/>
                  <a:gd name="csX551" fmla="*/ 281882 w 292410"/>
                  <a:gd name="csY551" fmla="*/ 6729 h 23251"/>
                  <a:gd name="csX552" fmla="*/ 282421 w 292410"/>
                  <a:gd name="csY552" fmla="*/ 6508 h 23251"/>
                  <a:gd name="csX553" fmla="*/ 284990 w 292410"/>
                  <a:gd name="csY553" fmla="*/ 6508 h 23251"/>
                  <a:gd name="csX554" fmla="*/ 285529 w 292410"/>
                  <a:gd name="csY554" fmla="*/ 6729 h 23251"/>
                  <a:gd name="csX555" fmla="*/ 285783 w 292410"/>
                  <a:gd name="csY555" fmla="*/ 7298 h 23251"/>
                  <a:gd name="csX556" fmla="*/ 285783 w 292410"/>
                  <a:gd name="csY556" fmla="*/ 8593 h 23251"/>
                  <a:gd name="csX557" fmla="*/ 287654 w 292410"/>
                  <a:gd name="csY557" fmla="*/ 7045 h 23251"/>
                  <a:gd name="csX558" fmla="*/ 290350 w 292410"/>
                  <a:gd name="csY558" fmla="*/ 6508 h 23251"/>
                  <a:gd name="csX559" fmla="*/ 291650 w 292410"/>
                  <a:gd name="csY559" fmla="*/ 6508 h 23251"/>
                  <a:gd name="csX560" fmla="*/ 292189 w 292410"/>
                  <a:gd name="csY560" fmla="*/ 6729 h 23251"/>
                  <a:gd name="csX561" fmla="*/ 292411 w 292410"/>
                  <a:gd name="csY561" fmla="*/ 7266 h 23251"/>
                  <a:gd name="csX562" fmla="*/ 292411 w 292410"/>
                  <a:gd name="csY562" fmla="*/ 9541 h 23251"/>
                  <a:gd name="csX563" fmla="*/ 292189 w 292410"/>
                  <a:gd name="csY563" fmla="*/ 10078 h 23251"/>
                  <a:gd name="csX564" fmla="*/ 291650 w 292410"/>
                  <a:gd name="csY564" fmla="*/ 10299 h 23251"/>
                  <a:gd name="csX565" fmla="*/ 289176 w 292410"/>
                  <a:gd name="csY565" fmla="*/ 10299 h 23251"/>
                  <a:gd name="csX566" fmla="*/ 286798 w 292410"/>
                  <a:gd name="csY566" fmla="*/ 11152 h 23251"/>
                  <a:gd name="csX567" fmla="*/ 285973 w 292410"/>
                  <a:gd name="csY567" fmla="*/ 13490 h 23251"/>
                  <a:gd name="csX568" fmla="*/ 285973 w 292410"/>
                  <a:gd name="csY568" fmla="*/ 22177 h 23251"/>
                  <a:gd name="csX569" fmla="*/ 285751 w 292410"/>
                  <a:gd name="csY569" fmla="*/ 22714 h 23251"/>
                  <a:gd name="csX570" fmla="*/ 285180 w 292410"/>
                  <a:gd name="csY570" fmla="*/ 22936 h 23251"/>
                  <a:gd name="csX571" fmla="*/ 282421 w 292410"/>
                  <a:gd name="csY571"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 ang="0">
                    <a:pos x="csX558" y="csY558"/>
                  </a:cxn>
                  <a:cxn ang="0">
                    <a:pos x="csX559" y="csY559"/>
                  </a:cxn>
                  <a:cxn ang="0">
                    <a:pos x="csX560" y="csY560"/>
                  </a:cxn>
                  <a:cxn ang="0">
                    <a:pos x="csX561" y="csY561"/>
                  </a:cxn>
                  <a:cxn ang="0">
                    <a:pos x="csX562" y="csY562"/>
                  </a:cxn>
                  <a:cxn ang="0">
                    <a:pos x="csX563" y="csY563"/>
                  </a:cxn>
                  <a:cxn ang="0">
                    <a:pos x="csX564" y="csY564"/>
                  </a:cxn>
                  <a:cxn ang="0">
                    <a:pos x="csX565" y="csY565"/>
                  </a:cxn>
                  <a:cxn ang="0">
                    <a:pos x="csX566" y="csY566"/>
                  </a:cxn>
                  <a:cxn ang="0">
                    <a:pos x="csX567" y="csY567"/>
                  </a:cxn>
                  <a:cxn ang="0">
                    <a:pos x="csX568" y="csY568"/>
                  </a:cxn>
                  <a:cxn ang="0">
                    <a:pos x="csX569" y="csY569"/>
                  </a:cxn>
                  <a:cxn ang="0">
                    <a:pos x="csX570" y="csY570"/>
                  </a:cxn>
                  <a:cxn ang="0">
                    <a:pos x="csX571" y="csY571"/>
                  </a:cxn>
                </a:cxnLst>
                <a:rect l="l" t="t" r="r" b="b"/>
                <a:pathLst>
                  <a:path w="292410" h="23251">
                    <a:moveTo>
                      <a:pt x="761" y="22936"/>
                    </a:moveTo>
                    <a:cubicBezTo>
                      <a:pt x="550" y="22936"/>
                      <a:pt x="369" y="22861"/>
                      <a:pt x="222" y="22714"/>
                    </a:cubicBezTo>
                    <a:cubicBezTo>
                      <a:pt x="75" y="22568"/>
                      <a:pt x="0" y="22387"/>
                      <a:pt x="0" y="22177"/>
                    </a:cubicBezTo>
                    <a:lnTo>
                      <a:pt x="0" y="1611"/>
                    </a:lnTo>
                    <a:cubicBezTo>
                      <a:pt x="0" y="1379"/>
                      <a:pt x="75" y="1189"/>
                      <a:pt x="222" y="1043"/>
                    </a:cubicBezTo>
                    <a:cubicBezTo>
                      <a:pt x="369" y="896"/>
                      <a:pt x="550" y="821"/>
                      <a:pt x="761" y="821"/>
                    </a:cubicBezTo>
                    <a:lnTo>
                      <a:pt x="8499" y="821"/>
                    </a:lnTo>
                    <a:cubicBezTo>
                      <a:pt x="10635" y="821"/>
                      <a:pt x="12388" y="1149"/>
                      <a:pt x="13763" y="1801"/>
                    </a:cubicBezTo>
                    <a:cubicBezTo>
                      <a:pt x="15159" y="2453"/>
                      <a:pt x="16205" y="3423"/>
                      <a:pt x="16903" y="4707"/>
                    </a:cubicBezTo>
                    <a:cubicBezTo>
                      <a:pt x="17621" y="5991"/>
                      <a:pt x="17993" y="7562"/>
                      <a:pt x="18013" y="9414"/>
                    </a:cubicBezTo>
                    <a:cubicBezTo>
                      <a:pt x="18056" y="10342"/>
                      <a:pt x="18076" y="11163"/>
                      <a:pt x="18076" y="11879"/>
                    </a:cubicBezTo>
                    <a:cubicBezTo>
                      <a:pt x="18076" y="12594"/>
                      <a:pt x="18056" y="13406"/>
                      <a:pt x="18013" y="14311"/>
                    </a:cubicBezTo>
                    <a:cubicBezTo>
                      <a:pt x="17970" y="16270"/>
                      <a:pt x="17612" y="17892"/>
                      <a:pt x="16935" y="19176"/>
                    </a:cubicBezTo>
                    <a:cubicBezTo>
                      <a:pt x="16257" y="20440"/>
                      <a:pt x="15233" y="21388"/>
                      <a:pt x="13858" y="22019"/>
                    </a:cubicBezTo>
                    <a:cubicBezTo>
                      <a:pt x="12506" y="22631"/>
                      <a:pt x="10771" y="22936"/>
                      <a:pt x="8658" y="22936"/>
                    </a:cubicBezTo>
                    <a:lnTo>
                      <a:pt x="761" y="22936"/>
                    </a:lnTo>
                    <a:close/>
                    <a:moveTo>
                      <a:pt x="4408" y="19303"/>
                    </a:moveTo>
                    <a:lnTo>
                      <a:pt x="8499" y="19303"/>
                    </a:lnTo>
                    <a:cubicBezTo>
                      <a:pt x="9684" y="19303"/>
                      <a:pt x="10644" y="19133"/>
                      <a:pt x="11385" y="18797"/>
                    </a:cubicBezTo>
                    <a:cubicBezTo>
                      <a:pt x="12126" y="18461"/>
                      <a:pt x="12665" y="17924"/>
                      <a:pt x="13002" y="17186"/>
                    </a:cubicBezTo>
                    <a:cubicBezTo>
                      <a:pt x="13362" y="16428"/>
                      <a:pt x="13553" y="15437"/>
                      <a:pt x="13573" y="14216"/>
                    </a:cubicBezTo>
                    <a:cubicBezTo>
                      <a:pt x="13593" y="13584"/>
                      <a:pt x="13605" y="13036"/>
                      <a:pt x="13605" y="12573"/>
                    </a:cubicBezTo>
                    <a:cubicBezTo>
                      <a:pt x="13625" y="12088"/>
                      <a:pt x="13625" y="11614"/>
                      <a:pt x="13605" y="11152"/>
                    </a:cubicBezTo>
                    <a:cubicBezTo>
                      <a:pt x="13605" y="10667"/>
                      <a:pt x="13593" y="10121"/>
                      <a:pt x="13573" y="9509"/>
                    </a:cubicBezTo>
                    <a:cubicBezTo>
                      <a:pt x="13530" y="7783"/>
                      <a:pt x="13097" y="6508"/>
                      <a:pt x="12273" y="5686"/>
                    </a:cubicBezTo>
                    <a:cubicBezTo>
                      <a:pt x="11448" y="4865"/>
                      <a:pt x="10137" y="4454"/>
                      <a:pt x="8340" y="4454"/>
                    </a:cubicBezTo>
                    <a:lnTo>
                      <a:pt x="4408" y="4454"/>
                    </a:lnTo>
                    <a:lnTo>
                      <a:pt x="4408" y="19303"/>
                    </a:lnTo>
                    <a:close/>
                    <a:moveTo>
                      <a:pt x="22679" y="22936"/>
                    </a:moveTo>
                    <a:cubicBezTo>
                      <a:pt x="22466" y="22936"/>
                      <a:pt x="22287" y="22861"/>
                      <a:pt x="22140" y="22714"/>
                    </a:cubicBezTo>
                    <a:cubicBezTo>
                      <a:pt x="21991" y="22568"/>
                      <a:pt x="21918" y="22387"/>
                      <a:pt x="21918" y="22177"/>
                    </a:cubicBezTo>
                    <a:lnTo>
                      <a:pt x="21918" y="7266"/>
                    </a:lnTo>
                    <a:cubicBezTo>
                      <a:pt x="21918" y="7056"/>
                      <a:pt x="21991" y="6876"/>
                      <a:pt x="22140" y="6729"/>
                    </a:cubicBezTo>
                    <a:cubicBezTo>
                      <a:pt x="22287" y="6582"/>
                      <a:pt x="22466" y="6508"/>
                      <a:pt x="22679" y="6508"/>
                    </a:cubicBezTo>
                    <a:lnTo>
                      <a:pt x="25311" y="6508"/>
                    </a:lnTo>
                    <a:cubicBezTo>
                      <a:pt x="25542" y="6508"/>
                      <a:pt x="25724" y="6582"/>
                      <a:pt x="25851" y="6729"/>
                    </a:cubicBezTo>
                    <a:cubicBezTo>
                      <a:pt x="25998" y="6876"/>
                      <a:pt x="26072" y="7056"/>
                      <a:pt x="26072" y="7266"/>
                    </a:cubicBezTo>
                    <a:lnTo>
                      <a:pt x="26072" y="22177"/>
                    </a:lnTo>
                    <a:cubicBezTo>
                      <a:pt x="26072" y="22387"/>
                      <a:pt x="25998" y="22568"/>
                      <a:pt x="25851" y="22714"/>
                    </a:cubicBezTo>
                    <a:cubicBezTo>
                      <a:pt x="25724" y="22861"/>
                      <a:pt x="25542" y="22936"/>
                      <a:pt x="25311" y="22936"/>
                    </a:cubicBezTo>
                    <a:lnTo>
                      <a:pt x="22679" y="22936"/>
                    </a:lnTo>
                    <a:close/>
                    <a:moveTo>
                      <a:pt x="22552" y="3791"/>
                    </a:moveTo>
                    <a:cubicBezTo>
                      <a:pt x="22319" y="3791"/>
                      <a:pt x="22129" y="3728"/>
                      <a:pt x="21982" y="3601"/>
                    </a:cubicBezTo>
                    <a:cubicBezTo>
                      <a:pt x="21855" y="3455"/>
                      <a:pt x="21791" y="3265"/>
                      <a:pt x="21791" y="3033"/>
                    </a:cubicBezTo>
                    <a:lnTo>
                      <a:pt x="21791" y="758"/>
                    </a:lnTo>
                    <a:cubicBezTo>
                      <a:pt x="21791" y="548"/>
                      <a:pt x="21855" y="368"/>
                      <a:pt x="21982" y="221"/>
                    </a:cubicBezTo>
                    <a:cubicBezTo>
                      <a:pt x="22129" y="74"/>
                      <a:pt x="22319" y="0"/>
                      <a:pt x="22552" y="0"/>
                    </a:cubicBezTo>
                    <a:lnTo>
                      <a:pt x="25438" y="0"/>
                    </a:lnTo>
                    <a:cubicBezTo>
                      <a:pt x="25669" y="0"/>
                      <a:pt x="25860" y="74"/>
                      <a:pt x="26009" y="221"/>
                    </a:cubicBezTo>
                    <a:cubicBezTo>
                      <a:pt x="26156" y="368"/>
                      <a:pt x="26231" y="548"/>
                      <a:pt x="26231" y="758"/>
                    </a:cubicBezTo>
                    <a:lnTo>
                      <a:pt x="26231" y="3033"/>
                    </a:lnTo>
                    <a:cubicBezTo>
                      <a:pt x="26231" y="3265"/>
                      <a:pt x="26156" y="3455"/>
                      <a:pt x="26009" y="3601"/>
                    </a:cubicBezTo>
                    <a:cubicBezTo>
                      <a:pt x="25860" y="3728"/>
                      <a:pt x="25669" y="3791"/>
                      <a:pt x="25438" y="3791"/>
                    </a:cubicBezTo>
                    <a:lnTo>
                      <a:pt x="22552" y="3791"/>
                    </a:lnTo>
                    <a:close/>
                    <a:moveTo>
                      <a:pt x="36526" y="23252"/>
                    </a:moveTo>
                    <a:cubicBezTo>
                      <a:pt x="35258" y="23252"/>
                      <a:pt x="34168" y="23105"/>
                      <a:pt x="33260" y="22809"/>
                    </a:cubicBezTo>
                    <a:cubicBezTo>
                      <a:pt x="32372" y="22514"/>
                      <a:pt x="31643" y="22146"/>
                      <a:pt x="31072" y="21704"/>
                    </a:cubicBezTo>
                    <a:cubicBezTo>
                      <a:pt x="30501" y="21261"/>
                      <a:pt x="30077" y="20819"/>
                      <a:pt x="29803" y="20377"/>
                    </a:cubicBezTo>
                    <a:cubicBezTo>
                      <a:pt x="29529" y="19934"/>
                      <a:pt x="29380" y="19567"/>
                      <a:pt x="29359" y="19271"/>
                    </a:cubicBezTo>
                    <a:cubicBezTo>
                      <a:pt x="29339" y="19039"/>
                      <a:pt x="29402" y="18860"/>
                      <a:pt x="29550" y="18734"/>
                    </a:cubicBezTo>
                    <a:cubicBezTo>
                      <a:pt x="29720" y="18587"/>
                      <a:pt x="29898" y="18513"/>
                      <a:pt x="30089" y="18513"/>
                    </a:cubicBezTo>
                    <a:lnTo>
                      <a:pt x="32594" y="18513"/>
                    </a:lnTo>
                    <a:cubicBezTo>
                      <a:pt x="32678" y="18513"/>
                      <a:pt x="32753" y="18524"/>
                      <a:pt x="32816" y="18544"/>
                    </a:cubicBezTo>
                    <a:cubicBezTo>
                      <a:pt x="32879" y="18565"/>
                      <a:pt x="32963" y="18628"/>
                      <a:pt x="33070" y="18734"/>
                    </a:cubicBezTo>
                    <a:cubicBezTo>
                      <a:pt x="33344" y="18966"/>
                      <a:pt x="33629" y="19208"/>
                      <a:pt x="33926" y="19460"/>
                    </a:cubicBezTo>
                    <a:cubicBezTo>
                      <a:pt x="34243" y="19713"/>
                      <a:pt x="34612" y="19934"/>
                      <a:pt x="35036" y="20124"/>
                    </a:cubicBezTo>
                    <a:cubicBezTo>
                      <a:pt x="35460" y="20293"/>
                      <a:pt x="35987" y="20377"/>
                      <a:pt x="36622" y="20377"/>
                    </a:cubicBezTo>
                    <a:cubicBezTo>
                      <a:pt x="37446" y="20377"/>
                      <a:pt x="38132" y="20219"/>
                      <a:pt x="38683" y="19903"/>
                    </a:cubicBezTo>
                    <a:cubicBezTo>
                      <a:pt x="39254" y="19567"/>
                      <a:pt x="39539" y="19093"/>
                      <a:pt x="39539" y="18481"/>
                    </a:cubicBezTo>
                    <a:cubicBezTo>
                      <a:pt x="39539" y="18039"/>
                      <a:pt x="39412" y="17680"/>
                      <a:pt x="39159" y="17407"/>
                    </a:cubicBezTo>
                    <a:cubicBezTo>
                      <a:pt x="38925" y="17134"/>
                      <a:pt x="38481" y="16890"/>
                      <a:pt x="37827" y="16680"/>
                    </a:cubicBezTo>
                    <a:cubicBezTo>
                      <a:pt x="37172" y="16448"/>
                      <a:pt x="36241" y="16207"/>
                      <a:pt x="35036" y="15954"/>
                    </a:cubicBezTo>
                    <a:cubicBezTo>
                      <a:pt x="33851" y="15681"/>
                      <a:pt x="32868" y="15333"/>
                      <a:pt x="32087" y="14911"/>
                    </a:cubicBezTo>
                    <a:cubicBezTo>
                      <a:pt x="31305" y="14489"/>
                      <a:pt x="30723" y="13964"/>
                      <a:pt x="30342" y="13332"/>
                    </a:cubicBezTo>
                    <a:cubicBezTo>
                      <a:pt x="29962" y="12700"/>
                      <a:pt x="29772" y="11962"/>
                      <a:pt x="29772" y="11120"/>
                    </a:cubicBezTo>
                    <a:cubicBezTo>
                      <a:pt x="29772" y="10299"/>
                      <a:pt x="30014" y="9520"/>
                      <a:pt x="30501" y="8782"/>
                    </a:cubicBezTo>
                    <a:cubicBezTo>
                      <a:pt x="31008" y="8024"/>
                      <a:pt x="31749" y="7404"/>
                      <a:pt x="32721" y="6919"/>
                    </a:cubicBezTo>
                    <a:cubicBezTo>
                      <a:pt x="33715" y="6433"/>
                      <a:pt x="34941" y="6192"/>
                      <a:pt x="36400" y="6192"/>
                    </a:cubicBezTo>
                    <a:cubicBezTo>
                      <a:pt x="37541" y="6192"/>
                      <a:pt x="38536" y="6339"/>
                      <a:pt x="39381" y="6634"/>
                    </a:cubicBezTo>
                    <a:cubicBezTo>
                      <a:pt x="40226" y="6907"/>
                      <a:pt x="40923" y="7255"/>
                      <a:pt x="41474" y="7677"/>
                    </a:cubicBezTo>
                    <a:cubicBezTo>
                      <a:pt x="42045" y="8099"/>
                      <a:pt x="42477" y="8530"/>
                      <a:pt x="42774" y="8972"/>
                    </a:cubicBezTo>
                    <a:cubicBezTo>
                      <a:pt x="43071" y="9394"/>
                      <a:pt x="43229" y="9762"/>
                      <a:pt x="43250" y="10078"/>
                    </a:cubicBezTo>
                    <a:cubicBezTo>
                      <a:pt x="43270" y="10310"/>
                      <a:pt x="43207" y="10500"/>
                      <a:pt x="43059" y="10646"/>
                    </a:cubicBezTo>
                    <a:cubicBezTo>
                      <a:pt x="42912" y="10773"/>
                      <a:pt x="42742" y="10836"/>
                      <a:pt x="42552" y="10836"/>
                    </a:cubicBezTo>
                    <a:lnTo>
                      <a:pt x="40205" y="10836"/>
                    </a:lnTo>
                    <a:cubicBezTo>
                      <a:pt x="40099" y="10836"/>
                      <a:pt x="40004" y="10816"/>
                      <a:pt x="39920" y="10773"/>
                    </a:cubicBezTo>
                    <a:cubicBezTo>
                      <a:pt x="39836" y="10730"/>
                      <a:pt x="39750" y="10678"/>
                      <a:pt x="39666" y="10615"/>
                    </a:cubicBezTo>
                    <a:cubicBezTo>
                      <a:pt x="39433" y="10405"/>
                      <a:pt x="39179" y="10184"/>
                      <a:pt x="38905" y="9951"/>
                    </a:cubicBezTo>
                    <a:cubicBezTo>
                      <a:pt x="38631" y="9719"/>
                      <a:pt x="38291" y="9520"/>
                      <a:pt x="37890" y="9351"/>
                    </a:cubicBezTo>
                    <a:cubicBezTo>
                      <a:pt x="37510" y="9162"/>
                      <a:pt x="37002" y="9067"/>
                      <a:pt x="36368" y="9067"/>
                    </a:cubicBezTo>
                    <a:cubicBezTo>
                      <a:pt x="35564" y="9067"/>
                      <a:pt x="34952" y="9245"/>
                      <a:pt x="34529" y="9604"/>
                    </a:cubicBezTo>
                    <a:cubicBezTo>
                      <a:pt x="34105" y="9940"/>
                      <a:pt x="33894" y="10373"/>
                      <a:pt x="33894" y="10899"/>
                    </a:cubicBezTo>
                    <a:cubicBezTo>
                      <a:pt x="33894" y="11258"/>
                      <a:pt x="33989" y="11574"/>
                      <a:pt x="34180" y="11847"/>
                    </a:cubicBezTo>
                    <a:cubicBezTo>
                      <a:pt x="34390" y="12100"/>
                      <a:pt x="34803" y="12341"/>
                      <a:pt x="35416" y="12573"/>
                    </a:cubicBezTo>
                    <a:cubicBezTo>
                      <a:pt x="36030" y="12806"/>
                      <a:pt x="36959" y="13047"/>
                      <a:pt x="38207" y="13300"/>
                    </a:cubicBezTo>
                    <a:cubicBezTo>
                      <a:pt x="39623" y="13553"/>
                      <a:pt x="40744" y="13932"/>
                      <a:pt x="41569" y="14437"/>
                    </a:cubicBezTo>
                    <a:cubicBezTo>
                      <a:pt x="42414" y="14923"/>
                      <a:pt x="43007" y="15491"/>
                      <a:pt x="43345" y="16143"/>
                    </a:cubicBezTo>
                    <a:cubicBezTo>
                      <a:pt x="43705" y="16775"/>
                      <a:pt x="43884" y="17482"/>
                      <a:pt x="43884" y="18260"/>
                    </a:cubicBezTo>
                    <a:cubicBezTo>
                      <a:pt x="43884" y="19208"/>
                      <a:pt x="43598" y="20061"/>
                      <a:pt x="43028" y="20819"/>
                    </a:cubicBezTo>
                    <a:cubicBezTo>
                      <a:pt x="42477" y="21577"/>
                      <a:pt x="41653" y="22177"/>
                      <a:pt x="40554" y="22620"/>
                    </a:cubicBezTo>
                    <a:cubicBezTo>
                      <a:pt x="39476" y="23042"/>
                      <a:pt x="38132" y="23252"/>
                      <a:pt x="36526" y="23252"/>
                    </a:cubicBezTo>
                    <a:close/>
                    <a:moveTo>
                      <a:pt x="54292" y="23252"/>
                    </a:moveTo>
                    <a:cubicBezTo>
                      <a:pt x="52770" y="23252"/>
                      <a:pt x="51429" y="22967"/>
                      <a:pt x="50265" y="22399"/>
                    </a:cubicBezTo>
                    <a:cubicBezTo>
                      <a:pt x="49123" y="21830"/>
                      <a:pt x="48226" y="21008"/>
                      <a:pt x="47569" y="19934"/>
                    </a:cubicBezTo>
                    <a:cubicBezTo>
                      <a:pt x="46935" y="18840"/>
                      <a:pt x="46586" y="17522"/>
                      <a:pt x="46523" y="15985"/>
                    </a:cubicBezTo>
                    <a:cubicBezTo>
                      <a:pt x="46502" y="15669"/>
                      <a:pt x="46491" y="15259"/>
                      <a:pt x="46491" y="14753"/>
                    </a:cubicBezTo>
                    <a:cubicBezTo>
                      <a:pt x="46491" y="14228"/>
                      <a:pt x="46502" y="13794"/>
                      <a:pt x="46523" y="13458"/>
                    </a:cubicBezTo>
                    <a:cubicBezTo>
                      <a:pt x="46586" y="11921"/>
                      <a:pt x="46935" y="10615"/>
                      <a:pt x="47569" y="9541"/>
                    </a:cubicBezTo>
                    <a:cubicBezTo>
                      <a:pt x="48226" y="8446"/>
                      <a:pt x="49123" y="7614"/>
                      <a:pt x="50265" y="7045"/>
                    </a:cubicBezTo>
                    <a:cubicBezTo>
                      <a:pt x="51429" y="6476"/>
                      <a:pt x="52770" y="6192"/>
                      <a:pt x="54292" y="6192"/>
                    </a:cubicBezTo>
                    <a:cubicBezTo>
                      <a:pt x="55647" y="6192"/>
                      <a:pt x="56798" y="6382"/>
                      <a:pt x="57749" y="6761"/>
                    </a:cubicBezTo>
                    <a:cubicBezTo>
                      <a:pt x="58701" y="7140"/>
                      <a:pt x="59484" y="7614"/>
                      <a:pt x="60096" y="8182"/>
                    </a:cubicBezTo>
                    <a:cubicBezTo>
                      <a:pt x="60710" y="8751"/>
                      <a:pt x="61165" y="9351"/>
                      <a:pt x="61460" y="9983"/>
                    </a:cubicBezTo>
                    <a:cubicBezTo>
                      <a:pt x="61777" y="10595"/>
                      <a:pt x="61947" y="11152"/>
                      <a:pt x="61967" y="11657"/>
                    </a:cubicBezTo>
                    <a:cubicBezTo>
                      <a:pt x="61990" y="11890"/>
                      <a:pt x="61915" y="12079"/>
                      <a:pt x="61745" y="12226"/>
                    </a:cubicBezTo>
                    <a:cubicBezTo>
                      <a:pt x="61598" y="12352"/>
                      <a:pt x="61419" y="12416"/>
                      <a:pt x="61206" y="12416"/>
                    </a:cubicBezTo>
                    <a:lnTo>
                      <a:pt x="58415" y="12416"/>
                    </a:lnTo>
                    <a:cubicBezTo>
                      <a:pt x="58204" y="12416"/>
                      <a:pt x="58035" y="12364"/>
                      <a:pt x="57908" y="12258"/>
                    </a:cubicBezTo>
                    <a:cubicBezTo>
                      <a:pt x="57803" y="12152"/>
                      <a:pt x="57697" y="11994"/>
                      <a:pt x="57591" y="11784"/>
                    </a:cubicBezTo>
                    <a:cubicBezTo>
                      <a:pt x="57273" y="10942"/>
                      <a:pt x="56852" y="10351"/>
                      <a:pt x="56322" y="10015"/>
                    </a:cubicBezTo>
                    <a:cubicBezTo>
                      <a:pt x="55815" y="9656"/>
                      <a:pt x="55160" y="9478"/>
                      <a:pt x="54356" y="9478"/>
                    </a:cubicBezTo>
                    <a:cubicBezTo>
                      <a:pt x="53300" y="9478"/>
                      <a:pt x="52453" y="9814"/>
                      <a:pt x="51819" y="10488"/>
                    </a:cubicBezTo>
                    <a:cubicBezTo>
                      <a:pt x="51207" y="11141"/>
                      <a:pt x="50879" y="12183"/>
                      <a:pt x="50836" y="13616"/>
                    </a:cubicBezTo>
                    <a:cubicBezTo>
                      <a:pt x="50795" y="14417"/>
                      <a:pt x="50795" y="15153"/>
                      <a:pt x="50836" y="15827"/>
                    </a:cubicBezTo>
                    <a:cubicBezTo>
                      <a:pt x="50879" y="17281"/>
                      <a:pt x="51207" y="18334"/>
                      <a:pt x="51819" y="18987"/>
                    </a:cubicBezTo>
                    <a:cubicBezTo>
                      <a:pt x="52453" y="19639"/>
                      <a:pt x="53300" y="19966"/>
                      <a:pt x="54356" y="19966"/>
                    </a:cubicBezTo>
                    <a:cubicBezTo>
                      <a:pt x="55180" y="19966"/>
                      <a:pt x="55846" y="19797"/>
                      <a:pt x="56354" y="19460"/>
                    </a:cubicBezTo>
                    <a:cubicBezTo>
                      <a:pt x="56861" y="19102"/>
                      <a:pt x="57273" y="18501"/>
                      <a:pt x="57591" y="17660"/>
                    </a:cubicBezTo>
                    <a:cubicBezTo>
                      <a:pt x="57697" y="17450"/>
                      <a:pt x="57803" y="17292"/>
                      <a:pt x="57908" y="17186"/>
                    </a:cubicBezTo>
                    <a:cubicBezTo>
                      <a:pt x="58035" y="17080"/>
                      <a:pt x="58204" y="17028"/>
                      <a:pt x="58415" y="17028"/>
                    </a:cubicBezTo>
                    <a:lnTo>
                      <a:pt x="61206" y="17028"/>
                    </a:lnTo>
                    <a:cubicBezTo>
                      <a:pt x="61419" y="17028"/>
                      <a:pt x="61598" y="17102"/>
                      <a:pt x="61745" y="17249"/>
                    </a:cubicBezTo>
                    <a:cubicBezTo>
                      <a:pt x="61915" y="17375"/>
                      <a:pt x="61990" y="17554"/>
                      <a:pt x="61967" y="17786"/>
                    </a:cubicBezTo>
                    <a:cubicBezTo>
                      <a:pt x="61947" y="18165"/>
                      <a:pt x="61840" y="18596"/>
                      <a:pt x="61650" y="19081"/>
                    </a:cubicBezTo>
                    <a:cubicBezTo>
                      <a:pt x="61482" y="19544"/>
                      <a:pt x="61197" y="20029"/>
                      <a:pt x="60794" y="20535"/>
                    </a:cubicBezTo>
                    <a:cubicBezTo>
                      <a:pt x="60413" y="21020"/>
                      <a:pt x="59928" y="21471"/>
                      <a:pt x="59335" y="21893"/>
                    </a:cubicBezTo>
                    <a:cubicBezTo>
                      <a:pt x="58744" y="22292"/>
                      <a:pt x="58026" y="22620"/>
                      <a:pt x="57178" y="22872"/>
                    </a:cubicBezTo>
                    <a:cubicBezTo>
                      <a:pt x="56354" y="23125"/>
                      <a:pt x="55393" y="23252"/>
                      <a:pt x="54292" y="23252"/>
                    </a:cubicBezTo>
                    <a:close/>
                    <a:moveTo>
                      <a:pt x="72568" y="23252"/>
                    </a:moveTo>
                    <a:cubicBezTo>
                      <a:pt x="70878" y="23252"/>
                      <a:pt x="69451" y="22956"/>
                      <a:pt x="68287" y="22367"/>
                    </a:cubicBezTo>
                    <a:cubicBezTo>
                      <a:pt x="67145" y="21778"/>
                      <a:pt x="66269" y="20945"/>
                      <a:pt x="65655" y="19871"/>
                    </a:cubicBezTo>
                    <a:cubicBezTo>
                      <a:pt x="65064" y="18797"/>
                      <a:pt x="64726" y="17545"/>
                      <a:pt x="64640" y="16112"/>
                    </a:cubicBezTo>
                    <a:cubicBezTo>
                      <a:pt x="64620" y="15733"/>
                      <a:pt x="64608" y="15270"/>
                      <a:pt x="64608" y="14722"/>
                    </a:cubicBezTo>
                    <a:cubicBezTo>
                      <a:pt x="64608" y="14173"/>
                      <a:pt x="64620" y="13711"/>
                      <a:pt x="64640" y="13332"/>
                    </a:cubicBezTo>
                    <a:cubicBezTo>
                      <a:pt x="64726" y="11879"/>
                      <a:pt x="65075" y="10626"/>
                      <a:pt x="65686" y="9572"/>
                    </a:cubicBezTo>
                    <a:cubicBezTo>
                      <a:pt x="66321" y="8498"/>
                      <a:pt x="67209" y="7666"/>
                      <a:pt x="68350" y="7077"/>
                    </a:cubicBezTo>
                    <a:cubicBezTo>
                      <a:pt x="69515" y="6488"/>
                      <a:pt x="70919" y="6192"/>
                      <a:pt x="72568" y="6192"/>
                    </a:cubicBezTo>
                    <a:cubicBezTo>
                      <a:pt x="74217" y="6192"/>
                      <a:pt x="75613" y="6488"/>
                      <a:pt x="76754" y="7077"/>
                    </a:cubicBezTo>
                    <a:cubicBezTo>
                      <a:pt x="77919" y="7666"/>
                      <a:pt x="78807" y="8498"/>
                      <a:pt x="79418" y="9572"/>
                    </a:cubicBezTo>
                    <a:cubicBezTo>
                      <a:pt x="80052" y="10626"/>
                      <a:pt x="80413" y="11879"/>
                      <a:pt x="80496" y="13332"/>
                    </a:cubicBezTo>
                    <a:cubicBezTo>
                      <a:pt x="80519" y="13711"/>
                      <a:pt x="80528" y="14173"/>
                      <a:pt x="80528" y="14722"/>
                    </a:cubicBezTo>
                    <a:cubicBezTo>
                      <a:pt x="80528" y="15270"/>
                      <a:pt x="80519" y="15733"/>
                      <a:pt x="80496" y="16112"/>
                    </a:cubicBezTo>
                    <a:cubicBezTo>
                      <a:pt x="80413" y="17545"/>
                      <a:pt x="80064" y="18797"/>
                      <a:pt x="79450" y="19871"/>
                    </a:cubicBezTo>
                    <a:cubicBezTo>
                      <a:pt x="78859" y="20945"/>
                      <a:pt x="77982" y="21778"/>
                      <a:pt x="76818" y="22367"/>
                    </a:cubicBezTo>
                    <a:cubicBezTo>
                      <a:pt x="75676" y="22956"/>
                      <a:pt x="74260" y="23252"/>
                      <a:pt x="72568" y="23252"/>
                    </a:cubicBezTo>
                    <a:close/>
                    <a:moveTo>
                      <a:pt x="72568" y="20124"/>
                    </a:moveTo>
                    <a:cubicBezTo>
                      <a:pt x="73689" y="20124"/>
                      <a:pt x="74557" y="19776"/>
                      <a:pt x="75169" y="19081"/>
                    </a:cubicBezTo>
                    <a:cubicBezTo>
                      <a:pt x="75782" y="18366"/>
                      <a:pt x="76120" y="17324"/>
                      <a:pt x="76183" y="15954"/>
                    </a:cubicBezTo>
                    <a:cubicBezTo>
                      <a:pt x="76206" y="15638"/>
                      <a:pt x="76215" y="15227"/>
                      <a:pt x="76215" y="14722"/>
                    </a:cubicBezTo>
                    <a:cubicBezTo>
                      <a:pt x="76215" y="14216"/>
                      <a:pt x="76206" y="13806"/>
                      <a:pt x="76183" y="13490"/>
                    </a:cubicBezTo>
                    <a:cubicBezTo>
                      <a:pt x="76120" y="12143"/>
                      <a:pt x="75782" y="11109"/>
                      <a:pt x="75169" y="10394"/>
                    </a:cubicBezTo>
                    <a:cubicBezTo>
                      <a:pt x="74557" y="9678"/>
                      <a:pt x="73689" y="9320"/>
                      <a:pt x="72568" y="9320"/>
                    </a:cubicBezTo>
                    <a:cubicBezTo>
                      <a:pt x="71449" y="9320"/>
                      <a:pt x="70582" y="9678"/>
                      <a:pt x="69968" y="10394"/>
                    </a:cubicBezTo>
                    <a:cubicBezTo>
                      <a:pt x="69356" y="11109"/>
                      <a:pt x="69016" y="12143"/>
                      <a:pt x="68953" y="13490"/>
                    </a:cubicBezTo>
                    <a:cubicBezTo>
                      <a:pt x="68933" y="13806"/>
                      <a:pt x="68921" y="14216"/>
                      <a:pt x="68921" y="14722"/>
                    </a:cubicBezTo>
                    <a:cubicBezTo>
                      <a:pt x="68921" y="15227"/>
                      <a:pt x="68933" y="15638"/>
                      <a:pt x="68953" y="15954"/>
                    </a:cubicBezTo>
                    <a:cubicBezTo>
                      <a:pt x="69016" y="17324"/>
                      <a:pt x="69356" y="18366"/>
                      <a:pt x="69968" y="19081"/>
                    </a:cubicBezTo>
                    <a:cubicBezTo>
                      <a:pt x="70582" y="19776"/>
                      <a:pt x="71449" y="20124"/>
                      <a:pt x="72568" y="20124"/>
                    </a:cubicBezTo>
                    <a:close/>
                    <a:moveTo>
                      <a:pt x="90164" y="23252"/>
                    </a:moveTo>
                    <a:cubicBezTo>
                      <a:pt x="88873" y="23252"/>
                      <a:pt x="87754" y="22967"/>
                      <a:pt x="86803" y="22399"/>
                    </a:cubicBezTo>
                    <a:cubicBezTo>
                      <a:pt x="85872" y="21810"/>
                      <a:pt x="85154" y="20988"/>
                      <a:pt x="84646" y="19934"/>
                    </a:cubicBezTo>
                    <a:cubicBezTo>
                      <a:pt x="84139" y="18860"/>
                      <a:pt x="83885" y="17597"/>
                      <a:pt x="83885" y="16143"/>
                    </a:cubicBezTo>
                    <a:lnTo>
                      <a:pt x="83885" y="7266"/>
                    </a:lnTo>
                    <a:cubicBezTo>
                      <a:pt x="83885" y="7056"/>
                      <a:pt x="83958" y="6876"/>
                      <a:pt x="84107" y="6729"/>
                    </a:cubicBezTo>
                    <a:cubicBezTo>
                      <a:pt x="84254" y="6582"/>
                      <a:pt x="84433" y="6508"/>
                      <a:pt x="84646" y="6508"/>
                    </a:cubicBezTo>
                    <a:lnTo>
                      <a:pt x="87437" y="6508"/>
                    </a:lnTo>
                    <a:cubicBezTo>
                      <a:pt x="87668" y="6508"/>
                      <a:pt x="87849" y="6582"/>
                      <a:pt x="87976" y="6729"/>
                    </a:cubicBezTo>
                    <a:cubicBezTo>
                      <a:pt x="88123" y="6876"/>
                      <a:pt x="88198" y="7056"/>
                      <a:pt x="88198" y="7266"/>
                    </a:cubicBezTo>
                    <a:lnTo>
                      <a:pt x="88198" y="15954"/>
                    </a:lnTo>
                    <a:cubicBezTo>
                      <a:pt x="88198" y="18565"/>
                      <a:pt x="89349" y="19871"/>
                      <a:pt x="91655" y="19871"/>
                    </a:cubicBezTo>
                    <a:cubicBezTo>
                      <a:pt x="92753" y="19871"/>
                      <a:pt x="93621" y="19524"/>
                      <a:pt x="94255" y="18829"/>
                    </a:cubicBezTo>
                    <a:cubicBezTo>
                      <a:pt x="94910" y="18134"/>
                      <a:pt x="95238" y="17175"/>
                      <a:pt x="95238" y="15954"/>
                    </a:cubicBezTo>
                    <a:lnTo>
                      <a:pt x="95238" y="7266"/>
                    </a:lnTo>
                    <a:cubicBezTo>
                      <a:pt x="95238" y="7056"/>
                      <a:pt x="95311" y="6876"/>
                      <a:pt x="95460" y="6729"/>
                    </a:cubicBezTo>
                    <a:cubicBezTo>
                      <a:pt x="95608" y="6582"/>
                      <a:pt x="95786" y="6508"/>
                      <a:pt x="95999" y="6508"/>
                    </a:cubicBezTo>
                    <a:lnTo>
                      <a:pt x="98790" y="6508"/>
                    </a:lnTo>
                    <a:cubicBezTo>
                      <a:pt x="99001" y="6508"/>
                      <a:pt x="99180" y="6582"/>
                      <a:pt x="99329" y="6729"/>
                    </a:cubicBezTo>
                    <a:cubicBezTo>
                      <a:pt x="99477" y="6876"/>
                      <a:pt x="99551" y="7056"/>
                      <a:pt x="99551" y="7266"/>
                    </a:cubicBezTo>
                    <a:lnTo>
                      <a:pt x="99551" y="22177"/>
                    </a:lnTo>
                    <a:cubicBezTo>
                      <a:pt x="99551" y="22387"/>
                      <a:pt x="99477" y="22568"/>
                      <a:pt x="99329" y="22714"/>
                    </a:cubicBezTo>
                    <a:cubicBezTo>
                      <a:pt x="99180" y="22861"/>
                      <a:pt x="99001" y="22936"/>
                      <a:pt x="98790" y="22936"/>
                    </a:cubicBezTo>
                    <a:lnTo>
                      <a:pt x="96221" y="22936"/>
                    </a:lnTo>
                    <a:cubicBezTo>
                      <a:pt x="95988" y="22936"/>
                      <a:pt x="95798" y="22861"/>
                      <a:pt x="95651" y="22714"/>
                    </a:cubicBezTo>
                    <a:cubicBezTo>
                      <a:pt x="95524" y="22568"/>
                      <a:pt x="95460" y="22387"/>
                      <a:pt x="95460" y="22177"/>
                    </a:cubicBezTo>
                    <a:lnTo>
                      <a:pt x="95460" y="20882"/>
                    </a:lnTo>
                    <a:cubicBezTo>
                      <a:pt x="94889" y="21620"/>
                      <a:pt x="94181" y="22198"/>
                      <a:pt x="93336" y="22620"/>
                    </a:cubicBezTo>
                    <a:cubicBezTo>
                      <a:pt x="92488" y="23042"/>
                      <a:pt x="91433" y="23252"/>
                      <a:pt x="90164" y="23252"/>
                    </a:cubicBezTo>
                    <a:close/>
                    <a:moveTo>
                      <a:pt x="104501" y="22936"/>
                    </a:moveTo>
                    <a:cubicBezTo>
                      <a:pt x="104290" y="22936"/>
                      <a:pt x="104109" y="22861"/>
                      <a:pt x="103962" y="22714"/>
                    </a:cubicBezTo>
                    <a:cubicBezTo>
                      <a:pt x="103814" y="22568"/>
                      <a:pt x="103740" y="22387"/>
                      <a:pt x="103740" y="22177"/>
                    </a:cubicBezTo>
                    <a:lnTo>
                      <a:pt x="103740" y="7266"/>
                    </a:lnTo>
                    <a:cubicBezTo>
                      <a:pt x="103740" y="7056"/>
                      <a:pt x="103814" y="6876"/>
                      <a:pt x="103962" y="6729"/>
                    </a:cubicBezTo>
                    <a:cubicBezTo>
                      <a:pt x="104109" y="6582"/>
                      <a:pt x="104290" y="6508"/>
                      <a:pt x="104501" y="6508"/>
                    </a:cubicBezTo>
                    <a:lnTo>
                      <a:pt x="107101" y="6508"/>
                    </a:lnTo>
                    <a:cubicBezTo>
                      <a:pt x="107312" y="6508"/>
                      <a:pt x="107493" y="6582"/>
                      <a:pt x="107640" y="6729"/>
                    </a:cubicBezTo>
                    <a:cubicBezTo>
                      <a:pt x="107788" y="6876"/>
                      <a:pt x="107862" y="7056"/>
                      <a:pt x="107862" y="7266"/>
                    </a:cubicBezTo>
                    <a:lnTo>
                      <a:pt x="107862" y="8561"/>
                    </a:lnTo>
                    <a:cubicBezTo>
                      <a:pt x="108413" y="7887"/>
                      <a:pt x="109110" y="7329"/>
                      <a:pt x="109955" y="6887"/>
                    </a:cubicBezTo>
                    <a:cubicBezTo>
                      <a:pt x="110823" y="6424"/>
                      <a:pt x="111890" y="6192"/>
                      <a:pt x="113158" y="6192"/>
                    </a:cubicBezTo>
                    <a:cubicBezTo>
                      <a:pt x="114447" y="6192"/>
                      <a:pt x="115569" y="6488"/>
                      <a:pt x="116520" y="7077"/>
                    </a:cubicBezTo>
                    <a:cubicBezTo>
                      <a:pt x="117471" y="7645"/>
                      <a:pt x="118201" y="8455"/>
                      <a:pt x="118708" y="9509"/>
                    </a:cubicBezTo>
                    <a:cubicBezTo>
                      <a:pt x="119236" y="10563"/>
                      <a:pt x="119501" y="11827"/>
                      <a:pt x="119501" y="13300"/>
                    </a:cubicBezTo>
                    <a:lnTo>
                      <a:pt x="119501" y="22177"/>
                    </a:lnTo>
                    <a:cubicBezTo>
                      <a:pt x="119501" y="22387"/>
                      <a:pt x="119426" y="22568"/>
                      <a:pt x="119279" y="22714"/>
                    </a:cubicBezTo>
                    <a:cubicBezTo>
                      <a:pt x="119132" y="22861"/>
                      <a:pt x="118951" y="22936"/>
                      <a:pt x="118740" y="22936"/>
                    </a:cubicBezTo>
                    <a:lnTo>
                      <a:pt x="115949" y="22936"/>
                    </a:lnTo>
                    <a:cubicBezTo>
                      <a:pt x="115738" y="22936"/>
                      <a:pt x="115557" y="22861"/>
                      <a:pt x="115410" y="22714"/>
                    </a:cubicBezTo>
                    <a:cubicBezTo>
                      <a:pt x="115263" y="22568"/>
                      <a:pt x="115188" y="22387"/>
                      <a:pt x="115188" y="22177"/>
                    </a:cubicBezTo>
                    <a:lnTo>
                      <a:pt x="115188" y="13490"/>
                    </a:lnTo>
                    <a:cubicBezTo>
                      <a:pt x="115188" y="12269"/>
                      <a:pt x="114882" y="11310"/>
                      <a:pt x="114268" y="10615"/>
                    </a:cubicBezTo>
                    <a:cubicBezTo>
                      <a:pt x="113677" y="9920"/>
                      <a:pt x="112810" y="9572"/>
                      <a:pt x="111668" y="9572"/>
                    </a:cubicBezTo>
                    <a:cubicBezTo>
                      <a:pt x="110569" y="9572"/>
                      <a:pt x="109690" y="9920"/>
                      <a:pt x="109036" y="10615"/>
                    </a:cubicBezTo>
                    <a:cubicBezTo>
                      <a:pt x="108381" y="11310"/>
                      <a:pt x="108053" y="12269"/>
                      <a:pt x="108053" y="13490"/>
                    </a:cubicBezTo>
                    <a:lnTo>
                      <a:pt x="108053" y="22177"/>
                    </a:lnTo>
                    <a:cubicBezTo>
                      <a:pt x="108053" y="22387"/>
                      <a:pt x="107978" y="22568"/>
                      <a:pt x="107831" y="22714"/>
                    </a:cubicBezTo>
                    <a:cubicBezTo>
                      <a:pt x="107683" y="22861"/>
                      <a:pt x="107502" y="22936"/>
                      <a:pt x="107292" y="22936"/>
                    </a:cubicBezTo>
                    <a:lnTo>
                      <a:pt x="104501" y="22936"/>
                    </a:lnTo>
                    <a:close/>
                    <a:moveTo>
                      <a:pt x="130795" y="22936"/>
                    </a:moveTo>
                    <a:cubicBezTo>
                      <a:pt x="129527" y="22936"/>
                      <a:pt x="128460" y="22714"/>
                      <a:pt x="127592" y="22272"/>
                    </a:cubicBezTo>
                    <a:cubicBezTo>
                      <a:pt x="126725" y="21830"/>
                      <a:pt x="126081" y="21178"/>
                      <a:pt x="125658" y="20314"/>
                    </a:cubicBezTo>
                    <a:cubicBezTo>
                      <a:pt x="125234" y="19429"/>
                      <a:pt x="125024" y="18334"/>
                      <a:pt x="125024" y="17028"/>
                    </a:cubicBezTo>
                    <a:lnTo>
                      <a:pt x="125024" y="9857"/>
                    </a:lnTo>
                    <a:lnTo>
                      <a:pt x="122518" y="9857"/>
                    </a:lnTo>
                    <a:cubicBezTo>
                      <a:pt x="122308" y="9857"/>
                      <a:pt x="122126" y="9782"/>
                      <a:pt x="121979" y="9635"/>
                    </a:cubicBezTo>
                    <a:cubicBezTo>
                      <a:pt x="121832" y="9489"/>
                      <a:pt x="121757" y="9308"/>
                      <a:pt x="121757" y="9098"/>
                    </a:cubicBezTo>
                    <a:lnTo>
                      <a:pt x="121757" y="7266"/>
                    </a:lnTo>
                    <a:cubicBezTo>
                      <a:pt x="121757" y="7056"/>
                      <a:pt x="121832" y="6876"/>
                      <a:pt x="121979" y="6729"/>
                    </a:cubicBezTo>
                    <a:cubicBezTo>
                      <a:pt x="122126" y="6582"/>
                      <a:pt x="122308" y="6508"/>
                      <a:pt x="122518" y="6508"/>
                    </a:cubicBezTo>
                    <a:lnTo>
                      <a:pt x="125024" y="6508"/>
                    </a:lnTo>
                    <a:lnTo>
                      <a:pt x="125024" y="1264"/>
                    </a:lnTo>
                    <a:cubicBezTo>
                      <a:pt x="125024" y="1054"/>
                      <a:pt x="125087" y="873"/>
                      <a:pt x="125214" y="727"/>
                    </a:cubicBezTo>
                    <a:cubicBezTo>
                      <a:pt x="125361" y="580"/>
                      <a:pt x="125551" y="505"/>
                      <a:pt x="125785" y="505"/>
                    </a:cubicBezTo>
                    <a:lnTo>
                      <a:pt x="128353" y="505"/>
                    </a:lnTo>
                    <a:cubicBezTo>
                      <a:pt x="128564" y="505"/>
                      <a:pt x="128745" y="580"/>
                      <a:pt x="128893" y="727"/>
                    </a:cubicBezTo>
                    <a:cubicBezTo>
                      <a:pt x="129040" y="873"/>
                      <a:pt x="129115" y="1054"/>
                      <a:pt x="129115" y="1264"/>
                    </a:cubicBezTo>
                    <a:lnTo>
                      <a:pt x="129115" y="6508"/>
                    </a:lnTo>
                    <a:lnTo>
                      <a:pt x="133079" y="6508"/>
                    </a:lnTo>
                    <a:cubicBezTo>
                      <a:pt x="133289" y="6508"/>
                      <a:pt x="133471" y="6582"/>
                      <a:pt x="133618" y="6729"/>
                    </a:cubicBezTo>
                    <a:cubicBezTo>
                      <a:pt x="133765" y="6876"/>
                      <a:pt x="133840" y="7056"/>
                      <a:pt x="133840" y="7266"/>
                    </a:cubicBezTo>
                    <a:lnTo>
                      <a:pt x="133840" y="9098"/>
                    </a:lnTo>
                    <a:cubicBezTo>
                      <a:pt x="133840" y="9308"/>
                      <a:pt x="133765" y="9489"/>
                      <a:pt x="133618" y="9635"/>
                    </a:cubicBezTo>
                    <a:cubicBezTo>
                      <a:pt x="133471" y="9782"/>
                      <a:pt x="133289" y="9857"/>
                      <a:pt x="133079" y="9857"/>
                    </a:cubicBezTo>
                    <a:lnTo>
                      <a:pt x="129115" y="9857"/>
                    </a:lnTo>
                    <a:lnTo>
                      <a:pt x="129115" y="16712"/>
                    </a:lnTo>
                    <a:cubicBezTo>
                      <a:pt x="129115" y="17576"/>
                      <a:pt x="129262" y="18249"/>
                      <a:pt x="129558" y="18734"/>
                    </a:cubicBezTo>
                    <a:cubicBezTo>
                      <a:pt x="129876" y="19219"/>
                      <a:pt x="130415" y="19460"/>
                      <a:pt x="131176" y="19460"/>
                    </a:cubicBezTo>
                    <a:lnTo>
                      <a:pt x="133364" y="19460"/>
                    </a:lnTo>
                    <a:cubicBezTo>
                      <a:pt x="133575" y="19460"/>
                      <a:pt x="133756" y="19535"/>
                      <a:pt x="133903" y="19682"/>
                    </a:cubicBezTo>
                    <a:cubicBezTo>
                      <a:pt x="134050" y="19828"/>
                      <a:pt x="134125" y="20009"/>
                      <a:pt x="134125" y="20219"/>
                    </a:cubicBezTo>
                    <a:lnTo>
                      <a:pt x="134125" y="22177"/>
                    </a:lnTo>
                    <a:cubicBezTo>
                      <a:pt x="134125" y="22387"/>
                      <a:pt x="134050" y="22568"/>
                      <a:pt x="133903" y="22714"/>
                    </a:cubicBezTo>
                    <a:cubicBezTo>
                      <a:pt x="133756" y="22861"/>
                      <a:pt x="133575" y="22936"/>
                      <a:pt x="133364" y="22936"/>
                    </a:cubicBezTo>
                    <a:lnTo>
                      <a:pt x="130795" y="22936"/>
                    </a:lnTo>
                    <a:close/>
                    <a:moveTo>
                      <a:pt x="145882" y="23252"/>
                    </a:moveTo>
                    <a:cubicBezTo>
                      <a:pt x="143915" y="23252"/>
                      <a:pt x="142246" y="22915"/>
                      <a:pt x="140871" y="22241"/>
                    </a:cubicBezTo>
                    <a:cubicBezTo>
                      <a:pt x="139519" y="21546"/>
                      <a:pt x="138481" y="20566"/>
                      <a:pt x="137763" y="19303"/>
                    </a:cubicBezTo>
                    <a:cubicBezTo>
                      <a:pt x="137045" y="18019"/>
                      <a:pt x="136642" y="16480"/>
                      <a:pt x="136558" y="14690"/>
                    </a:cubicBezTo>
                    <a:cubicBezTo>
                      <a:pt x="136538" y="13826"/>
                      <a:pt x="136526" y="12901"/>
                      <a:pt x="136526" y="11910"/>
                    </a:cubicBezTo>
                    <a:cubicBezTo>
                      <a:pt x="136526" y="10919"/>
                      <a:pt x="136538" y="9972"/>
                      <a:pt x="136558" y="9067"/>
                    </a:cubicBezTo>
                    <a:cubicBezTo>
                      <a:pt x="136642" y="7298"/>
                      <a:pt x="137045" y="5770"/>
                      <a:pt x="137763" y="4486"/>
                    </a:cubicBezTo>
                    <a:cubicBezTo>
                      <a:pt x="138504" y="3202"/>
                      <a:pt x="139550" y="2223"/>
                      <a:pt x="140903" y="1548"/>
                    </a:cubicBezTo>
                    <a:cubicBezTo>
                      <a:pt x="142278" y="853"/>
                      <a:pt x="143936" y="505"/>
                      <a:pt x="145882" y="505"/>
                    </a:cubicBezTo>
                    <a:cubicBezTo>
                      <a:pt x="147320" y="505"/>
                      <a:pt x="148609" y="695"/>
                      <a:pt x="149751" y="1074"/>
                    </a:cubicBezTo>
                    <a:cubicBezTo>
                      <a:pt x="150892" y="1453"/>
                      <a:pt x="151864" y="1979"/>
                      <a:pt x="152668" y="2654"/>
                    </a:cubicBezTo>
                    <a:cubicBezTo>
                      <a:pt x="153472" y="3306"/>
                      <a:pt x="154095" y="4075"/>
                      <a:pt x="154539" y="4960"/>
                    </a:cubicBezTo>
                    <a:cubicBezTo>
                      <a:pt x="154983" y="5844"/>
                      <a:pt x="155217" y="6804"/>
                      <a:pt x="155237" y="7835"/>
                    </a:cubicBezTo>
                    <a:cubicBezTo>
                      <a:pt x="155257" y="8024"/>
                      <a:pt x="155194" y="8182"/>
                      <a:pt x="155047" y="8309"/>
                    </a:cubicBezTo>
                    <a:cubicBezTo>
                      <a:pt x="154920" y="8435"/>
                      <a:pt x="154761" y="8498"/>
                      <a:pt x="154571" y="8498"/>
                    </a:cubicBezTo>
                    <a:lnTo>
                      <a:pt x="151558" y="8498"/>
                    </a:lnTo>
                    <a:cubicBezTo>
                      <a:pt x="151325" y="8498"/>
                      <a:pt x="151135" y="8446"/>
                      <a:pt x="150987" y="8340"/>
                    </a:cubicBezTo>
                    <a:cubicBezTo>
                      <a:pt x="150840" y="8214"/>
                      <a:pt x="150734" y="8013"/>
                      <a:pt x="150670" y="7740"/>
                    </a:cubicBezTo>
                    <a:cubicBezTo>
                      <a:pt x="150333" y="6350"/>
                      <a:pt x="149751" y="5402"/>
                      <a:pt x="148926" y="4897"/>
                    </a:cubicBezTo>
                    <a:cubicBezTo>
                      <a:pt x="148101" y="4391"/>
                      <a:pt x="147075" y="4139"/>
                      <a:pt x="145850" y="4139"/>
                    </a:cubicBezTo>
                    <a:cubicBezTo>
                      <a:pt x="144434" y="4139"/>
                      <a:pt x="143302" y="4538"/>
                      <a:pt x="142457" y="5339"/>
                    </a:cubicBezTo>
                    <a:cubicBezTo>
                      <a:pt x="141612" y="6118"/>
                      <a:pt x="141156" y="7413"/>
                      <a:pt x="141093" y="9225"/>
                    </a:cubicBezTo>
                    <a:cubicBezTo>
                      <a:pt x="141030" y="10951"/>
                      <a:pt x="141030" y="12720"/>
                      <a:pt x="141093" y="14532"/>
                    </a:cubicBezTo>
                    <a:cubicBezTo>
                      <a:pt x="141156" y="16344"/>
                      <a:pt x="141612" y="17649"/>
                      <a:pt x="142457" y="18450"/>
                    </a:cubicBezTo>
                    <a:cubicBezTo>
                      <a:pt x="143302" y="19228"/>
                      <a:pt x="144434" y="19618"/>
                      <a:pt x="145850" y="19618"/>
                    </a:cubicBezTo>
                    <a:cubicBezTo>
                      <a:pt x="147075" y="19618"/>
                      <a:pt x="148101" y="19366"/>
                      <a:pt x="148926" y="18860"/>
                    </a:cubicBezTo>
                    <a:cubicBezTo>
                      <a:pt x="149751" y="18334"/>
                      <a:pt x="150333" y="17387"/>
                      <a:pt x="150670" y="16017"/>
                    </a:cubicBezTo>
                    <a:cubicBezTo>
                      <a:pt x="150734" y="15721"/>
                      <a:pt x="150840" y="15523"/>
                      <a:pt x="150987" y="15417"/>
                    </a:cubicBezTo>
                    <a:cubicBezTo>
                      <a:pt x="151135" y="15311"/>
                      <a:pt x="151325" y="15259"/>
                      <a:pt x="151558" y="15259"/>
                    </a:cubicBezTo>
                    <a:lnTo>
                      <a:pt x="154571" y="15259"/>
                    </a:lnTo>
                    <a:cubicBezTo>
                      <a:pt x="154761" y="15259"/>
                      <a:pt x="154920" y="15322"/>
                      <a:pt x="155047" y="15448"/>
                    </a:cubicBezTo>
                    <a:cubicBezTo>
                      <a:pt x="155194" y="15575"/>
                      <a:pt x="155257" y="15733"/>
                      <a:pt x="155237" y="15922"/>
                    </a:cubicBezTo>
                    <a:cubicBezTo>
                      <a:pt x="155217" y="16953"/>
                      <a:pt x="154983" y="17912"/>
                      <a:pt x="154539" y="18797"/>
                    </a:cubicBezTo>
                    <a:cubicBezTo>
                      <a:pt x="154095" y="19682"/>
                      <a:pt x="153472" y="20460"/>
                      <a:pt x="152668" y="21135"/>
                    </a:cubicBezTo>
                    <a:cubicBezTo>
                      <a:pt x="151864" y="21787"/>
                      <a:pt x="150892" y="22304"/>
                      <a:pt x="149751" y="22683"/>
                    </a:cubicBezTo>
                    <a:cubicBezTo>
                      <a:pt x="148609" y="23062"/>
                      <a:pt x="147320" y="23252"/>
                      <a:pt x="145882" y="23252"/>
                    </a:cubicBezTo>
                    <a:close/>
                    <a:moveTo>
                      <a:pt x="163405" y="23252"/>
                    </a:moveTo>
                    <a:cubicBezTo>
                      <a:pt x="162307" y="23252"/>
                      <a:pt x="161312" y="23042"/>
                      <a:pt x="160424" y="22620"/>
                    </a:cubicBezTo>
                    <a:cubicBezTo>
                      <a:pt x="159536" y="22177"/>
                      <a:pt x="158830" y="21597"/>
                      <a:pt x="158299" y="20882"/>
                    </a:cubicBezTo>
                    <a:cubicBezTo>
                      <a:pt x="157792" y="20144"/>
                      <a:pt x="157538" y="19323"/>
                      <a:pt x="157538" y="18418"/>
                    </a:cubicBezTo>
                    <a:cubicBezTo>
                      <a:pt x="157538" y="16944"/>
                      <a:pt x="158132" y="15776"/>
                      <a:pt x="159314" y="14911"/>
                    </a:cubicBezTo>
                    <a:cubicBezTo>
                      <a:pt x="160519" y="14027"/>
                      <a:pt x="162105" y="13438"/>
                      <a:pt x="164071" y="13142"/>
                    </a:cubicBezTo>
                    <a:lnTo>
                      <a:pt x="168416" y="12510"/>
                    </a:lnTo>
                    <a:lnTo>
                      <a:pt x="168416" y="11847"/>
                    </a:lnTo>
                    <a:cubicBezTo>
                      <a:pt x="168416" y="10962"/>
                      <a:pt x="168194" y="10279"/>
                      <a:pt x="167750" y="9793"/>
                    </a:cubicBezTo>
                    <a:cubicBezTo>
                      <a:pt x="167306" y="9308"/>
                      <a:pt x="166545" y="9067"/>
                      <a:pt x="165467" y="9067"/>
                    </a:cubicBezTo>
                    <a:cubicBezTo>
                      <a:pt x="164705" y="9067"/>
                      <a:pt x="164083" y="9225"/>
                      <a:pt x="163595" y="9541"/>
                    </a:cubicBezTo>
                    <a:cubicBezTo>
                      <a:pt x="163131" y="9836"/>
                      <a:pt x="162782" y="10236"/>
                      <a:pt x="162549" y="10741"/>
                    </a:cubicBezTo>
                    <a:cubicBezTo>
                      <a:pt x="162381" y="11014"/>
                      <a:pt x="162137" y="11152"/>
                      <a:pt x="161820" y="11152"/>
                    </a:cubicBezTo>
                    <a:lnTo>
                      <a:pt x="159314" y="11152"/>
                    </a:lnTo>
                    <a:cubicBezTo>
                      <a:pt x="159083" y="11152"/>
                      <a:pt x="158902" y="11089"/>
                      <a:pt x="158775" y="10962"/>
                    </a:cubicBezTo>
                    <a:cubicBezTo>
                      <a:pt x="158671" y="10836"/>
                      <a:pt x="158617" y="10667"/>
                      <a:pt x="158617" y="10457"/>
                    </a:cubicBezTo>
                    <a:cubicBezTo>
                      <a:pt x="158639" y="10121"/>
                      <a:pt x="158775" y="9710"/>
                      <a:pt x="159029" y="9225"/>
                    </a:cubicBezTo>
                    <a:cubicBezTo>
                      <a:pt x="159283" y="8740"/>
                      <a:pt x="159686" y="8277"/>
                      <a:pt x="160234" y="7835"/>
                    </a:cubicBezTo>
                    <a:cubicBezTo>
                      <a:pt x="160784" y="7372"/>
                      <a:pt x="161493" y="6982"/>
                      <a:pt x="162359" y="6666"/>
                    </a:cubicBezTo>
                    <a:cubicBezTo>
                      <a:pt x="163226" y="6350"/>
                      <a:pt x="164273" y="6192"/>
                      <a:pt x="165498" y="6192"/>
                    </a:cubicBezTo>
                    <a:cubicBezTo>
                      <a:pt x="166830" y="6192"/>
                      <a:pt x="167951" y="6361"/>
                      <a:pt x="168860" y="6697"/>
                    </a:cubicBezTo>
                    <a:cubicBezTo>
                      <a:pt x="169791" y="7013"/>
                      <a:pt x="170532" y="7444"/>
                      <a:pt x="171080" y="7993"/>
                    </a:cubicBezTo>
                    <a:cubicBezTo>
                      <a:pt x="171630" y="8541"/>
                      <a:pt x="172031" y="9182"/>
                      <a:pt x="172285" y="9920"/>
                    </a:cubicBezTo>
                    <a:cubicBezTo>
                      <a:pt x="172538" y="10658"/>
                      <a:pt x="172665" y="11436"/>
                      <a:pt x="172665" y="12258"/>
                    </a:cubicBezTo>
                    <a:lnTo>
                      <a:pt x="172665" y="22177"/>
                    </a:lnTo>
                    <a:cubicBezTo>
                      <a:pt x="172665" y="22387"/>
                      <a:pt x="172593" y="22568"/>
                      <a:pt x="172443" y="22714"/>
                    </a:cubicBezTo>
                    <a:cubicBezTo>
                      <a:pt x="172296" y="22861"/>
                      <a:pt x="172117" y="22936"/>
                      <a:pt x="171904" y="22936"/>
                    </a:cubicBezTo>
                    <a:lnTo>
                      <a:pt x="169335" y="22936"/>
                    </a:lnTo>
                    <a:cubicBezTo>
                      <a:pt x="169104" y="22936"/>
                      <a:pt x="168914" y="22861"/>
                      <a:pt x="168765" y="22714"/>
                    </a:cubicBezTo>
                    <a:cubicBezTo>
                      <a:pt x="168638" y="22568"/>
                      <a:pt x="168574" y="22387"/>
                      <a:pt x="168574" y="22177"/>
                    </a:cubicBezTo>
                    <a:lnTo>
                      <a:pt x="168574" y="20945"/>
                    </a:lnTo>
                    <a:cubicBezTo>
                      <a:pt x="168300" y="21345"/>
                      <a:pt x="167931" y="21724"/>
                      <a:pt x="167464" y="22083"/>
                    </a:cubicBezTo>
                    <a:cubicBezTo>
                      <a:pt x="167000" y="22419"/>
                      <a:pt x="166429" y="22703"/>
                      <a:pt x="165752" y="22936"/>
                    </a:cubicBezTo>
                    <a:cubicBezTo>
                      <a:pt x="165097" y="23145"/>
                      <a:pt x="164316" y="23252"/>
                      <a:pt x="163405" y="23252"/>
                    </a:cubicBezTo>
                    <a:close/>
                    <a:moveTo>
                      <a:pt x="164483" y="20250"/>
                    </a:moveTo>
                    <a:cubicBezTo>
                      <a:pt x="165224" y="20250"/>
                      <a:pt x="165890" y="20092"/>
                      <a:pt x="166481" y="19776"/>
                    </a:cubicBezTo>
                    <a:cubicBezTo>
                      <a:pt x="167095" y="19460"/>
                      <a:pt x="167571" y="18975"/>
                      <a:pt x="167908" y="18323"/>
                    </a:cubicBezTo>
                    <a:cubicBezTo>
                      <a:pt x="168269" y="17649"/>
                      <a:pt x="168448" y="16807"/>
                      <a:pt x="168448" y="15796"/>
                    </a:cubicBezTo>
                    <a:lnTo>
                      <a:pt x="168448" y="15132"/>
                    </a:lnTo>
                    <a:lnTo>
                      <a:pt x="165276" y="15638"/>
                    </a:lnTo>
                    <a:cubicBezTo>
                      <a:pt x="164030" y="15827"/>
                      <a:pt x="163099" y="16132"/>
                      <a:pt x="162486" y="16554"/>
                    </a:cubicBezTo>
                    <a:cubicBezTo>
                      <a:pt x="161874" y="16976"/>
                      <a:pt x="161566" y="17491"/>
                      <a:pt x="161566" y="18102"/>
                    </a:cubicBezTo>
                    <a:cubicBezTo>
                      <a:pt x="161566" y="18565"/>
                      <a:pt x="161704" y="18966"/>
                      <a:pt x="161978" y="19303"/>
                    </a:cubicBezTo>
                    <a:cubicBezTo>
                      <a:pt x="162275" y="19618"/>
                      <a:pt x="162644" y="19860"/>
                      <a:pt x="163088" y="20029"/>
                    </a:cubicBezTo>
                    <a:cubicBezTo>
                      <a:pt x="163532" y="20176"/>
                      <a:pt x="163999" y="20250"/>
                      <a:pt x="164483" y="20250"/>
                    </a:cubicBezTo>
                    <a:close/>
                    <a:moveTo>
                      <a:pt x="177527" y="22936"/>
                    </a:moveTo>
                    <a:cubicBezTo>
                      <a:pt x="177316" y="22936"/>
                      <a:pt x="177137" y="22861"/>
                      <a:pt x="176987" y="22714"/>
                    </a:cubicBezTo>
                    <a:cubicBezTo>
                      <a:pt x="176840" y="22568"/>
                      <a:pt x="176765" y="22387"/>
                      <a:pt x="176765" y="22177"/>
                    </a:cubicBezTo>
                    <a:lnTo>
                      <a:pt x="176765" y="1264"/>
                    </a:lnTo>
                    <a:cubicBezTo>
                      <a:pt x="176765" y="1054"/>
                      <a:pt x="176840" y="873"/>
                      <a:pt x="176987" y="727"/>
                    </a:cubicBezTo>
                    <a:cubicBezTo>
                      <a:pt x="177137" y="580"/>
                      <a:pt x="177316" y="505"/>
                      <a:pt x="177527" y="505"/>
                    </a:cubicBezTo>
                    <a:lnTo>
                      <a:pt x="180159" y="505"/>
                    </a:lnTo>
                    <a:cubicBezTo>
                      <a:pt x="180372" y="505"/>
                      <a:pt x="180551" y="580"/>
                      <a:pt x="180698" y="727"/>
                    </a:cubicBezTo>
                    <a:cubicBezTo>
                      <a:pt x="180847" y="873"/>
                      <a:pt x="180920" y="1054"/>
                      <a:pt x="180920" y="1264"/>
                    </a:cubicBezTo>
                    <a:lnTo>
                      <a:pt x="180920" y="22177"/>
                    </a:lnTo>
                    <a:cubicBezTo>
                      <a:pt x="180920" y="22387"/>
                      <a:pt x="180847" y="22568"/>
                      <a:pt x="180698" y="22714"/>
                    </a:cubicBezTo>
                    <a:cubicBezTo>
                      <a:pt x="180551" y="22861"/>
                      <a:pt x="180372" y="22936"/>
                      <a:pt x="180159" y="22936"/>
                    </a:cubicBezTo>
                    <a:lnTo>
                      <a:pt x="177527" y="22936"/>
                    </a:lnTo>
                    <a:close/>
                    <a:moveTo>
                      <a:pt x="192264" y="23252"/>
                    </a:moveTo>
                    <a:cubicBezTo>
                      <a:pt x="190742" y="23252"/>
                      <a:pt x="189398" y="22967"/>
                      <a:pt x="188236" y="22399"/>
                    </a:cubicBezTo>
                    <a:cubicBezTo>
                      <a:pt x="187095" y="21830"/>
                      <a:pt x="186195" y="21008"/>
                      <a:pt x="185541" y="19934"/>
                    </a:cubicBezTo>
                    <a:cubicBezTo>
                      <a:pt x="184907" y="18840"/>
                      <a:pt x="184558" y="17522"/>
                      <a:pt x="184494" y="15985"/>
                    </a:cubicBezTo>
                    <a:cubicBezTo>
                      <a:pt x="184472" y="15669"/>
                      <a:pt x="184463" y="15259"/>
                      <a:pt x="184463" y="14753"/>
                    </a:cubicBezTo>
                    <a:cubicBezTo>
                      <a:pt x="184463" y="14228"/>
                      <a:pt x="184472" y="13794"/>
                      <a:pt x="184494" y="13458"/>
                    </a:cubicBezTo>
                    <a:cubicBezTo>
                      <a:pt x="184558" y="11921"/>
                      <a:pt x="184907" y="10615"/>
                      <a:pt x="185541" y="9541"/>
                    </a:cubicBezTo>
                    <a:cubicBezTo>
                      <a:pt x="186195" y="8446"/>
                      <a:pt x="187095" y="7614"/>
                      <a:pt x="188236" y="7045"/>
                    </a:cubicBezTo>
                    <a:cubicBezTo>
                      <a:pt x="189398" y="6476"/>
                      <a:pt x="190742" y="6192"/>
                      <a:pt x="192264" y="6192"/>
                    </a:cubicBezTo>
                    <a:cubicBezTo>
                      <a:pt x="193616" y="6192"/>
                      <a:pt x="194769" y="6382"/>
                      <a:pt x="195721" y="6761"/>
                    </a:cubicBezTo>
                    <a:cubicBezTo>
                      <a:pt x="196672" y="7140"/>
                      <a:pt x="197454" y="7614"/>
                      <a:pt x="198067" y="8182"/>
                    </a:cubicBezTo>
                    <a:cubicBezTo>
                      <a:pt x="198679" y="8751"/>
                      <a:pt x="199134" y="9351"/>
                      <a:pt x="199431" y="9983"/>
                    </a:cubicBezTo>
                    <a:cubicBezTo>
                      <a:pt x="199748" y="10595"/>
                      <a:pt x="199916" y="11152"/>
                      <a:pt x="199938" y="11657"/>
                    </a:cubicBezTo>
                    <a:cubicBezTo>
                      <a:pt x="199959" y="11890"/>
                      <a:pt x="199884" y="12079"/>
                      <a:pt x="199716" y="12226"/>
                    </a:cubicBezTo>
                    <a:cubicBezTo>
                      <a:pt x="199567" y="12352"/>
                      <a:pt x="199388" y="12416"/>
                      <a:pt x="199177" y="12416"/>
                    </a:cubicBezTo>
                    <a:lnTo>
                      <a:pt x="196387" y="12416"/>
                    </a:lnTo>
                    <a:cubicBezTo>
                      <a:pt x="196174" y="12416"/>
                      <a:pt x="196006" y="12364"/>
                      <a:pt x="195879" y="12258"/>
                    </a:cubicBezTo>
                    <a:cubicBezTo>
                      <a:pt x="195773" y="12152"/>
                      <a:pt x="195666" y="11994"/>
                      <a:pt x="195562" y="11784"/>
                    </a:cubicBezTo>
                    <a:cubicBezTo>
                      <a:pt x="195245" y="10942"/>
                      <a:pt x="194821" y="10351"/>
                      <a:pt x="194294" y="10015"/>
                    </a:cubicBezTo>
                    <a:cubicBezTo>
                      <a:pt x="193786" y="9656"/>
                      <a:pt x="193129" y="9478"/>
                      <a:pt x="192327" y="9478"/>
                    </a:cubicBezTo>
                    <a:cubicBezTo>
                      <a:pt x="191270" y="9478"/>
                      <a:pt x="190425" y="9814"/>
                      <a:pt x="189790" y="10488"/>
                    </a:cubicBezTo>
                    <a:cubicBezTo>
                      <a:pt x="189176" y="11141"/>
                      <a:pt x="188848" y="12183"/>
                      <a:pt x="188807" y="13616"/>
                    </a:cubicBezTo>
                    <a:cubicBezTo>
                      <a:pt x="188764" y="14417"/>
                      <a:pt x="188764" y="15153"/>
                      <a:pt x="188807" y="15827"/>
                    </a:cubicBezTo>
                    <a:cubicBezTo>
                      <a:pt x="188848" y="17281"/>
                      <a:pt x="189176" y="18334"/>
                      <a:pt x="189790" y="18987"/>
                    </a:cubicBezTo>
                    <a:cubicBezTo>
                      <a:pt x="190425" y="19639"/>
                      <a:pt x="191270" y="19966"/>
                      <a:pt x="192327" y="19966"/>
                    </a:cubicBezTo>
                    <a:cubicBezTo>
                      <a:pt x="193152" y="19966"/>
                      <a:pt x="193818" y="19797"/>
                      <a:pt x="194325" y="19460"/>
                    </a:cubicBezTo>
                    <a:cubicBezTo>
                      <a:pt x="194833" y="19102"/>
                      <a:pt x="195245" y="18501"/>
                      <a:pt x="195562" y="17660"/>
                    </a:cubicBezTo>
                    <a:cubicBezTo>
                      <a:pt x="195666" y="17450"/>
                      <a:pt x="195773" y="17292"/>
                      <a:pt x="195879" y="17186"/>
                    </a:cubicBezTo>
                    <a:cubicBezTo>
                      <a:pt x="196006" y="17080"/>
                      <a:pt x="196174" y="17028"/>
                      <a:pt x="196387" y="17028"/>
                    </a:cubicBezTo>
                    <a:lnTo>
                      <a:pt x="199177" y="17028"/>
                    </a:lnTo>
                    <a:cubicBezTo>
                      <a:pt x="199388" y="17028"/>
                      <a:pt x="199567" y="17102"/>
                      <a:pt x="199716" y="17249"/>
                    </a:cubicBezTo>
                    <a:cubicBezTo>
                      <a:pt x="199884" y="17375"/>
                      <a:pt x="199959" y="17554"/>
                      <a:pt x="199938" y="17786"/>
                    </a:cubicBezTo>
                    <a:cubicBezTo>
                      <a:pt x="199916" y="18165"/>
                      <a:pt x="199812" y="18596"/>
                      <a:pt x="199621" y="19081"/>
                    </a:cubicBezTo>
                    <a:cubicBezTo>
                      <a:pt x="199451" y="19544"/>
                      <a:pt x="199166" y="20029"/>
                      <a:pt x="198765" y="20535"/>
                    </a:cubicBezTo>
                    <a:cubicBezTo>
                      <a:pt x="198385" y="21020"/>
                      <a:pt x="197898" y="21471"/>
                      <a:pt x="197306" y="21893"/>
                    </a:cubicBezTo>
                    <a:cubicBezTo>
                      <a:pt x="196713" y="22292"/>
                      <a:pt x="195995" y="22620"/>
                      <a:pt x="195150" y="22872"/>
                    </a:cubicBezTo>
                    <a:cubicBezTo>
                      <a:pt x="194325" y="23125"/>
                      <a:pt x="193363" y="23252"/>
                      <a:pt x="192264" y="23252"/>
                    </a:cubicBezTo>
                    <a:close/>
                    <a:moveTo>
                      <a:pt x="209366" y="23252"/>
                    </a:moveTo>
                    <a:cubicBezTo>
                      <a:pt x="208075" y="23252"/>
                      <a:pt x="206956" y="22967"/>
                      <a:pt x="206005" y="22399"/>
                    </a:cubicBezTo>
                    <a:cubicBezTo>
                      <a:pt x="205074" y="21810"/>
                      <a:pt x="204356" y="20988"/>
                      <a:pt x="203848" y="19934"/>
                    </a:cubicBezTo>
                    <a:cubicBezTo>
                      <a:pt x="203341" y="18860"/>
                      <a:pt x="203087" y="17597"/>
                      <a:pt x="203087" y="16143"/>
                    </a:cubicBezTo>
                    <a:lnTo>
                      <a:pt x="203087" y="7266"/>
                    </a:lnTo>
                    <a:cubicBezTo>
                      <a:pt x="203087" y="7056"/>
                      <a:pt x="203160" y="6876"/>
                      <a:pt x="203309" y="6729"/>
                    </a:cubicBezTo>
                    <a:cubicBezTo>
                      <a:pt x="203456" y="6582"/>
                      <a:pt x="203635" y="6508"/>
                      <a:pt x="203848" y="6508"/>
                    </a:cubicBezTo>
                    <a:lnTo>
                      <a:pt x="206639" y="6508"/>
                    </a:lnTo>
                    <a:cubicBezTo>
                      <a:pt x="206870" y="6508"/>
                      <a:pt x="207051" y="6582"/>
                      <a:pt x="207178" y="6729"/>
                    </a:cubicBezTo>
                    <a:cubicBezTo>
                      <a:pt x="207325" y="6876"/>
                      <a:pt x="207400" y="7056"/>
                      <a:pt x="207400" y="7266"/>
                    </a:cubicBezTo>
                    <a:lnTo>
                      <a:pt x="207400" y="15954"/>
                    </a:lnTo>
                    <a:cubicBezTo>
                      <a:pt x="207400" y="18565"/>
                      <a:pt x="208551" y="19871"/>
                      <a:pt x="210857" y="19871"/>
                    </a:cubicBezTo>
                    <a:cubicBezTo>
                      <a:pt x="211955" y="19871"/>
                      <a:pt x="212823" y="19524"/>
                      <a:pt x="213457" y="18829"/>
                    </a:cubicBezTo>
                    <a:cubicBezTo>
                      <a:pt x="214112" y="18134"/>
                      <a:pt x="214440" y="17175"/>
                      <a:pt x="214440" y="15954"/>
                    </a:cubicBezTo>
                    <a:lnTo>
                      <a:pt x="214440" y="7266"/>
                    </a:lnTo>
                    <a:cubicBezTo>
                      <a:pt x="214440" y="7056"/>
                      <a:pt x="214513" y="6876"/>
                      <a:pt x="214662" y="6729"/>
                    </a:cubicBezTo>
                    <a:cubicBezTo>
                      <a:pt x="214810" y="6582"/>
                      <a:pt x="214989" y="6508"/>
                      <a:pt x="215201" y="6508"/>
                    </a:cubicBezTo>
                    <a:lnTo>
                      <a:pt x="217992" y="6508"/>
                    </a:lnTo>
                    <a:cubicBezTo>
                      <a:pt x="218203" y="6508"/>
                      <a:pt x="218382" y="6582"/>
                      <a:pt x="218531" y="6729"/>
                    </a:cubicBezTo>
                    <a:cubicBezTo>
                      <a:pt x="218679" y="6876"/>
                      <a:pt x="218753" y="7056"/>
                      <a:pt x="218753" y="7266"/>
                    </a:cubicBezTo>
                    <a:lnTo>
                      <a:pt x="218753" y="22177"/>
                    </a:lnTo>
                    <a:cubicBezTo>
                      <a:pt x="218753" y="22387"/>
                      <a:pt x="218679" y="22568"/>
                      <a:pt x="218531" y="22714"/>
                    </a:cubicBezTo>
                    <a:cubicBezTo>
                      <a:pt x="218382" y="22861"/>
                      <a:pt x="218203" y="22936"/>
                      <a:pt x="217992" y="22936"/>
                    </a:cubicBezTo>
                    <a:lnTo>
                      <a:pt x="215423" y="22936"/>
                    </a:lnTo>
                    <a:cubicBezTo>
                      <a:pt x="215190" y="22936"/>
                      <a:pt x="215000" y="22861"/>
                      <a:pt x="214853" y="22714"/>
                    </a:cubicBezTo>
                    <a:cubicBezTo>
                      <a:pt x="214726" y="22568"/>
                      <a:pt x="214662" y="22387"/>
                      <a:pt x="214662" y="22177"/>
                    </a:cubicBezTo>
                    <a:lnTo>
                      <a:pt x="214662" y="20882"/>
                    </a:lnTo>
                    <a:cubicBezTo>
                      <a:pt x="214092" y="21620"/>
                      <a:pt x="213382" y="22198"/>
                      <a:pt x="212538" y="22620"/>
                    </a:cubicBezTo>
                    <a:cubicBezTo>
                      <a:pt x="211690" y="23042"/>
                      <a:pt x="210635" y="23252"/>
                      <a:pt x="209366" y="23252"/>
                    </a:cubicBezTo>
                    <a:close/>
                    <a:moveTo>
                      <a:pt x="223734" y="22936"/>
                    </a:moveTo>
                    <a:cubicBezTo>
                      <a:pt x="223524" y="22936"/>
                      <a:pt x="223343" y="22861"/>
                      <a:pt x="223195" y="22714"/>
                    </a:cubicBezTo>
                    <a:cubicBezTo>
                      <a:pt x="223048" y="22568"/>
                      <a:pt x="222973" y="22387"/>
                      <a:pt x="222973" y="22177"/>
                    </a:cubicBezTo>
                    <a:lnTo>
                      <a:pt x="222973" y="1264"/>
                    </a:lnTo>
                    <a:cubicBezTo>
                      <a:pt x="222973" y="1054"/>
                      <a:pt x="223048" y="873"/>
                      <a:pt x="223195" y="727"/>
                    </a:cubicBezTo>
                    <a:cubicBezTo>
                      <a:pt x="223343" y="580"/>
                      <a:pt x="223524" y="505"/>
                      <a:pt x="223734" y="505"/>
                    </a:cubicBezTo>
                    <a:lnTo>
                      <a:pt x="226367" y="505"/>
                    </a:lnTo>
                    <a:cubicBezTo>
                      <a:pt x="226577" y="505"/>
                      <a:pt x="226758" y="580"/>
                      <a:pt x="226906" y="727"/>
                    </a:cubicBezTo>
                    <a:cubicBezTo>
                      <a:pt x="227053" y="873"/>
                      <a:pt x="227128" y="1054"/>
                      <a:pt x="227128" y="1264"/>
                    </a:cubicBezTo>
                    <a:lnTo>
                      <a:pt x="227128" y="22177"/>
                    </a:lnTo>
                    <a:cubicBezTo>
                      <a:pt x="227128" y="22387"/>
                      <a:pt x="227053" y="22568"/>
                      <a:pt x="226906" y="22714"/>
                    </a:cubicBezTo>
                    <a:cubicBezTo>
                      <a:pt x="226758" y="22861"/>
                      <a:pt x="226577" y="22936"/>
                      <a:pt x="226367" y="22936"/>
                    </a:cubicBezTo>
                    <a:lnTo>
                      <a:pt x="223734" y="22936"/>
                    </a:lnTo>
                    <a:close/>
                    <a:moveTo>
                      <a:pt x="236123" y="23252"/>
                    </a:moveTo>
                    <a:cubicBezTo>
                      <a:pt x="235024" y="23252"/>
                      <a:pt x="234030" y="23042"/>
                      <a:pt x="233142" y="22620"/>
                    </a:cubicBezTo>
                    <a:cubicBezTo>
                      <a:pt x="232254" y="22177"/>
                      <a:pt x="231545" y="21597"/>
                      <a:pt x="231017" y="20882"/>
                    </a:cubicBezTo>
                    <a:cubicBezTo>
                      <a:pt x="230510" y="20144"/>
                      <a:pt x="230256" y="19323"/>
                      <a:pt x="230256" y="18418"/>
                    </a:cubicBezTo>
                    <a:cubicBezTo>
                      <a:pt x="230256" y="16944"/>
                      <a:pt x="230847" y="15776"/>
                      <a:pt x="232032" y="14911"/>
                    </a:cubicBezTo>
                    <a:cubicBezTo>
                      <a:pt x="233237" y="14027"/>
                      <a:pt x="234823" y="13438"/>
                      <a:pt x="236789" y="13142"/>
                    </a:cubicBezTo>
                    <a:lnTo>
                      <a:pt x="241134" y="12510"/>
                    </a:lnTo>
                    <a:lnTo>
                      <a:pt x="241134" y="11847"/>
                    </a:lnTo>
                    <a:cubicBezTo>
                      <a:pt x="241134" y="10962"/>
                      <a:pt x="240912" y="10279"/>
                      <a:pt x="240468" y="9793"/>
                    </a:cubicBezTo>
                    <a:cubicBezTo>
                      <a:pt x="240024" y="9308"/>
                      <a:pt x="239262" y="9067"/>
                      <a:pt x="238184" y="9067"/>
                    </a:cubicBezTo>
                    <a:cubicBezTo>
                      <a:pt x="237423" y="9067"/>
                      <a:pt x="236800" y="9225"/>
                      <a:pt x="236313" y="9541"/>
                    </a:cubicBezTo>
                    <a:cubicBezTo>
                      <a:pt x="235849" y="9836"/>
                      <a:pt x="235500" y="10236"/>
                      <a:pt x="235267" y="10741"/>
                    </a:cubicBezTo>
                    <a:cubicBezTo>
                      <a:pt x="235097" y="11014"/>
                      <a:pt x="234854" y="11152"/>
                      <a:pt x="234537" y="11152"/>
                    </a:cubicBezTo>
                    <a:lnTo>
                      <a:pt x="232032" y="11152"/>
                    </a:lnTo>
                    <a:cubicBezTo>
                      <a:pt x="231799" y="11152"/>
                      <a:pt x="231620" y="11089"/>
                      <a:pt x="231493" y="10962"/>
                    </a:cubicBezTo>
                    <a:cubicBezTo>
                      <a:pt x="231386" y="10836"/>
                      <a:pt x="231334" y="10667"/>
                      <a:pt x="231334" y="10457"/>
                    </a:cubicBezTo>
                    <a:cubicBezTo>
                      <a:pt x="231355" y="10121"/>
                      <a:pt x="231493" y="9710"/>
                      <a:pt x="231746" y="9225"/>
                    </a:cubicBezTo>
                    <a:cubicBezTo>
                      <a:pt x="232000" y="8740"/>
                      <a:pt x="232401" y="8277"/>
                      <a:pt x="232952" y="7835"/>
                    </a:cubicBezTo>
                    <a:cubicBezTo>
                      <a:pt x="233502" y="7372"/>
                      <a:pt x="234209" y="6982"/>
                      <a:pt x="235076" y="6666"/>
                    </a:cubicBezTo>
                    <a:cubicBezTo>
                      <a:pt x="235944" y="6350"/>
                      <a:pt x="236990" y="6192"/>
                      <a:pt x="238216" y="6192"/>
                    </a:cubicBezTo>
                    <a:cubicBezTo>
                      <a:pt x="239548" y="6192"/>
                      <a:pt x="240669" y="6361"/>
                      <a:pt x="241578" y="6697"/>
                    </a:cubicBezTo>
                    <a:cubicBezTo>
                      <a:pt x="242508" y="7013"/>
                      <a:pt x="243247" y="7444"/>
                      <a:pt x="243797" y="7993"/>
                    </a:cubicBezTo>
                    <a:cubicBezTo>
                      <a:pt x="244348" y="8541"/>
                      <a:pt x="244749" y="9182"/>
                      <a:pt x="245003" y="9920"/>
                    </a:cubicBezTo>
                    <a:cubicBezTo>
                      <a:pt x="245256" y="10658"/>
                      <a:pt x="245383" y="11436"/>
                      <a:pt x="245383" y="12258"/>
                    </a:cubicBezTo>
                    <a:lnTo>
                      <a:pt x="245383" y="22177"/>
                    </a:lnTo>
                    <a:cubicBezTo>
                      <a:pt x="245383" y="22387"/>
                      <a:pt x="245308" y="22568"/>
                      <a:pt x="245161" y="22714"/>
                    </a:cubicBezTo>
                    <a:cubicBezTo>
                      <a:pt x="245014" y="22861"/>
                      <a:pt x="244833" y="22936"/>
                      <a:pt x="244622" y="22936"/>
                    </a:cubicBezTo>
                    <a:lnTo>
                      <a:pt x="242053" y="22936"/>
                    </a:lnTo>
                    <a:cubicBezTo>
                      <a:pt x="241820" y="22936"/>
                      <a:pt x="241630" y="22861"/>
                      <a:pt x="241482" y="22714"/>
                    </a:cubicBezTo>
                    <a:cubicBezTo>
                      <a:pt x="241355" y="22568"/>
                      <a:pt x="241292" y="22387"/>
                      <a:pt x="241292" y="22177"/>
                    </a:cubicBezTo>
                    <a:lnTo>
                      <a:pt x="241292" y="20945"/>
                    </a:lnTo>
                    <a:cubicBezTo>
                      <a:pt x="241018" y="21345"/>
                      <a:pt x="240647" y="21724"/>
                      <a:pt x="240182" y="22083"/>
                    </a:cubicBezTo>
                    <a:cubicBezTo>
                      <a:pt x="239718" y="22419"/>
                      <a:pt x="239147" y="22703"/>
                      <a:pt x="238470" y="22936"/>
                    </a:cubicBezTo>
                    <a:cubicBezTo>
                      <a:pt x="237815" y="23145"/>
                      <a:pt x="237031" y="23252"/>
                      <a:pt x="236123" y="23252"/>
                    </a:cubicBezTo>
                    <a:close/>
                    <a:moveTo>
                      <a:pt x="237201" y="20250"/>
                    </a:moveTo>
                    <a:cubicBezTo>
                      <a:pt x="237942" y="20250"/>
                      <a:pt x="238608" y="20092"/>
                      <a:pt x="239199" y="19776"/>
                    </a:cubicBezTo>
                    <a:cubicBezTo>
                      <a:pt x="239813" y="19460"/>
                      <a:pt x="240289" y="18975"/>
                      <a:pt x="240626" y="18323"/>
                    </a:cubicBezTo>
                    <a:cubicBezTo>
                      <a:pt x="240986" y="17649"/>
                      <a:pt x="241165" y="16807"/>
                      <a:pt x="241165" y="15796"/>
                    </a:cubicBezTo>
                    <a:lnTo>
                      <a:pt x="241165" y="15132"/>
                    </a:lnTo>
                    <a:lnTo>
                      <a:pt x="237994" y="15638"/>
                    </a:lnTo>
                    <a:cubicBezTo>
                      <a:pt x="236746" y="15827"/>
                      <a:pt x="235817" y="16132"/>
                      <a:pt x="235203" y="16554"/>
                    </a:cubicBezTo>
                    <a:cubicBezTo>
                      <a:pt x="234589" y="16976"/>
                      <a:pt x="234284" y="17491"/>
                      <a:pt x="234284" y="18102"/>
                    </a:cubicBezTo>
                    <a:cubicBezTo>
                      <a:pt x="234284" y="18565"/>
                      <a:pt x="234422" y="18966"/>
                      <a:pt x="234696" y="19303"/>
                    </a:cubicBezTo>
                    <a:cubicBezTo>
                      <a:pt x="234993" y="19618"/>
                      <a:pt x="235362" y="19860"/>
                      <a:pt x="235806" y="20029"/>
                    </a:cubicBezTo>
                    <a:cubicBezTo>
                      <a:pt x="236250" y="20176"/>
                      <a:pt x="236714" y="20250"/>
                      <a:pt x="237201" y="20250"/>
                    </a:cubicBezTo>
                    <a:close/>
                    <a:moveTo>
                      <a:pt x="256750" y="22936"/>
                    </a:moveTo>
                    <a:cubicBezTo>
                      <a:pt x="255481" y="22936"/>
                      <a:pt x="254412" y="22714"/>
                      <a:pt x="253547" y="22272"/>
                    </a:cubicBezTo>
                    <a:cubicBezTo>
                      <a:pt x="252679" y="21830"/>
                      <a:pt x="252034" y="21178"/>
                      <a:pt x="251612" y="20314"/>
                    </a:cubicBezTo>
                    <a:cubicBezTo>
                      <a:pt x="251189" y="19429"/>
                      <a:pt x="250978" y="18334"/>
                      <a:pt x="250978" y="17028"/>
                    </a:cubicBezTo>
                    <a:lnTo>
                      <a:pt x="250978" y="9857"/>
                    </a:lnTo>
                    <a:lnTo>
                      <a:pt x="248473" y="9857"/>
                    </a:lnTo>
                    <a:cubicBezTo>
                      <a:pt x="248260" y="9857"/>
                      <a:pt x="248081" y="9782"/>
                      <a:pt x="247934" y="9635"/>
                    </a:cubicBezTo>
                    <a:cubicBezTo>
                      <a:pt x="247784" y="9489"/>
                      <a:pt x="247712" y="9308"/>
                      <a:pt x="247712" y="9098"/>
                    </a:cubicBezTo>
                    <a:lnTo>
                      <a:pt x="247712" y="7266"/>
                    </a:lnTo>
                    <a:cubicBezTo>
                      <a:pt x="247712" y="7056"/>
                      <a:pt x="247784" y="6876"/>
                      <a:pt x="247934" y="6729"/>
                    </a:cubicBezTo>
                    <a:cubicBezTo>
                      <a:pt x="248081" y="6582"/>
                      <a:pt x="248260" y="6508"/>
                      <a:pt x="248473" y="6508"/>
                    </a:cubicBezTo>
                    <a:lnTo>
                      <a:pt x="250978" y="6508"/>
                    </a:lnTo>
                    <a:lnTo>
                      <a:pt x="250978" y="1264"/>
                    </a:lnTo>
                    <a:cubicBezTo>
                      <a:pt x="250978" y="1054"/>
                      <a:pt x="251042" y="873"/>
                      <a:pt x="251168" y="727"/>
                    </a:cubicBezTo>
                    <a:cubicBezTo>
                      <a:pt x="251316" y="580"/>
                      <a:pt x="251506" y="505"/>
                      <a:pt x="251739" y="505"/>
                    </a:cubicBezTo>
                    <a:lnTo>
                      <a:pt x="254308" y="505"/>
                    </a:lnTo>
                    <a:cubicBezTo>
                      <a:pt x="254519" y="505"/>
                      <a:pt x="254698" y="580"/>
                      <a:pt x="254847" y="727"/>
                    </a:cubicBezTo>
                    <a:cubicBezTo>
                      <a:pt x="254994" y="873"/>
                      <a:pt x="255069" y="1054"/>
                      <a:pt x="255069" y="1264"/>
                    </a:cubicBezTo>
                    <a:lnTo>
                      <a:pt x="255069" y="6508"/>
                    </a:lnTo>
                    <a:lnTo>
                      <a:pt x="259033" y="6508"/>
                    </a:lnTo>
                    <a:cubicBezTo>
                      <a:pt x="259244" y="6508"/>
                      <a:pt x="259423" y="6582"/>
                      <a:pt x="259572" y="6729"/>
                    </a:cubicBezTo>
                    <a:cubicBezTo>
                      <a:pt x="259720" y="6876"/>
                      <a:pt x="259794" y="7056"/>
                      <a:pt x="259794" y="7266"/>
                    </a:cubicBezTo>
                    <a:lnTo>
                      <a:pt x="259794" y="9098"/>
                    </a:lnTo>
                    <a:cubicBezTo>
                      <a:pt x="259794" y="9308"/>
                      <a:pt x="259720" y="9489"/>
                      <a:pt x="259572" y="9635"/>
                    </a:cubicBezTo>
                    <a:cubicBezTo>
                      <a:pt x="259423" y="9782"/>
                      <a:pt x="259244" y="9857"/>
                      <a:pt x="259033" y="9857"/>
                    </a:cubicBezTo>
                    <a:lnTo>
                      <a:pt x="255069" y="9857"/>
                    </a:lnTo>
                    <a:lnTo>
                      <a:pt x="255069" y="16712"/>
                    </a:lnTo>
                    <a:cubicBezTo>
                      <a:pt x="255069" y="17576"/>
                      <a:pt x="255216" y="18249"/>
                      <a:pt x="255513" y="18734"/>
                    </a:cubicBezTo>
                    <a:cubicBezTo>
                      <a:pt x="255830" y="19219"/>
                      <a:pt x="256369" y="19460"/>
                      <a:pt x="257130" y="19460"/>
                    </a:cubicBezTo>
                    <a:lnTo>
                      <a:pt x="259319" y="19460"/>
                    </a:lnTo>
                    <a:cubicBezTo>
                      <a:pt x="259529" y="19460"/>
                      <a:pt x="259708" y="19535"/>
                      <a:pt x="259858" y="19682"/>
                    </a:cubicBezTo>
                    <a:cubicBezTo>
                      <a:pt x="260005" y="19828"/>
                      <a:pt x="260080" y="20009"/>
                      <a:pt x="260080" y="20219"/>
                    </a:cubicBezTo>
                    <a:lnTo>
                      <a:pt x="260080" y="22177"/>
                    </a:lnTo>
                    <a:cubicBezTo>
                      <a:pt x="260080" y="22387"/>
                      <a:pt x="260005" y="22568"/>
                      <a:pt x="259858" y="22714"/>
                    </a:cubicBezTo>
                    <a:cubicBezTo>
                      <a:pt x="259708" y="22861"/>
                      <a:pt x="259529" y="22936"/>
                      <a:pt x="259319" y="22936"/>
                    </a:cubicBezTo>
                    <a:lnTo>
                      <a:pt x="256750" y="22936"/>
                    </a:lnTo>
                    <a:close/>
                    <a:moveTo>
                      <a:pt x="270187" y="23252"/>
                    </a:moveTo>
                    <a:cubicBezTo>
                      <a:pt x="268495" y="23252"/>
                      <a:pt x="267068" y="22956"/>
                      <a:pt x="265906" y="22367"/>
                    </a:cubicBezTo>
                    <a:cubicBezTo>
                      <a:pt x="264764" y="21778"/>
                      <a:pt x="263885" y="20945"/>
                      <a:pt x="263274" y="19871"/>
                    </a:cubicBezTo>
                    <a:cubicBezTo>
                      <a:pt x="262680" y="18797"/>
                      <a:pt x="262343" y="17545"/>
                      <a:pt x="262259" y="16112"/>
                    </a:cubicBezTo>
                    <a:cubicBezTo>
                      <a:pt x="262236" y="15733"/>
                      <a:pt x="262227" y="15270"/>
                      <a:pt x="262227" y="14722"/>
                    </a:cubicBezTo>
                    <a:cubicBezTo>
                      <a:pt x="262227" y="14173"/>
                      <a:pt x="262236" y="13711"/>
                      <a:pt x="262259" y="13332"/>
                    </a:cubicBezTo>
                    <a:cubicBezTo>
                      <a:pt x="262343" y="11879"/>
                      <a:pt x="262691" y="10626"/>
                      <a:pt x="263305" y="9572"/>
                    </a:cubicBezTo>
                    <a:cubicBezTo>
                      <a:pt x="263940" y="8498"/>
                      <a:pt x="264828" y="7666"/>
                      <a:pt x="265969" y="7077"/>
                    </a:cubicBezTo>
                    <a:cubicBezTo>
                      <a:pt x="267131" y="6488"/>
                      <a:pt x="268538" y="6192"/>
                      <a:pt x="270187" y="6192"/>
                    </a:cubicBezTo>
                    <a:cubicBezTo>
                      <a:pt x="271836" y="6192"/>
                      <a:pt x="273232" y="6488"/>
                      <a:pt x="274373" y="7077"/>
                    </a:cubicBezTo>
                    <a:cubicBezTo>
                      <a:pt x="275535" y="7666"/>
                      <a:pt x="276423" y="8498"/>
                      <a:pt x="277037" y="9572"/>
                    </a:cubicBezTo>
                    <a:cubicBezTo>
                      <a:pt x="277671" y="10626"/>
                      <a:pt x="278029" y="11879"/>
                      <a:pt x="278115" y="13332"/>
                    </a:cubicBezTo>
                    <a:cubicBezTo>
                      <a:pt x="278136" y="13711"/>
                      <a:pt x="278147" y="14173"/>
                      <a:pt x="278147" y="14722"/>
                    </a:cubicBezTo>
                    <a:cubicBezTo>
                      <a:pt x="278147" y="15270"/>
                      <a:pt x="278136" y="15733"/>
                      <a:pt x="278115" y="16112"/>
                    </a:cubicBezTo>
                    <a:cubicBezTo>
                      <a:pt x="278029" y="17545"/>
                      <a:pt x="277680" y="18797"/>
                      <a:pt x="277069" y="19871"/>
                    </a:cubicBezTo>
                    <a:cubicBezTo>
                      <a:pt x="276475" y="20945"/>
                      <a:pt x="275599" y="21778"/>
                      <a:pt x="274437" y="22367"/>
                    </a:cubicBezTo>
                    <a:cubicBezTo>
                      <a:pt x="273295" y="22956"/>
                      <a:pt x="271877" y="23252"/>
                      <a:pt x="270187" y="23252"/>
                    </a:cubicBezTo>
                    <a:close/>
                    <a:moveTo>
                      <a:pt x="270187" y="20124"/>
                    </a:moveTo>
                    <a:cubicBezTo>
                      <a:pt x="271306" y="20124"/>
                      <a:pt x="272174" y="19776"/>
                      <a:pt x="272788" y="19081"/>
                    </a:cubicBezTo>
                    <a:cubicBezTo>
                      <a:pt x="273399" y="18366"/>
                      <a:pt x="273739" y="17324"/>
                      <a:pt x="273802" y="15954"/>
                    </a:cubicBezTo>
                    <a:cubicBezTo>
                      <a:pt x="273823" y="15638"/>
                      <a:pt x="273834" y="15227"/>
                      <a:pt x="273834" y="14722"/>
                    </a:cubicBezTo>
                    <a:cubicBezTo>
                      <a:pt x="273834" y="14216"/>
                      <a:pt x="273823" y="13806"/>
                      <a:pt x="273802" y="13490"/>
                    </a:cubicBezTo>
                    <a:cubicBezTo>
                      <a:pt x="273739" y="12143"/>
                      <a:pt x="273399" y="11109"/>
                      <a:pt x="272788" y="10394"/>
                    </a:cubicBezTo>
                    <a:cubicBezTo>
                      <a:pt x="272174" y="9678"/>
                      <a:pt x="271306" y="9320"/>
                      <a:pt x="270187" y="9320"/>
                    </a:cubicBezTo>
                    <a:cubicBezTo>
                      <a:pt x="269066" y="9320"/>
                      <a:pt x="268198" y="9678"/>
                      <a:pt x="267587" y="10394"/>
                    </a:cubicBezTo>
                    <a:cubicBezTo>
                      <a:pt x="266973" y="11109"/>
                      <a:pt x="266635" y="12143"/>
                      <a:pt x="266572" y="13490"/>
                    </a:cubicBezTo>
                    <a:cubicBezTo>
                      <a:pt x="266549" y="13806"/>
                      <a:pt x="266540" y="14216"/>
                      <a:pt x="266540" y="14722"/>
                    </a:cubicBezTo>
                    <a:cubicBezTo>
                      <a:pt x="266540" y="15227"/>
                      <a:pt x="266549" y="15638"/>
                      <a:pt x="266572" y="15954"/>
                    </a:cubicBezTo>
                    <a:cubicBezTo>
                      <a:pt x="266635" y="17324"/>
                      <a:pt x="266973" y="18366"/>
                      <a:pt x="267587" y="19081"/>
                    </a:cubicBezTo>
                    <a:cubicBezTo>
                      <a:pt x="268198" y="19776"/>
                      <a:pt x="269066" y="20124"/>
                      <a:pt x="270187" y="20124"/>
                    </a:cubicBezTo>
                    <a:close/>
                    <a:moveTo>
                      <a:pt x="282421" y="22936"/>
                    </a:moveTo>
                    <a:cubicBezTo>
                      <a:pt x="282209" y="22936"/>
                      <a:pt x="282030" y="22861"/>
                      <a:pt x="281882" y="22714"/>
                    </a:cubicBezTo>
                    <a:cubicBezTo>
                      <a:pt x="281733" y="22568"/>
                      <a:pt x="281660" y="22387"/>
                      <a:pt x="281660" y="22177"/>
                    </a:cubicBezTo>
                    <a:lnTo>
                      <a:pt x="281660" y="7298"/>
                    </a:lnTo>
                    <a:cubicBezTo>
                      <a:pt x="281660" y="7065"/>
                      <a:pt x="281733" y="6876"/>
                      <a:pt x="281882" y="6729"/>
                    </a:cubicBezTo>
                    <a:cubicBezTo>
                      <a:pt x="282030" y="6582"/>
                      <a:pt x="282209" y="6508"/>
                      <a:pt x="282421" y="6508"/>
                    </a:cubicBezTo>
                    <a:lnTo>
                      <a:pt x="284990" y="6508"/>
                    </a:lnTo>
                    <a:cubicBezTo>
                      <a:pt x="285201" y="6508"/>
                      <a:pt x="285380" y="6582"/>
                      <a:pt x="285529" y="6729"/>
                    </a:cubicBezTo>
                    <a:cubicBezTo>
                      <a:pt x="285697" y="6876"/>
                      <a:pt x="285783" y="7065"/>
                      <a:pt x="285783" y="7298"/>
                    </a:cubicBezTo>
                    <a:lnTo>
                      <a:pt x="285783" y="8593"/>
                    </a:lnTo>
                    <a:cubicBezTo>
                      <a:pt x="286268" y="7918"/>
                      <a:pt x="286893" y="7404"/>
                      <a:pt x="287654" y="7045"/>
                    </a:cubicBezTo>
                    <a:cubicBezTo>
                      <a:pt x="288436" y="6686"/>
                      <a:pt x="289335" y="6508"/>
                      <a:pt x="290350" y="6508"/>
                    </a:cubicBezTo>
                    <a:lnTo>
                      <a:pt x="291650" y="6508"/>
                    </a:lnTo>
                    <a:cubicBezTo>
                      <a:pt x="291881" y="6508"/>
                      <a:pt x="292062" y="6582"/>
                      <a:pt x="292189" y="6729"/>
                    </a:cubicBezTo>
                    <a:cubicBezTo>
                      <a:pt x="292336" y="6876"/>
                      <a:pt x="292411" y="7056"/>
                      <a:pt x="292411" y="7266"/>
                    </a:cubicBezTo>
                    <a:lnTo>
                      <a:pt x="292411" y="9541"/>
                    </a:lnTo>
                    <a:cubicBezTo>
                      <a:pt x="292411" y="9751"/>
                      <a:pt x="292336" y="9931"/>
                      <a:pt x="292189" y="10078"/>
                    </a:cubicBezTo>
                    <a:cubicBezTo>
                      <a:pt x="292062" y="10224"/>
                      <a:pt x="291881" y="10299"/>
                      <a:pt x="291650" y="10299"/>
                    </a:cubicBezTo>
                    <a:lnTo>
                      <a:pt x="289176" y="10299"/>
                    </a:lnTo>
                    <a:cubicBezTo>
                      <a:pt x="288161" y="10299"/>
                      <a:pt x="287369" y="10583"/>
                      <a:pt x="286798" y="11152"/>
                    </a:cubicBezTo>
                    <a:cubicBezTo>
                      <a:pt x="286247" y="11721"/>
                      <a:pt x="285973" y="12499"/>
                      <a:pt x="285973" y="13490"/>
                    </a:cubicBezTo>
                    <a:lnTo>
                      <a:pt x="285973" y="22177"/>
                    </a:lnTo>
                    <a:cubicBezTo>
                      <a:pt x="285973" y="22387"/>
                      <a:pt x="285899" y="22568"/>
                      <a:pt x="285751" y="22714"/>
                    </a:cubicBezTo>
                    <a:cubicBezTo>
                      <a:pt x="285602" y="22861"/>
                      <a:pt x="285412" y="22936"/>
                      <a:pt x="285180" y="22936"/>
                    </a:cubicBezTo>
                    <a:lnTo>
                      <a:pt x="282421"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4" name="Freeform 53">
                <a:extLst>
                  <a:ext uri="{FF2B5EF4-FFF2-40B4-BE49-F238E27FC236}">
                    <a16:creationId xmlns:a16="http://schemas.microsoft.com/office/drawing/2014/main" id="{82B62360-7220-8B29-F15C-70C02510AA2B}"/>
                  </a:ext>
                </a:extLst>
              </p:cNvPr>
              <p:cNvSpPr/>
              <p:nvPr/>
            </p:nvSpPr>
            <p:spPr>
              <a:xfrm>
                <a:off x="2273393" y="6608999"/>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5" name="Freeform 54">
                <a:extLst>
                  <a:ext uri="{FF2B5EF4-FFF2-40B4-BE49-F238E27FC236}">
                    <a16:creationId xmlns:a16="http://schemas.microsoft.com/office/drawing/2014/main" id="{26A759F7-B97D-5A54-ED47-62A4B097FC48}"/>
                  </a:ext>
                </a:extLst>
              </p:cNvPr>
              <p:cNvSpPr/>
              <p:nvPr/>
            </p:nvSpPr>
            <p:spPr>
              <a:xfrm>
                <a:off x="2264332" y="6618025"/>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7" name="Freeform 56">
                <a:extLst>
                  <a:ext uri="{FF2B5EF4-FFF2-40B4-BE49-F238E27FC236}">
                    <a16:creationId xmlns:a16="http://schemas.microsoft.com/office/drawing/2014/main" id="{20CDC2DE-2C42-2E27-3655-96FF8B14F89A}"/>
                  </a:ext>
                </a:extLst>
              </p:cNvPr>
              <p:cNvSpPr/>
              <p:nvPr/>
            </p:nvSpPr>
            <p:spPr>
              <a:xfrm>
                <a:off x="2259802" y="663156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58" name="Freeform 57">
                <a:extLst>
                  <a:ext uri="{FF2B5EF4-FFF2-40B4-BE49-F238E27FC236}">
                    <a16:creationId xmlns:a16="http://schemas.microsoft.com/office/drawing/2014/main" id="{F34C4442-3FDC-26A3-FDB9-494462DC4810}"/>
                  </a:ext>
                </a:extLst>
              </p:cNvPr>
              <p:cNvSpPr/>
              <p:nvPr/>
            </p:nvSpPr>
            <p:spPr>
              <a:xfrm>
                <a:off x="2300575" y="663156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6" name="Freeform 135">
                <a:extLst>
                  <a:ext uri="{FF2B5EF4-FFF2-40B4-BE49-F238E27FC236}">
                    <a16:creationId xmlns:a16="http://schemas.microsoft.com/office/drawing/2014/main" id="{8C35DC8F-F6A5-328F-F3E7-530E1EAAE0DB}"/>
                  </a:ext>
                </a:extLst>
              </p:cNvPr>
              <p:cNvSpPr/>
              <p:nvPr/>
            </p:nvSpPr>
            <p:spPr>
              <a:xfrm>
                <a:off x="2289249" y="6629308"/>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7" name="Freeform 136">
                <a:extLst>
                  <a:ext uri="{FF2B5EF4-FFF2-40B4-BE49-F238E27FC236}">
                    <a16:creationId xmlns:a16="http://schemas.microsoft.com/office/drawing/2014/main" id="{D08A9460-EDDD-A69F-1FB3-E055A936E84A}"/>
                  </a:ext>
                </a:extLst>
              </p:cNvPr>
              <p:cNvSpPr/>
              <p:nvPr/>
            </p:nvSpPr>
            <p:spPr>
              <a:xfrm>
                <a:off x="2275658" y="6629308"/>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8" name="Freeform 137">
                <a:extLst>
                  <a:ext uri="{FF2B5EF4-FFF2-40B4-BE49-F238E27FC236}">
                    <a16:creationId xmlns:a16="http://schemas.microsoft.com/office/drawing/2014/main" id="{A3E661CB-662D-8D68-A2B4-05BB332945D5}"/>
                  </a:ext>
                </a:extLst>
              </p:cNvPr>
              <p:cNvSpPr/>
              <p:nvPr/>
            </p:nvSpPr>
            <p:spPr>
              <a:xfrm>
                <a:off x="2273393" y="6008756"/>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39" name="Freeform 138">
                <a:extLst>
                  <a:ext uri="{FF2B5EF4-FFF2-40B4-BE49-F238E27FC236}">
                    <a16:creationId xmlns:a16="http://schemas.microsoft.com/office/drawing/2014/main" id="{1815F746-D0C2-CFE4-1DB4-83E533318D09}"/>
                  </a:ext>
                </a:extLst>
              </p:cNvPr>
              <p:cNvSpPr/>
              <p:nvPr/>
            </p:nvSpPr>
            <p:spPr>
              <a:xfrm>
                <a:off x="2264332" y="6017782"/>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0" name="Freeform 139">
                <a:extLst>
                  <a:ext uri="{FF2B5EF4-FFF2-40B4-BE49-F238E27FC236}">
                    <a16:creationId xmlns:a16="http://schemas.microsoft.com/office/drawing/2014/main" id="{BCABB512-038B-8DD1-F814-5E996587F0EB}"/>
                  </a:ext>
                </a:extLst>
              </p:cNvPr>
              <p:cNvSpPr/>
              <p:nvPr/>
            </p:nvSpPr>
            <p:spPr>
              <a:xfrm>
                <a:off x="2259802" y="603132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1" name="Freeform 140">
                <a:extLst>
                  <a:ext uri="{FF2B5EF4-FFF2-40B4-BE49-F238E27FC236}">
                    <a16:creationId xmlns:a16="http://schemas.microsoft.com/office/drawing/2014/main" id="{15ECB30D-E68C-5760-3577-969DB714BF23}"/>
                  </a:ext>
                </a:extLst>
              </p:cNvPr>
              <p:cNvSpPr/>
              <p:nvPr/>
            </p:nvSpPr>
            <p:spPr>
              <a:xfrm>
                <a:off x="2300575" y="603132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2" name="Freeform 141">
                <a:extLst>
                  <a:ext uri="{FF2B5EF4-FFF2-40B4-BE49-F238E27FC236}">
                    <a16:creationId xmlns:a16="http://schemas.microsoft.com/office/drawing/2014/main" id="{6A3417FA-62B8-374F-727C-59B3B14185C2}"/>
                  </a:ext>
                </a:extLst>
              </p:cNvPr>
              <p:cNvSpPr/>
              <p:nvPr/>
            </p:nvSpPr>
            <p:spPr>
              <a:xfrm>
                <a:off x="2289249" y="6029065"/>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3" name="Freeform 142">
                <a:extLst>
                  <a:ext uri="{FF2B5EF4-FFF2-40B4-BE49-F238E27FC236}">
                    <a16:creationId xmlns:a16="http://schemas.microsoft.com/office/drawing/2014/main" id="{1623257E-488C-8CF5-1E86-85D2895CA116}"/>
                  </a:ext>
                </a:extLst>
              </p:cNvPr>
              <p:cNvSpPr/>
              <p:nvPr/>
            </p:nvSpPr>
            <p:spPr>
              <a:xfrm>
                <a:off x="2275658" y="6029065"/>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4" name="Rectangle 143">
                <a:extLst>
                  <a:ext uri="{FF2B5EF4-FFF2-40B4-BE49-F238E27FC236}">
                    <a16:creationId xmlns:a16="http://schemas.microsoft.com/office/drawing/2014/main" id="{4419EBCA-2267-E6FB-FEFE-385455ABB3CD}"/>
                  </a:ext>
                </a:extLst>
              </p:cNvPr>
              <p:cNvSpPr/>
              <p:nvPr/>
            </p:nvSpPr>
            <p:spPr>
              <a:xfrm>
                <a:off x="1865656" y="5695096"/>
                <a:ext cx="679562" cy="128623"/>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5" name="Rectangle 144">
                <a:extLst>
                  <a:ext uri="{FF2B5EF4-FFF2-40B4-BE49-F238E27FC236}">
                    <a16:creationId xmlns:a16="http://schemas.microsoft.com/office/drawing/2014/main" id="{A6811E7F-FF40-66C3-5B9D-1E5D4FAA867F}"/>
                  </a:ext>
                </a:extLst>
              </p:cNvPr>
              <p:cNvSpPr/>
              <p:nvPr/>
            </p:nvSpPr>
            <p:spPr>
              <a:xfrm>
                <a:off x="2585991" y="5695096"/>
                <a:ext cx="679562" cy="128623"/>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6" name="Freeform 145">
                <a:extLst>
                  <a:ext uri="{FF2B5EF4-FFF2-40B4-BE49-F238E27FC236}">
                    <a16:creationId xmlns:a16="http://schemas.microsoft.com/office/drawing/2014/main" id="{A33570AA-198D-C209-B134-CB7322CAFE8A}"/>
                  </a:ext>
                </a:extLst>
              </p:cNvPr>
              <p:cNvSpPr/>
              <p:nvPr/>
            </p:nvSpPr>
            <p:spPr>
              <a:xfrm>
                <a:off x="1982862" y="5744370"/>
                <a:ext cx="279329" cy="23251"/>
              </a:xfrm>
              <a:custGeom>
                <a:avLst/>
                <a:gdLst>
                  <a:gd name="csX0" fmla="*/ 9355 w 279329"/>
                  <a:gd name="csY0" fmla="*/ 23252 h 23251"/>
                  <a:gd name="csX1" fmla="*/ 4345 w 279329"/>
                  <a:gd name="csY1" fmla="*/ 22241 h 23251"/>
                  <a:gd name="csX2" fmla="*/ 1237 w 279329"/>
                  <a:gd name="csY2" fmla="*/ 19303 h 23251"/>
                  <a:gd name="csX3" fmla="*/ 32 w 279329"/>
                  <a:gd name="csY3" fmla="*/ 14690 h 23251"/>
                  <a:gd name="csX4" fmla="*/ 0 w 279329"/>
                  <a:gd name="csY4" fmla="*/ 11910 h 23251"/>
                  <a:gd name="csX5" fmla="*/ 32 w 279329"/>
                  <a:gd name="csY5" fmla="*/ 9067 h 23251"/>
                  <a:gd name="csX6" fmla="*/ 1237 w 279329"/>
                  <a:gd name="csY6" fmla="*/ 4486 h 23251"/>
                  <a:gd name="csX7" fmla="*/ 4376 w 279329"/>
                  <a:gd name="csY7" fmla="*/ 1548 h 23251"/>
                  <a:gd name="csX8" fmla="*/ 9355 w 279329"/>
                  <a:gd name="csY8" fmla="*/ 505 h 23251"/>
                  <a:gd name="csX9" fmla="*/ 13224 w 279329"/>
                  <a:gd name="csY9" fmla="*/ 1074 h 23251"/>
                  <a:gd name="csX10" fmla="*/ 16142 w 279329"/>
                  <a:gd name="csY10" fmla="*/ 2654 h 23251"/>
                  <a:gd name="csX11" fmla="*/ 18013 w 279329"/>
                  <a:gd name="csY11" fmla="*/ 4960 h 23251"/>
                  <a:gd name="csX12" fmla="*/ 18711 w 279329"/>
                  <a:gd name="csY12" fmla="*/ 7835 h 23251"/>
                  <a:gd name="csX13" fmla="*/ 18520 w 279329"/>
                  <a:gd name="csY13" fmla="*/ 8309 h 23251"/>
                  <a:gd name="csX14" fmla="*/ 18045 w 279329"/>
                  <a:gd name="csY14" fmla="*/ 8498 h 23251"/>
                  <a:gd name="csX15" fmla="*/ 15032 w 279329"/>
                  <a:gd name="csY15" fmla="*/ 8498 h 23251"/>
                  <a:gd name="csX16" fmla="*/ 14461 w 279329"/>
                  <a:gd name="csY16" fmla="*/ 8340 h 23251"/>
                  <a:gd name="csX17" fmla="*/ 14144 w 279329"/>
                  <a:gd name="csY17" fmla="*/ 7740 h 23251"/>
                  <a:gd name="csX18" fmla="*/ 12400 w 279329"/>
                  <a:gd name="csY18" fmla="*/ 4897 h 23251"/>
                  <a:gd name="csX19" fmla="*/ 9324 w 279329"/>
                  <a:gd name="csY19" fmla="*/ 4139 h 23251"/>
                  <a:gd name="csX20" fmla="*/ 5930 w 279329"/>
                  <a:gd name="csY20" fmla="*/ 5339 h 23251"/>
                  <a:gd name="csX21" fmla="*/ 4567 w 279329"/>
                  <a:gd name="csY21" fmla="*/ 9225 h 23251"/>
                  <a:gd name="csX22" fmla="*/ 4567 w 279329"/>
                  <a:gd name="csY22" fmla="*/ 14532 h 23251"/>
                  <a:gd name="csX23" fmla="*/ 5930 w 279329"/>
                  <a:gd name="csY23" fmla="*/ 18450 h 23251"/>
                  <a:gd name="csX24" fmla="*/ 9324 w 279329"/>
                  <a:gd name="csY24" fmla="*/ 19618 h 23251"/>
                  <a:gd name="csX25" fmla="*/ 12400 w 279329"/>
                  <a:gd name="csY25" fmla="*/ 18860 h 23251"/>
                  <a:gd name="csX26" fmla="*/ 14144 w 279329"/>
                  <a:gd name="csY26" fmla="*/ 16017 h 23251"/>
                  <a:gd name="csX27" fmla="*/ 14461 w 279329"/>
                  <a:gd name="csY27" fmla="*/ 15417 h 23251"/>
                  <a:gd name="csX28" fmla="*/ 15032 w 279329"/>
                  <a:gd name="csY28" fmla="*/ 15259 h 23251"/>
                  <a:gd name="csX29" fmla="*/ 18045 w 279329"/>
                  <a:gd name="csY29" fmla="*/ 15259 h 23251"/>
                  <a:gd name="csX30" fmla="*/ 18520 w 279329"/>
                  <a:gd name="csY30" fmla="*/ 15448 h 23251"/>
                  <a:gd name="csX31" fmla="*/ 18711 w 279329"/>
                  <a:gd name="csY31" fmla="*/ 15922 h 23251"/>
                  <a:gd name="csX32" fmla="*/ 18013 w 279329"/>
                  <a:gd name="csY32" fmla="*/ 18797 h 23251"/>
                  <a:gd name="csX33" fmla="*/ 16142 w 279329"/>
                  <a:gd name="csY33" fmla="*/ 21135 h 23251"/>
                  <a:gd name="csX34" fmla="*/ 13224 w 279329"/>
                  <a:gd name="csY34" fmla="*/ 22683 h 23251"/>
                  <a:gd name="csX35" fmla="*/ 9355 w 279329"/>
                  <a:gd name="csY35" fmla="*/ 23252 h 23251"/>
                  <a:gd name="csX36" fmla="*/ 28211 w 279329"/>
                  <a:gd name="csY36" fmla="*/ 23252 h 23251"/>
                  <a:gd name="csX37" fmla="*/ 24849 w 279329"/>
                  <a:gd name="csY37" fmla="*/ 22399 h 23251"/>
                  <a:gd name="csX38" fmla="*/ 22693 w 279329"/>
                  <a:gd name="csY38" fmla="*/ 19934 h 23251"/>
                  <a:gd name="csX39" fmla="*/ 21932 w 279329"/>
                  <a:gd name="csY39" fmla="*/ 16143 h 23251"/>
                  <a:gd name="csX40" fmla="*/ 21932 w 279329"/>
                  <a:gd name="csY40" fmla="*/ 7266 h 23251"/>
                  <a:gd name="csX41" fmla="*/ 22154 w 279329"/>
                  <a:gd name="csY41" fmla="*/ 6729 h 23251"/>
                  <a:gd name="csX42" fmla="*/ 22693 w 279329"/>
                  <a:gd name="csY42" fmla="*/ 6508 h 23251"/>
                  <a:gd name="csX43" fmla="*/ 25484 w 279329"/>
                  <a:gd name="csY43" fmla="*/ 6508 h 23251"/>
                  <a:gd name="csX44" fmla="*/ 26023 w 279329"/>
                  <a:gd name="csY44" fmla="*/ 6729 h 23251"/>
                  <a:gd name="csX45" fmla="*/ 26245 w 279329"/>
                  <a:gd name="csY45" fmla="*/ 7266 h 23251"/>
                  <a:gd name="csX46" fmla="*/ 26245 w 279329"/>
                  <a:gd name="csY46" fmla="*/ 15954 h 23251"/>
                  <a:gd name="csX47" fmla="*/ 29701 w 279329"/>
                  <a:gd name="csY47" fmla="*/ 19871 h 23251"/>
                  <a:gd name="csX48" fmla="*/ 32302 w 279329"/>
                  <a:gd name="csY48" fmla="*/ 18829 h 23251"/>
                  <a:gd name="csX49" fmla="*/ 33285 w 279329"/>
                  <a:gd name="csY49" fmla="*/ 15954 h 23251"/>
                  <a:gd name="csX50" fmla="*/ 33285 w 279329"/>
                  <a:gd name="csY50" fmla="*/ 7266 h 23251"/>
                  <a:gd name="csX51" fmla="*/ 33507 w 279329"/>
                  <a:gd name="csY51" fmla="*/ 6729 h 23251"/>
                  <a:gd name="csX52" fmla="*/ 34046 w 279329"/>
                  <a:gd name="csY52" fmla="*/ 6508 h 23251"/>
                  <a:gd name="csX53" fmla="*/ 36837 w 279329"/>
                  <a:gd name="csY53" fmla="*/ 6508 h 23251"/>
                  <a:gd name="csX54" fmla="*/ 37376 w 279329"/>
                  <a:gd name="csY54" fmla="*/ 6729 h 23251"/>
                  <a:gd name="csX55" fmla="*/ 37598 w 279329"/>
                  <a:gd name="csY55" fmla="*/ 7266 h 23251"/>
                  <a:gd name="csX56" fmla="*/ 37598 w 279329"/>
                  <a:gd name="csY56" fmla="*/ 22177 h 23251"/>
                  <a:gd name="csX57" fmla="*/ 37376 w 279329"/>
                  <a:gd name="csY57" fmla="*/ 22714 h 23251"/>
                  <a:gd name="csX58" fmla="*/ 36837 w 279329"/>
                  <a:gd name="csY58" fmla="*/ 22936 h 23251"/>
                  <a:gd name="csX59" fmla="*/ 34268 w 279329"/>
                  <a:gd name="csY59" fmla="*/ 22936 h 23251"/>
                  <a:gd name="csX60" fmla="*/ 33697 w 279329"/>
                  <a:gd name="csY60" fmla="*/ 22714 h 23251"/>
                  <a:gd name="csX61" fmla="*/ 33507 w 279329"/>
                  <a:gd name="csY61" fmla="*/ 22177 h 23251"/>
                  <a:gd name="csX62" fmla="*/ 33507 w 279329"/>
                  <a:gd name="csY62" fmla="*/ 20882 h 23251"/>
                  <a:gd name="csX63" fmla="*/ 31382 w 279329"/>
                  <a:gd name="csY63" fmla="*/ 22620 h 23251"/>
                  <a:gd name="csX64" fmla="*/ 28211 w 279329"/>
                  <a:gd name="csY64" fmla="*/ 23252 h 23251"/>
                  <a:gd name="csX65" fmla="*/ 48036 w 279329"/>
                  <a:gd name="csY65" fmla="*/ 23252 h 23251"/>
                  <a:gd name="csX66" fmla="*/ 44770 w 279329"/>
                  <a:gd name="csY66" fmla="*/ 22809 h 23251"/>
                  <a:gd name="csX67" fmla="*/ 42581 w 279329"/>
                  <a:gd name="csY67" fmla="*/ 21704 h 23251"/>
                  <a:gd name="csX68" fmla="*/ 41313 w 279329"/>
                  <a:gd name="csY68" fmla="*/ 20377 h 23251"/>
                  <a:gd name="csX69" fmla="*/ 40869 w 279329"/>
                  <a:gd name="csY69" fmla="*/ 19271 h 23251"/>
                  <a:gd name="csX70" fmla="*/ 41059 w 279329"/>
                  <a:gd name="csY70" fmla="*/ 18734 h 23251"/>
                  <a:gd name="csX71" fmla="*/ 41598 w 279329"/>
                  <a:gd name="csY71" fmla="*/ 18513 h 23251"/>
                  <a:gd name="csX72" fmla="*/ 44104 w 279329"/>
                  <a:gd name="csY72" fmla="*/ 18513 h 23251"/>
                  <a:gd name="csX73" fmla="*/ 44326 w 279329"/>
                  <a:gd name="csY73" fmla="*/ 18544 h 23251"/>
                  <a:gd name="csX74" fmla="*/ 44579 w 279329"/>
                  <a:gd name="csY74" fmla="*/ 18734 h 23251"/>
                  <a:gd name="csX75" fmla="*/ 45436 w 279329"/>
                  <a:gd name="csY75" fmla="*/ 19460 h 23251"/>
                  <a:gd name="csX76" fmla="*/ 46545 w 279329"/>
                  <a:gd name="csY76" fmla="*/ 20124 h 23251"/>
                  <a:gd name="csX77" fmla="*/ 48131 w 279329"/>
                  <a:gd name="csY77" fmla="*/ 20377 h 23251"/>
                  <a:gd name="csX78" fmla="*/ 50192 w 279329"/>
                  <a:gd name="csY78" fmla="*/ 19903 h 23251"/>
                  <a:gd name="csX79" fmla="*/ 51049 w 279329"/>
                  <a:gd name="csY79" fmla="*/ 18481 h 23251"/>
                  <a:gd name="csX80" fmla="*/ 50668 w 279329"/>
                  <a:gd name="csY80" fmla="*/ 17407 h 23251"/>
                  <a:gd name="csX81" fmla="*/ 49336 w 279329"/>
                  <a:gd name="csY81" fmla="*/ 16680 h 23251"/>
                  <a:gd name="csX82" fmla="*/ 46545 w 279329"/>
                  <a:gd name="csY82" fmla="*/ 15954 h 23251"/>
                  <a:gd name="csX83" fmla="*/ 43596 w 279329"/>
                  <a:gd name="csY83" fmla="*/ 14911 h 23251"/>
                  <a:gd name="csX84" fmla="*/ 41852 w 279329"/>
                  <a:gd name="csY84" fmla="*/ 13332 h 23251"/>
                  <a:gd name="csX85" fmla="*/ 41281 w 279329"/>
                  <a:gd name="csY85" fmla="*/ 11120 h 23251"/>
                  <a:gd name="csX86" fmla="*/ 42011 w 279329"/>
                  <a:gd name="csY86" fmla="*/ 8782 h 23251"/>
                  <a:gd name="csX87" fmla="*/ 44230 w 279329"/>
                  <a:gd name="csY87" fmla="*/ 6919 h 23251"/>
                  <a:gd name="csX88" fmla="*/ 47909 w 279329"/>
                  <a:gd name="csY88" fmla="*/ 6192 h 23251"/>
                  <a:gd name="csX89" fmla="*/ 50890 w 279329"/>
                  <a:gd name="csY89" fmla="*/ 6634 h 23251"/>
                  <a:gd name="csX90" fmla="*/ 52983 w 279329"/>
                  <a:gd name="csY90" fmla="*/ 7677 h 23251"/>
                  <a:gd name="csX91" fmla="*/ 54283 w 279329"/>
                  <a:gd name="csY91" fmla="*/ 8972 h 23251"/>
                  <a:gd name="csX92" fmla="*/ 54759 w 279329"/>
                  <a:gd name="csY92" fmla="*/ 10078 h 23251"/>
                  <a:gd name="csX93" fmla="*/ 54569 w 279329"/>
                  <a:gd name="csY93" fmla="*/ 10646 h 23251"/>
                  <a:gd name="csX94" fmla="*/ 54061 w 279329"/>
                  <a:gd name="csY94" fmla="*/ 10836 h 23251"/>
                  <a:gd name="csX95" fmla="*/ 51715 w 279329"/>
                  <a:gd name="csY95" fmla="*/ 10836 h 23251"/>
                  <a:gd name="csX96" fmla="*/ 51429 w 279329"/>
                  <a:gd name="csY96" fmla="*/ 10773 h 23251"/>
                  <a:gd name="csX97" fmla="*/ 51176 w 279329"/>
                  <a:gd name="csY97" fmla="*/ 10615 h 23251"/>
                  <a:gd name="csX98" fmla="*/ 50414 w 279329"/>
                  <a:gd name="csY98" fmla="*/ 9951 h 23251"/>
                  <a:gd name="csX99" fmla="*/ 49400 w 279329"/>
                  <a:gd name="csY99" fmla="*/ 9351 h 23251"/>
                  <a:gd name="csX100" fmla="*/ 47877 w 279329"/>
                  <a:gd name="csY100" fmla="*/ 9067 h 23251"/>
                  <a:gd name="csX101" fmla="*/ 46038 w 279329"/>
                  <a:gd name="csY101" fmla="*/ 9604 h 23251"/>
                  <a:gd name="csX102" fmla="*/ 45404 w 279329"/>
                  <a:gd name="csY102" fmla="*/ 10899 h 23251"/>
                  <a:gd name="csX103" fmla="*/ 45689 w 279329"/>
                  <a:gd name="csY103" fmla="*/ 11847 h 23251"/>
                  <a:gd name="csX104" fmla="*/ 46926 w 279329"/>
                  <a:gd name="csY104" fmla="*/ 12573 h 23251"/>
                  <a:gd name="csX105" fmla="*/ 49717 w 279329"/>
                  <a:gd name="csY105" fmla="*/ 13300 h 23251"/>
                  <a:gd name="csX106" fmla="*/ 53078 w 279329"/>
                  <a:gd name="csY106" fmla="*/ 14437 h 23251"/>
                  <a:gd name="csX107" fmla="*/ 54854 w 279329"/>
                  <a:gd name="csY107" fmla="*/ 16143 h 23251"/>
                  <a:gd name="csX108" fmla="*/ 55393 w 279329"/>
                  <a:gd name="csY108" fmla="*/ 18260 h 23251"/>
                  <a:gd name="csX109" fmla="*/ 54537 w 279329"/>
                  <a:gd name="csY109" fmla="*/ 20819 h 23251"/>
                  <a:gd name="csX110" fmla="*/ 52064 w 279329"/>
                  <a:gd name="csY110" fmla="*/ 22620 h 23251"/>
                  <a:gd name="csX111" fmla="*/ 48036 w 279329"/>
                  <a:gd name="csY111" fmla="*/ 23252 h 23251"/>
                  <a:gd name="csX112" fmla="*/ 66056 w 279329"/>
                  <a:gd name="csY112" fmla="*/ 22936 h 23251"/>
                  <a:gd name="csX113" fmla="*/ 62853 w 279329"/>
                  <a:gd name="csY113" fmla="*/ 22272 h 23251"/>
                  <a:gd name="csX114" fmla="*/ 60918 w 279329"/>
                  <a:gd name="csY114" fmla="*/ 20314 h 23251"/>
                  <a:gd name="csX115" fmla="*/ 60284 w 279329"/>
                  <a:gd name="csY115" fmla="*/ 17028 h 23251"/>
                  <a:gd name="csX116" fmla="*/ 60284 w 279329"/>
                  <a:gd name="csY116" fmla="*/ 9857 h 23251"/>
                  <a:gd name="csX117" fmla="*/ 57779 w 279329"/>
                  <a:gd name="csY117" fmla="*/ 9857 h 23251"/>
                  <a:gd name="csX118" fmla="*/ 57240 w 279329"/>
                  <a:gd name="csY118" fmla="*/ 9635 h 23251"/>
                  <a:gd name="csX119" fmla="*/ 57018 w 279329"/>
                  <a:gd name="csY119" fmla="*/ 9098 h 23251"/>
                  <a:gd name="csX120" fmla="*/ 57018 w 279329"/>
                  <a:gd name="csY120" fmla="*/ 7266 h 23251"/>
                  <a:gd name="csX121" fmla="*/ 57240 w 279329"/>
                  <a:gd name="csY121" fmla="*/ 6729 h 23251"/>
                  <a:gd name="csX122" fmla="*/ 57779 w 279329"/>
                  <a:gd name="csY122" fmla="*/ 6508 h 23251"/>
                  <a:gd name="csX123" fmla="*/ 60284 w 279329"/>
                  <a:gd name="csY123" fmla="*/ 6508 h 23251"/>
                  <a:gd name="csX124" fmla="*/ 60284 w 279329"/>
                  <a:gd name="csY124" fmla="*/ 1264 h 23251"/>
                  <a:gd name="csX125" fmla="*/ 60474 w 279329"/>
                  <a:gd name="csY125" fmla="*/ 727 h 23251"/>
                  <a:gd name="csX126" fmla="*/ 61045 w 279329"/>
                  <a:gd name="csY126" fmla="*/ 505 h 23251"/>
                  <a:gd name="csX127" fmla="*/ 63614 w 279329"/>
                  <a:gd name="csY127" fmla="*/ 505 h 23251"/>
                  <a:gd name="csX128" fmla="*/ 64153 w 279329"/>
                  <a:gd name="csY128" fmla="*/ 727 h 23251"/>
                  <a:gd name="csX129" fmla="*/ 64375 w 279329"/>
                  <a:gd name="csY129" fmla="*/ 1264 h 23251"/>
                  <a:gd name="csX130" fmla="*/ 64375 w 279329"/>
                  <a:gd name="csY130" fmla="*/ 6508 h 23251"/>
                  <a:gd name="csX131" fmla="*/ 68339 w 279329"/>
                  <a:gd name="csY131" fmla="*/ 6508 h 23251"/>
                  <a:gd name="csX132" fmla="*/ 68878 w 279329"/>
                  <a:gd name="csY132" fmla="*/ 6729 h 23251"/>
                  <a:gd name="csX133" fmla="*/ 69100 w 279329"/>
                  <a:gd name="csY133" fmla="*/ 7266 h 23251"/>
                  <a:gd name="csX134" fmla="*/ 69100 w 279329"/>
                  <a:gd name="csY134" fmla="*/ 9098 h 23251"/>
                  <a:gd name="csX135" fmla="*/ 68878 w 279329"/>
                  <a:gd name="csY135" fmla="*/ 9635 h 23251"/>
                  <a:gd name="csX136" fmla="*/ 68339 w 279329"/>
                  <a:gd name="csY136" fmla="*/ 9857 h 23251"/>
                  <a:gd name="csX137" fmla="*/ 64375 w 279329"/>
                  <a:gd name="csY137" fmla="*/ 9857 h 23251"/>
                  <a:gd name="csX138" fmla="*/ 64375 w 279329"/>
                  <a:gd name="csY138" fmla="*/ 16712 h 23251"/>
                  <a:gd name="csX139" fmla="*/ 64819 w 279329"/>
                  <a:gd name="csY139" fmla="*/ 18734 h 23251"/>
                  <a:gd name="csX140" fmla="*/ 66436 w 279329"/>
                  <a:gd name="csY140" fmla="*/ 19460 h 23251"/>
                  <a:gd name="csX141" fmla="*/ 68624 w 279329"/>
                  <a:gd name="csY141" fmla="*/ 19460 h 23251"/>
                  <a:gd name="csX142" fmla="*/ 69164 w 279329"/>
                  <a:gd name="csY142" fmla="*/ 19682 h 23251"/>
                  <a:gd name="csX143" fmla="*/ 69386 w 279329"/>
                  <a:gd name="csY143" fmla="*/ 20219 h 23251"/>
                  <a:gd name="csX144" fmla="*/ 69386 w 279329"/>
                  <a:gd name="csY144" fmla="*/ 22177 h 23251"/>
                  <a:gd name="csX145" fmla="*/ 69164 w 279329"/>
                  <a:gd name="csY145" fmla="*/ 22714 h 23251"/>
                  <a:gd name="csX146" fmla="*/ 68624 w 279329"/>
                  <a:gd name="csY146" fmla="*/ 22936 h 23251"/>
                  <a:gd name="csX147" fmla="*/ 66056 w 279329"/>
                  <a:gd name="csY147" fmla="*/ 22936 h 23251"/>
                  <a:gd name="csX148" fmla="*/ 79493 w 279329"/>
                  <a:gd name="csY148" fmla="*/ 23252 h 23251"/>
                  <a:gd name="csX149" fmla="*/ 75212 w 279329"/>
                  <a:gd name="csY149" fmla="*/ 22367 h 23251"/>
                  <a:gd name="csX150" fmla="*/ 72579 w 279329"/>
                  <a:gd name="csY150" fmla="*/ 19871 h 23251"/>
                  <a:gd name="csX151" fmla="*/ 71565 w 279329"/>
                  <a:gd name="csY151" fmla="*/ 16112 h 23251"/>
                  <a:gd name="csX152" fmla="*/ 71533 w 279329"/>
                  <a:gd name="csY152" fmla="*/ 14722 h 23251"/>
                  <a:gd name="csX153" fmla="*/ 71565 w 279329"/>
                  <a:gd name="csY153" fmla="*/ 13332 h 23251"/>
                  <a:gd name="csX154" fmla="*/ 72611 w 279329"/>
                  <a:gd name="csY154" fmla="*/ 9572 h 23251"/>
                  <a:gd name="csX155" fmla="*/ 75275 w 279329"/>
                  <a:gd name="csY155" fmla="*/ 7077 h 23251"/>
                  <a:gd name="csX156" fmla="*/ 79493 w 279329"/>
                  <a:gd name="csY156" fmla="*/ 6192 h 23251"/>
                  <a:gd name="csX157" fmla="*/ 83679 w 279329"/>
                  <a:gd name="csY157" fmla="*/ 7077 h 23251"/>
                  <a:gd name="csX158" fmla="*/ 86343 w 279329"/>
                  <a:gd name="csY158" fmla="*/ 9572 h 23251"/>
                  <a:gd name="csX159" fmla="*/ 87421 w 279329"/>
                  <a:gd name="csY159" fmla="*/ 13332 h 23251"/>
                  <a:gd name="csX160" fmla="*/ 87453 w 279329"/>
                  <a:gd name="csY160" fmla="*/ 14722 h 23251"/>
                  <a:gd name="csX161" fmla="*/ 87421 w 279329"/>
                  <a:gd name="csY161" fmla="*/ 16112 h 23251"/>
                  <a:gd name="csX162" fmla="*/ 86375 w 279329"/>
                  <a:gd name="csY162" fmla="*/ 19871 h 23251"/>
                  <a:gd name="csX163" fmla="*/ 83742 w 279329"/>
                  <a:gd name="csY163" fmla="*/ 22367 h 23251"/>
                  <a:gd name="csX164" fmla="*/ 79493 w 279329"/>
                  <a:gd name="csY164" fmla="*/ 23252 h 23251"/>
                  <a:gd name="csX165" fmla="*/ 79493 w 279329"/>
                  <a:gd name="csY165" fmla="*/ 20124 h 23251"/>
                  <a:gd name="csX166" fmla="*/ 82093 w 279329"/>
                  <a:gd name="csY166" fmla="*/ 19081 h 23251"/>
                  <a:gd name="csX167" fmla="*/ 83108 w 279329"/>
                  <a:gd name="csY167" fmla="*/ 15954 h 23251"/>
                  <a:gd name="csX168" fmla="*/ 83140 w 279329"/>
                  <a:gd name="csY168" fmla="*/ 14722 h 23251"/>
                  <a:gd name="csX169" fmla="*/ 83108 w 279329"/>
                  <a:gd name="csY169" fmla="*/ 13490 h 23251"/>
                  <a:gd name="csX170" fmla="*/ 82093 w 279329"/>
                  <a:gd name="csY170" fmla="*/ 10394 h 23251"/>
                  <a:gd name="csX171" fmla="*/ 79493 w 279329"/>
                  <a:gd name="csY171" fmla="*/ 9320 h 23251"/>
                  <a:gd name="csX172" fmla="*/ 76892 w 279329"/>
                  <a:gd name="csY172" fmla="*/ 10394 h 23251"/>
                  <a:gd name="csX173" fmla="*/ 75878 w 279329"/>
                  <a:gd name="csY173" fmla="*/ 13490 h 23251"/>
                  <a:gd name="csX174" fmla="*/ 75846 w 279329"/>
                  <a:gd name="csY174" fmla="*/ 14722 h 23251"/>
                  <a:gd name="csX175" fmla="*/ 75878 w 279329"/>
                  <a:gd name="csY175" fmla="*/ 15954 h 23251"/>
                  <a:gd name="csX176" fmla="*/ 76892 w 279329"/>
                  <a:gd name="csY176" fmla="*/ 19081 h 23251"/>
                  <a:gd name="csX177" fmla="*/ 79493 w 279329"/>
                  <a:gd name="csY177" fmla="*/ 20124 h 23251"/>
                  <a:gd name="csX178" fmla="*/ 91730 w 279329"/>
                  <a:gd name="csY178" fmla="*/ 22936 h 23251"/>
                  <a:gd name="csX179" fmla="*/ 91190 w 279329"/>
                  <a:gd name="csY179" fmla="*/ 22714 h 23251"/>
                  <a:gd name="csX180" fmla="*/ 90968 w 279329"/>
                  <a:gd name="csY180" fmla="*/ 22177 h 23251"/>
                  <a:gd name="csX181" fmla="*/ 90968 w 279329"/>
                  <a:gd name="csY181" fmla="*/ 7266 h 23251"/>
                  <a:gd name="csX182" fmla="*/ 91190 w 279329"/>
                  <a:gd name="csY182" fmla="*/ 6729 h 23251"/>
                  <a:gd name="csX183" fmla="*/ 91730 w 279329"/>
                  <a:gd name="csY183" fmla="*/ 6508 h 23251"/>
                  <a:gd name="csX184" fmla="*/ 94203 w 279329"/>
                  <a:gd name="csY184" fmla="*/ 6508 h 23251"/>
                  <a:gd name="csX185" fmla="*/ 94742 w 279329"/>
                  <a:gd name="csY185" fmla="*/ 6729 h 23251"/>
                  <a:gd name="csX186" fmla="*/ 94964 w 279329"/>
                  <a:gd name="csY186" fmla="*/ 7266 h 23251"/>
                  <a:gd name="csX187" fmla="*/ 94964 w 279329"/>
                  <a:gd name="csY187" fmla="*/ 8340 h 23251"/>
                  <a:gd name="csX188" fmla="*/ 96740 w 279329"/>
                  <a:gd name="csY188" fmla="*/ 6855 h 23251"/>
                  <a:gd name="csX189" fmla="*/ 99436 w 279329"/>
                  <a:gd name="csY189" fmla="*/ 6192 h 23251"/>
                  <a:gd name="csX190" fmla="*/ 104478 w 279329"/>
                  <a:gd name="csY190" fmla="*/ 9004 h 23251"/>
                  <a:gd name="csX191" fmla="*/ 106571 w 279329"/>
                  <a:gd name="csY191" fmla="*/ 6982 h 23251"/>
                  <a:gd name="csX192" fmla="*/ 109647 w 279329"/>
                  <a:gd name="csY192" fmla="*/ 6192 h 23251"/>
                  <a:gd name="csX193" fmla="*/ 112628 w 279329"/>
                  <a:gd name="csY193" fmla="*/ 6950 h 23251"/>
                  <a:gd name="csX194" fmla="*/ 114753 w 279329"/>
                  <a:gd name="csY194" fmla="*/ 9256 h 23251"/>
                  <a:gd name="csX195" fmla="*/ 115546 w 279329"/>
                  <a:gd name="csY195" fmla="*/ 13111 h 23251"/>
                  <a:gd name="csX196" fmla="*/ 115546 w 279329"/>
                  <a:gd name="csY196" fmla="*/ 22177 h 23251"/>
                  <a:gd name="csX197" fmla="*/ 115324 w 279329"/>
                  <a:gd name="csY197" fmla="*/ 22714 h 23251"/>
                  <a:gd name="csX198" fmla="*/ 114785 w 279329"/>
                  <a:gd name="csY198" fmla="*/ 22936 h 23251"/>
                  <a:gd name="csX199" fmla="*/ 112184 w 279329"/>
                  <a:gd name="csY199" fmla="*/ 22936 h 23251"/>
                  <a:gd name="csX200" fmla="*/ 111645 w 279329"/>
                  <a:gd name="csY200" fmla="*/ 22714 h 23251"/>
                  <a:gd name="csX201" fmla="*/ 111423 w 279329"/>
                  <a:gd name="csY201" fmla="*/ 22177 h 23251"/>
                  <a:gd name="csX202" fmla="*/ 111423 w 279329"/>
                  <a:gd name="csY202" fmla="*/ 13363 h 23251"/>
                  <a:gd name="csX203" fmla="*/ 111011 w 279329"/>
                  <a:gd name="csY203" fmla="*/ 11120 h 23251"/>
                  <a:gd name="csX204" fmla="*/ 109901 w 279329"/>
                  <a:gd name="csY204" fmla="*/ 9920 h 23251"/>
                  <a:gd name="csX205" fmla="*/ 108347 w 279329"/>
                  <a:gd name="csY205" fmla="*/ 9572 h 23251"/>
                  <a:gd name="csX206" fmla="*/ 106952 w 279329"/>
                  <a:gd name="csY206" fmla="*/ 9920 h 23251"/>
                  <a:gd name="csX207" fmla="*/ 105810 w 279329"/>
                  <a:gd name="csY207" fmla="*/ 11120 h 23251"/>
                  <a:gd name="csX208" fmla="*/ 105366 w 279329"/>
                  <a:gd name="csY208" fmla="*/ 13363 h 23251"/>
                  <a:gd name="csX209" fmla="*/ 105366 w 279329"/>
                  <a:gd name="csY209" fmla="*/ 22177 h 23251"/>
                  <a:gd name="csX210" fmla="*/ 105144 w 279329"/>
                  <a:gd name="csY210" fmla="*/ 22714 h 23251"/>
                  <a:gd name="csX211" fmla="*/ 104605 w 279329"/>
                  <a:gd name="csY211" fmla="*/ 22936 h 23251"/>
                  <a:gd name="csX212" fmla="*/ 102005 w 279329"/>
                  <a:gd name="csY212" fmla="*/ 22936 h 23251"/>
                  <a:gd name="csX213" fmla="*/ 101434 w 279329"/>
                  <a:gd name="csY213" fmla="*/ 22714 h 23251"/>
                  <a:gd name="csX214" fmla="*/ 101243 w 279329"/>
                  <a:gd name="csY214" fmla="*/ 22177 h 23251"/>
                  <a:gd name="csX215" fmla="*/ 101243 w 279329"/>
                  <a:gd name="csY215" fmla="*/ 13363 h 23251"/>
                  <a:gd name="csX216" fmla="*/ 100799 w 279329"/>
                  <a:gd name="csY216" fmla="*/ 11120 h 23251"/>
                  <a:gd name="csX217" fmla="*/ 99658 w 279329"/>
                  <a:gd name="csY217" fmla="*/ 9920 h 23251"/>
                  <a:gd name="csX218" fmla="*/ 98167 w 279329"/>
                  <a:gd name="csY218" fmla="*/ 9572 h 23251"/>
                  <a:gd name="csX219" fmla="*/ 96740 w 279329"/>
                  <a:gd name="csY219" fmla="*/ 9951 h 23251"/>
                  <a:gd name="csX220" fmla="*/ 95599 w 279329"/>
                  <a:gd name="csY220" fmla="*/ 11120 h 23251"/>
                  <a:gd name="csX221" fmla="*/ 95155 w 279329"/>
                  <a:gd name="csY221" fmla="*/ 13363 h 23251"/>
                  <a:gd name="csX222" fmla="*/ 95155 w 279329"/>
                  <a:gd name="csY222" fmla="*/ 22177 h 23251"/>
                  <a:gd name="csX223" fmla="*/ 94933 w 279329"/>
                  <a:gd name="csY223" fmla="*/ 22714 h 23251"/>
                  <a:gd name="csX224" fmla="*/ 94393 w 279329"/>
                  <a:gd name="csY224" fmla="*/ 22936 h 23251"/>
                  <a:gd name="csX225" fmla="*/ 91730 w 279329"/>
                  <a:gd name="csY225" fmla="*/ 22936 h 23251"/>
                  <a:gd name="csX226" fmla="*/ 126686 w 279329"/>
                  <a:gd name="csY226" fmla="*/ 23252 h 23251"/>
                  <a:gd name="csX227" fmla="*/ 121105 w 279329"/>
                  <a:gd name="csY227" fmla="*/ 21230 h 23251"/>
                  <a:gd name="csX228" fmla="*/ 118885 w 279329"/>
                  <a:gd name="csY228" fmla="*/ 15480 h 23251"/>
                  <a:gd name="csX229" fmla="*/ 118853 w 279329"/>
                  <a:gd name="csY229" fmla="*/ 14690 h 23251"/>
                  <a:gd name="csX230" fmla="*/ 118885 w 279329"/>
                  <a:gd name="csY230" fmla="*/ 13900 h 23251"/>
                  <a:gd name="csX231" fmla="*/ 119963 w 279329"/>
                  <a:gd name="csY231" fmla="*/ 9793 h 23251"/>
                  <a:gd name="csX232" fmla="*/ 122659 w 279329"/>
                  <a:gd name="csY232" fmla="*/ 7140 h 23251"/>
                  <a:gd name="csX233" fmla="*/ 126686 w 279329"/>
                  <a:gd name="csY233" fmla="*/ 6192 h 23251"/>
                  <a:gd name="csX234" fmla="*/ 130999 w 279329"/>
                  <a:gd name="csY234" fmla="*/ 7266 h 23251"/>
                  <a:gd name="csX235" fmla="*/ 133631 w 279329"/>
                  <a:gd name="csY235" fmla="*/ 10204 h 23251"/>
                  <a:gd name="csX236" fmla="*/ 134519 w 279329"/>
                  <a:gd name="csY236" fmla="*/ 14532 h 23251"/>
                  <a:gd name="csX237" fmla="*/ 134519 w 279329"/>
                  <a:gd name="csY237" fmla="*/ 15196 h 23251"/>
                  <a:gd name="csX238" fmla="*/ 134297 w 279329"/>
                  <a:gd name="csY238" fmla="*/ 15733 h 23251"/>
                  <a:gd name="csX239" fmla="*/ 133726 w 279329"/>
                  <a:gd name="csY239" fmla="*/ 15954 h 23251"/>
                  <a:gd name="csX240" fmla="*/ 123198 w 279329"/>
                  <a:gd name="csY240" fmla="*/ 15954 h 23251"/>
                  <a:gd name="csX241" fmla="*/ 123198 w 279329"/>
                  <a:gd name="csY241" fmla="*/ 16049 h 23251"/>
                  <a:gd name="csX242" fmla="*/ 123198 w 279329"/>
                  <a:gd name="csY242" fmla="*/ 16207 h 23251"/>
                  <a:gd name="csX243" fmla="*/ 123610 w 279329"/>
                  <a:gd name="csY243" fmla="*/ 18260 h 23251"/>
                  <a:gd name="csX244" fmla="*/ 124783 w 279329"/>
                  <a:gd name="csY244" fmla="*/ 19745 h 23251"/>
                  <a:gd name="csX245" fmla="*/ 126655 w 279329"/>
                  <a:gd name="csY245" fmla="*/ 20314 h 23251"/>
                  <a:gd name="csX246" fmla="*/ 128145 w 279329"/>
                  <a:gd name="csY246" fmla="*/ 20061 h 23251"/>
                  <a:gd name="csX247" fmla="*/ 129128 w 279329"/>
                  <a:gd name="csY247" fmla="*/ 19429 h 23251"/>
                  <a:gd name="csX248" fmla="*/ 129667 w 279329"/>
                  <a:gd name="csY248" fmla="*/ 18860 h 23251"/>
                  <a:gd name="csX249" fmla="*/ 130111 w 279329"/>
                  <a:gd name="csY249" fmla="*/ 18418 h 23251"/>
                  <a:gd name="csX250" fmla="*/ 130650 w 279329"/>
                  <a:gd name="csY250" fmla="*/ 18323 h 23251"/>
                  <a:gd name="csX251" fmla="*/ 133378 w 279329"/>
                  <a:gd name="csY251" fmla="*/ 18323 h 23251"/>
                  <a:gd name="csX252" fmla="*/ 133885 w 279329"/>
                  <a:gd name="csY252" fmla="*/ 18513 h 23251"/>
                  <a:gd name="csX253" fmla="*/ 134075 w 279329"/>
                  <a:gd name="csY253" fmla="*/ 18987 h 23251"/>
                  <a:gd name="csX254" fmla="*/ 133536 w 279329"/>
                  <a:gd name="csY254" fmla="*/ 20219 h 23251"/>
                  <a:gd name="csX255" fmla="*/ 132141 w 279329"/>
                  <a:gd name="csY255" fmla="*/ 21640 h 23251"/>
                  <a:gd name="csX256" fmla="*/ 129826 w 279329"/>
                  <a:gd name="csY256" fmla="*/ 22809 h 23251"/>
                  <a:gd name="csX257" fmla="*/ 126686 w 279329"/>
                  <a:gd name="csY257" fmla="*/ 23252 h 23251"/>
                  <a:gd name="csX258" fmla="*/ 123198 w 279329"/>
                  <a:gd name="csY258" fmla="*/ 13300 h 23251"/>
                  <a:gd name="csX259" fmla="*/ 130206 w 279329"/>
                  <a:gd name="csY259" fmla="*/ 13300 h 23251"/>
                  <a:gd name="csX260" fmla="*/ 130206 w 279329"/>
                  <a:gd name="csY260" fmla="*/ 13205 h 23251"/>
                  <a:gd name="csX261" fmla="*/ 129794 w 279329"/>
                  <a:gd name="csY261" fmla="*/ 11057 h 23251"/>
                  <a:gd name="csX262" fmla="*/ 128589 w 279329"/>
                  <a:gd name="csY262" fmla="*/ 9604 h 23251"/>
                  <a:gd name="csX263" fmla="*/ 126686 w 279329"/>
                  <a:gd name="csY263" fmla="*/ 9067 h 23251"/>
                  <a:gd name="csX264" fmla="*/ 124783 w 279329"/>
                  <a:gd name="csY264" fmla="*/ 9604 h 23251"/>
                  <a:gd name="csX265" fmla="*/ 123578 w 279329"/>
                  <a:gd name="csY265" fmla="*/ 11057 h 23251"/>
                  <a:gd name="csX266" fmla="*/ 123198 w 279329"/>
                  <a:gd name="csY266" fmla="*/ 13205 h 23251"/>
                  <a:gd name="csX267" fmla="*/ 123198 w 279329"/>
                  <a:gd name="csY267" fmla="*/ 13300 h 23251"/>
                  <a:gd name="csX268" fmla="*/ 138647 w 279329"/>
                  <a:gd name="csY268" fmla="*/ 22936 h 23251"/>
                  <a:gd name="csX269" fmla="*/ 138107 w 279329"/>
                  <a:gd name="csY269" fmla="*/ 22714 h 23251"/>
                  <a:gd name="csX270" fmla="*/ 137885 w 279329"/>
                  <a:gd name="csY270" fmla="*/ 22177 h 23251"/>
                  <a:gd name="csX271" fmla="*/ 137885 w 279329"/>
                  <a:gd name="csY271" fmla="*/ 7298 h 23251"/>
                  <a:gd name="csX272" fmla="*/ 138107 w 279329"/>
                  <a:gd name="csY272" fmla="*/ 6729 h 23251"/>
                  <a:gd name="csX273" fmla="*/ 138647 w 279329"/>
                  <a:gd name="csY273" fmla="*/ 6508 h 23251"/>
                  <a:gd name="csX274" fmla="*/ 141215 w 279329"/>
                  <a:gd name="csY274" fmla="*/ 6508 h 23251"/>
                  <a:gd name="csX275" fmla="*/ 141754 w 279329"/>
                  <a:gd name="csY275" fmla="*/ 6729 h 23251"/>
                  <a:gd name="csX276" fmla="*/ 142008 w 279329"/>
                  <a:gd name="csY276" fmla="*/ 7298 h 23251"/>
                  <a:gd name="csX277" fmla="*/ 142008 w 279329"/>
                  <a:gd name="csY277" fmla="*/ 8593 h 23251"/>
                  <a:gd name="csX278" fmla="*/ 143879 w 279329"/>
                  <a:gd name="csY278" fmla="*/ 7045 h 23251"/>
                  <a:gd name="csX279" fmla="*/ 146575 w 279329"/>
                  <a:gd name="csY279" fmla="*/ 6508 h 23251"/>
                  <a:gd name="csX280" fmla="*/ 147875 w 279329"/>
                  <a:gd name="csY280" fmla="*/ 6508 h 23251"/>
                  <a:gd name="csX281" fmla="*/ 148414 w 279329"/>
                  <a:gd name="csY281" fmla="*/ 6729 h 23251"/>
                  <a:gd name="csX282" fmla="*/ 148636 w 279329"/>
                  <a:gd name="csY282" fmla="*/ 7266 h 23251"/>
                  <a:gd name="csX283" fmla="*/ 148636 w 279329"/>
                  <a:gd name="csY283" fmla="*/ 9541 h 23251"/>
                  <a:gd name="csX284" fmla="*/ 148414 w 279329"/>
                  <a:gd name="csY284" fmla="*/ 10078 h 23251"/>
                  <a:gd name="csX285" fmla="*/ 147875 w 279329"/>
                  <a:gd name="csY285" fmla="*/ 10299 h 23251"/>
                  <a:gd name="csX286" fmla="*/ 145401 w 279329"/>
                  <a:gd name="csY286" fmla="*/ 10299 h 23251"/>
                  <a:gd name="csX287" fmla="*/ 143023 w 279329"/>
                  <a:gd name="csY287" fmla="*/ 11152 h 23251"/>
                  <a:gd name="csX288" fmla="*/ 142198 w 279329"/>
                  <a:gd name="csY288" fmla="*/ 13490 h 23251"/>
                  <a:gd name="csX289" fmla="*/ 142198 w 279329"/>
                  <a:gd name="csY289" fmla="*/ 22177 h 23251"/>
                  <a:gd name="csX290" fmla="*/ 141976 w 279329"/>
                  <a:gd name="csY290" fmla="*/ 22714 h 23251"/>
                  <a:gd name="csX291" fmla="*/ 141406 w 279329"/>
                  <a:gd name="csY291" fmla="*/ 22936 h 23251"/>
                  <a:gd name="csX292" fmla="*/ 138647 w 279329"/>
                  <a:gd name="csY292" fmla="*/ 22936 h 23251"/>
                  <a:gd name="csX293" fmla="*/ 152251 w 279329"/>
                  <a:gd name="csY293" fmla="*/ 22936 h 23251"/>
                  <a:gd name="csX294" fmla="*/ 151712 w 279329"/>
                  <a:gd name="csY294" fmla="*/ 22714 h 23251"/>
                  <a:gd name="csX295" fmla="*/ 151490 w 279329"/>
                  <a:gd name="csY295" fmla="*/ 22177 h 23251"/>
                  <a:gd name="csX296" fmla="*/ 151490 w 279329"/>
                  <a:gd name="csY296" fmla="*/ 1611 h 23251"/>
                  <a:gd name="csX297" fmla="*/ 151712 w 279329"/>
                  <a:gd name="csY297" fmla="*/ 1043 h 23251"/>
                  <a:gd name="csX298" fmla="*/ 152251 w 279329"/>
                  <a:gd name="csY298" fmla="*/ 821 h 23251"/>
                  <a:gd name="csX299" fmla="*/ 166205 w 279329"/>
                  <a:gd name="csY299" fmla="*/ 821 h 23251"/>
                  <a:gd name="csX300" fmla="*/ 166776 w 279329"/>
                  <a:gd name="csY300" fmla="*/ 1043 h 23251"/>
                  <a:gd name="csX301" fmla="*/ 166998 w 279329"/>
                  <a:gd name="csY301" fmla="*/ 1611 h 23251"/>
                  <a:gd name="csX302" fmla="*/ 166998 w 279329"/>
                  <a:gd name="csY302" fmla="*/ 3696 h 23251"/>
                  <a:gd name="csX303" fmla="*/ 166776 w 279329"/>
                  <a:gd name="csY303" fmla="*/ 4233 h 23251"/>
                  <a:gd name="csX304" fmla="*/ 166205 w 279329"/>
                  <a:gd name="csY304" fmla="*/ 4454 h 23251"/>
                  <a:gd name="csX305" fmla="*/ 155771 w 279329"/>
                  <a:gd name="csY305" fmla="*/ 4454 h 23251"/>
                  <a:gd name="csX306" fmla="*/ 155771 w 279329"/>
                  <a:gd name="csY306" fmla="*/ 10046 h 23251"/>
                  <a:gd name="csX307" fmla="*/ 165507 w 279329"/>
                  <a:gd name="csY307" fmla="*/ 10046 h 23251"/>
                  <a:gd name="csX308" fmla="*/ 166078 w 279329"/>
                  <a:gd name="csY308" fmla="*/ 10267 h 23251"/>
                  <a:gd name="csX309" fmla="*/ 166300 w 279329"/>
                  <a:gd name="csY309" fmla="*/ 10804 h 23251"/>
                  <a:gd name="csX310" fmla="*/ 166300 w 279329"/>
                  <a:gd name="csY310" fmla="*/ 12763 h 23251"/>
                  <a:gd name="csX311" fmla="*/ 166078 w 279329"/>
                  <a:gd name="csY311" fmla="*/ 13332 h 23251"/>
                  <a:gd name="csX312" fmla="*/ 165507 w 279329"/>
                  <a:gd name="csY312" fmla="*/ 13521 h 23251"/>
                  <a:gd name="csX313" fmla="*/ 155771 w 279329"/>
                  <a:gd name="csY313" fmla="*/ 13521 h 23251"/>
                  <a:gd name="csX314" fmla="*/ 155771 w 279329"/>
                  <a:gd name="csY314" fmla="*/ 19303 h 23251"/>
                  <a:gd name="csX315" fmla="*/ 166459 w 279329"/>
                  <a:gd name="csY315" fmla="*/ 19303 h 23251"/>
                  <a:gd name="csX316" fmla="*/ 167030 w 279329"/>
                  <a:gd name="csY316" fmla="*/ 19524 h 23251"/>
                  <a:gd name="csX317" fmla="*/ 167252 w 279329"/>
                  <a:gd name="csY317" fmla="*/ 20092 h 23251"/>
                  <a:gd name="csX318" fmla="*/ 167252 w 279329"/>
                  <a:gd name="csY318" fmla="*/ 22177 h 23251"/>
                  <a:gd name="csX319" fmla="*/ 167030 w 279329"/>
                  <a:gd name="csY319" fmla="*/ 22714 h 23251"/>
                  <a:gd name="csX320" fmla="*/ 166459 w 279329"/>
                  <a:gd name="csY320" fmla="*/ 22936 h 23251"/>
                  <a:gd name="csX321" fmla="*/ 152251 w 279329"/>
                  <a:gd name="csY321" fmla="*/ 22936 h 23251"/>
                  <a:gd name="csX322" fmla="*/ 171598 w 279329"/>
                  <a:gd name="csY322" fmla="*/ 22936 h 23251"/>
                  <a:gd name="csX323" fmla="*/ 171059 w 279329"/>
                  <a:gd name="csY323" fmla="*/ 22714 h 23251"/>
                  <a:gd name="csX324" fmla="*/ 170837 w 279329"/>
                  <a:gd name="csY324" fmla="*/ 22177 h 23251"/>
                  <a:gd name="csX325" fmla="*/ 170837 w 279329"/>
                  <a:gd name="csY325" fmla="*/ 7266 h 23251"/>
                  <a:gd name="csX326" fmla="*/ 171059 w 279329"/>
                  <a:gd name="csY326" fmla="*/ 6729 h 23251"/>
                  <a:gd name="csX327" fmla="*/ 171598 w 279329"/>
                  <a:gd name="csY327" fmla="*/ 6508 h 23251"/>
                  <a:gd name="csX328" fmla="*/ 174199 w 279329"/>
                  <a:gd name="csY328" fmla="*/ 6508 h 23251"/>
                  <a:gd name="csX329" fmla="*/ 174738 w 279329"/>
                  <a:gd name="csY329" fmla="*/ 6729 h 23251"/>
                  <a:gd name="csX330" fmla="*/ 174960 w 279329"/>
                  <a:gd name="csY330" fmla="*/ 7266 h 23251"/>
                  <a:gd name="csX331" fmla="*/ 174960 w 279329"/>
                  <a:gd name="csY331" fmla="*/ 8561 h 23251"/>
                  <a:gd name="csX332" fmla="*/ 177053 w 279329"/>
                  <a:gd name="csY332" fmla="*/ 6887 h 23251"/>
                  <a:gd name="csX333" fmla="*/ 180256 w 279329"/>
                  <a:gd name="csY333" fmla="*/ 6192 h 23251"/>
                  <a:gd name="csX334" fmla="*/ 183618 w 279329"/>
                  <a:gd name="csY334" fmla="*/ 7077 h 23251"/>
                  <a:gd name="csX335" fmla="*/ 185806 w 279329"/>
                  <a:gd name="csY335" fmla="*/ 9509 h 23251"/>
                  <a:gd name="csX336" fmla="*/ 186599 w 279329"/>
                  <a:gd name="csY336" fmla="*/ 13300 h 23251"/>
                  <a:gd name="csX337" fmla="*/ 186599 w 279329"/>
                  <a:gd name="csY337" fmla="*/ 22177 h 23251"/>
                  <a:gd name="csX338" fmla="*/ 186377 w 279329"/>
                  <a:gd name="csY338" fmla="*/ 22714 h 23251"/>
                  <a:gd name="csX339" fmla="*/ 185838 w 279329"/>
                  <a:gd name="csY339" fmla="*/ 22936 h 23251"/>
                  <a:gd name="csX340" fmla="*/ 183047 w 279329"/>
                  <a:gd name="csY340" fmla="*/ 22936 h 23251"/>
                  <a:gd name="csX341" fmla="*/ 182508 w 279329"/>
                  <a:gd name="csY341" fmla="*/ 22714 h 23251"/>
                  <a:gd name="csX342" fmla="*/ 182286 w 279329"/>
                  <a:gd name="csY342" fmla="*/ 22177 h 23251"/>
                  <a:gd name="csX343" fmla="*/ 182286 w 279329"/>
                  <a:gd name="csY343" fmla="*/ 13490 h 23251"/>
                  <a:gd name="csX344" fmla="*/ 181366 w 279329"/>
                  <a:gd name="csY344" fmla="*/ 10615 h 23251"/>
                  <a:gd name="csX345" fmla="*/ 178766 w 279329"/>
                  <a:gd name="csY345" fmla="*/ 9572 h 23251"/>
                  <a:gd name="csX346" fmla="*/ 176133 w 279329"/>
                  <a:gd name="csY346" fmla="*/ 10615 h 23251"/>
                  <a:gd name="csX347" fmla="*/ 175150 w 279329"/>
                  <a:gd name="csY347" fmla="*/ 13490 h 23251"/>
                  <a:gd name="csX348" fmla="*/ 175150 w 279329"/>
                  <a:gd name="csY348" fmla="*/ 22177 h 23251"/>
                  <a:gd name="csX349" fmla="*/ 174928 w 279329"/>
                  <a:gd name="csY349" fmla="*/ 22714 h 23251"/>
                  <a:gd name="csX350" fmla="*/ 174389 w 279329"/>
                  <a:gd name="csY350" fmla="*/ 22936 h 23251"/>
                  <a:gd name="csX351" fmla="*/ 171598 w 279329"/>
                  <a:gd name="csY351" fmla="*/ 22936 h 23251"/>
                  <a:gd name="csX352" fmla="*/ 191390 w 279329"/>
                  <a:gd name="csY352" fmla="*/ 22936 h 23251"/>
                  <a:gd name="csX353" fmla="*/ 190850 w 279329"/>
                  <a:gd name="csY353" fmla="*/ 22714 h 23251"/>
                  <a:gd name="csX354" fmla="*/ 190628 w 279329"/>
                  <a:gd name="csY354" fmla="*/ 22177 h 23251"/>
                  <a:gd name="csX355" fmla="*/ 190628 w 279329"/>
                  <a:gd name="csY355" fmla="*/ 7298 h 23251"/>
                  <a:gd name="csX356" fmla="*/ 190850 w 279329"/>
                  <a:gd name="csY356" fmla="*/ 6729 h 23251"/>
                  <a:gd name="csX357" fmla="*/ 191390 w 279329"/>
                  <a:gd name="csY357" fmla="*/ 6508 h 23251"/>
                  <a:gd name="csX358" fmla="*/ 193958 w 279329"/>
                  <a:gd name="csY358" fmla="*/ 6508 h 23251"/>
                  <a:gd name="csX359" fmla="*/ 194497 w 279329"/>
                  <a:gd name="csY359" fmla="*/ 6729 h 23251"/>
                  <a:gd name="csX360" fmla="*/ 194751 w 279329"/>
                  <a:gd name="csY360" fmla="*/ 7298 h 23251"/>
                  <a:gd name="csX361" fmla="*/ 194751 w 279329"/>
                  <a:gd name="csY361" fmla="*/ 8593 h 23251"/>
                  <a:gd name="csX362" fmla="*/ 196622 w 279329"/>
                  <a:gd name="csY362" fmla="*/ 7045 h 23251"/>
                  <a:gd name="csX363" fmla="*/ 199318 w 279329"/>
                  <a:gd name="csY363" fmla="*/ 6508 h 23251"/>
                  <a:gd name="csX364" fmla="*/ 200618 w 279329"/>
                  <a:gd name="csY364" fmla="*/ 6508 h 23251"/>
                  <a:gd name="csX365" fmla="*/ 201157 w 279329"/>
                  <a:gd name="csY365" fmla="*/ 6729 h 23251"/>
                  <a:gd name="csX366" fmla="*/ 201379 w 279329"/>
                  <a:gd name="csY366" fmla="*/ 7266 h 23251"/>
                  <a:gd name="csX367" fmla="*/ 201379 w 279329"/>
                  <a:gd name="csY367" fmla="*/ 9541 h 23251"/>
                  <a:gd name="csX368" fmla="*/ 201157 w 279329"/>
                  <a:gd name="csY368" fmla="*/ 10078 h 23251"/>
                  <a:gd name="csX369" fmla="*/ 200618 w 279329"/>
                  <a:gd name="csY369" fmla="*/ 10299 h 23251"/>
                  <a:gd name="csX370" fmla="*/ 198144 w 279329"/>
                  <a:gd name="csY370" fmla="*/ 10299 h 23251"/>
                  <a:gd name="csX371" fmla="*/ 195766 w 279329"/>
                  <a:gd name="csY371" fmla="*/ 11152 h 23251"/>
                  <a:gd name="csX372" fmla="*/ 194941 w 279329"/>
                  <a:gd name="csY372" fmla="*/ 13490 h 23251"/>
                  <a:gd name="csX373" fmla="*/ 194941 w 279329"/>
                  <a:gd name="csY373" fmla="*/ 22177 h 23251"/>
                  <a:gd name="csX374" fmla="*/ 194719 w 279329"/>
                  <a:gd name="csY374" fmla="*/ 22714 h 23251"/>
                  <a:gd name="csX375" fmla="*/ 194149 w 279329"/>
                  <a:gd name="csY375" fmla="*/ 22936 h 23251"/>
                  <a:gd name="csX376" fmla="*/ 191390 w 279329"/>
                  <a:gd name="csY376" fmla="*/ 22936 h 23251"/>
                  <a:gd name="csX377" fmla="*/ 204614 w 279329"/>
                  <a:gd name="csY377" fmla="*/ 22936 h 23251"/>
                  <a:gd name="csX378" fmla="*/ 204075 w 279329"/>
                  <a:gd name="csY378" fmla="*/ 22714 h 23251"/>
                  <a:gd name="csX379" fmla="*/ 203853 w 279329"/>
                  <a:gd name="csY379" fmla="*/ 22177 h 23251"/>
                  <a:gd name="csX380" fmla="*/ 203853 w 279329"/>
                  <a:gd name="csY380" fmla="*/ 7266 h 23251"/>
                  <a:gd name="csX381" fmla="*/ 204075 w 279329"/>
                  <a:gd name="csY381" fmla="*/ 6729 h 23251"/>
                  <a:gd name="csX382" fmla="*/ 204614 w 279329"/>
                  <a:gd name="csY382" fmla="*/ 6508 h 23251"/>
                  <a:gd name="csX383" fmla="*/ 207246 w 279329"/>
                  <a:gd name="csY383" fmla="*/ 6508 h 23251"/>
                  <a:gd name="csX384" fmla="*/ 207785 w 279329"/>
                  <a:gd name="csY384" fmla="*/ 6729 h 23251"/>
                  <a:gd name="csX385" fmla="*/ 208007 w 279329"/>
                  <a:gd name="csY385" fmla="*/ 7266 h 23251"/>
                  <a:gd name="csX386" fmla="*/ 208007 w 279329"/>
                  <a:gd name="csY386" fmla="*/ 22177 h 23251"/>
                  <a:gd name="csX387" fmla="*/ 207785 w 279329"/>
                  <a:gd name="csY387" fmla="*/ 22714 h 23251"/>
                  <a:gd name="csX388" fmla="*/ 207246 w 279329"/>
                  <a:gd name="csY388" fmla="*/ 22936 h 23251"/>
                  <a:gd name="csX389" fmla="*/ 204614 w 279329"/>
                  <a:gd name="csY389" fmla="*/ 22936 h 23251"/>
                  <a:gd name="csX390" fmla="*/ 204487 w 279329"/>
                  <a:gd name="csY390" fmla="*/ 3791 h 23251"/>
                  <a:gd name="csX391" fmla="*/ 203916 w 279329"/>
                  <a:gd name="csY391" fmla="*/ 3601 h 23251"/>
                  <a:gd name="csX392" fmla="*/ 203726 w 279329"/>
                  <a:gd name="csY392" fmla="*/ 3033 h 23251"/>
                  <a:gd name="csX393" fmla="*/ 203726 w 279329"/>
                  <a:gd name="csY393" fmla="*/ 758 h 23251"/>
                  <a:gd name="csX394" fmla="*/ 203916 w 279329"/>
                  <a:gd name="csY394" fmla="*/ 221 h 23251"/>
                  <a:gd name="csX395" fmla="*/ 204487 w 279329"/>
                  <a:gd name="csY395" fmla="*/ 0 h 23251"/>
                  <a:gd name="csX396" fmla="*/ 207373 w 279329"/>
                  <a:gd name="csY396" fmla="*/ 0 h 23251"/>
                  <a:gd name="csX397" fmla="*/ 207944 w 279329"/>
                  <a:gd name="csY397" fmla="*/ 221 h 23251"/>
                  <a:gd name="csX398" fmla="*/ 208166 w 279329"/>
                  <a:gd name="csY398" fmla="*/ 758 h 23251"/>
                  <a:gd name="csX399" fmla="*/ 208166 w 279329"/>
                  <a:gd name="csY399" fmla="*/ 3033 h 23251"/>
                  <a:gd name="csX400" fmla="*/ 207944 w 279329"/>
                  <a:gd name="csY400" fmla="*/ 3601 h 23251"/>
                  <a:gd name="csX401" fmla="*/ 207373 w 279329"/>
                  <a:gd name="csY401" fmla="*/ 3791 h 23251"/>
                  <a:gd name="csX402" fmla="*/ 204487 w 279329"/>
                  <a:gd name="csY402" fmla="*/ 3791 h 23251"/>
                  <a:gd name="csX403" fmla="*/ 219349 w 279329"/>
                  <a:gd name="csY403" fmla="*/ 23252 h 23251"/>
                  <a:gd name="csX404" fmla="*/ 215322 w 279329"/>
                  <a:gd name="csY404" fmla="*/ 22399 h 23251"/>
                  <a:gd name="csX405" fmla="*/ 212626 w 279329"/>
                  <a:gd name="csY405" fmla="*/ 19934 h 23251"/>
                  <a:gd name="csX406" fmla="*/ 211579 w 279329"/>
                  <a:gd name="csY406" fmla="*/ 15985 h 23251"/>
                  <a:gd name="csX407" fmla="*/ 211548 w 279329"/>
                  <a:gd name="csY407" fmla="*/ 14753 h 23251"/>
                  <a:gd name="csX408" fmla="*/ 211579 w 279329"/>
                  <a:gd name="csY408" fmla="*/ 13458 h 23251"/>
                  <a:gd name="csX409" fmla="*/ 212626 w 279329"/>
                  <a:gd name="csY409" fmla="*/ 9541 h 23251"/>
                  <a:gd name="csX410" fmla="*/ 215322 w 279329"/>
                  <a:gd name="csY410" fmla="*/ 7045 h 23251"/>
                  <a:gd name="csX411" fmla="*/ 219349 w 279329"/>
                  <a:gd name="csY411" fmla="*/ 6192 h 23251"/>
                  <a:gd name="csX412" fmla="*/ 222806 w 279329"/>
                  <a:gd name="csY412" fmla="*/ 6761 h 23251"/>
                  <a:gd name="csX413" fmla="*/ 225153 w 279329"/>
                  <a:gd name="csY413" fmla="*/ 8182 h 23251"/>
                  <a:gd name="csX414" fmla="*/ 226516 w 279329"/>
                  <a:gd name="csY414" fmla="*/ 9983 h 23251"/>
                  <a:gd name="csX415" fmla="*/ 227024 w 279329"/>
                  <a:gd name="csY415" fmla="*/ 11657 h 23251"/>
                  <a:gd name="csX416" fmla="*/ 226802 w 279329"/>
                  <a:gd name="csY416" fmla="*/ 12226 h 23251"/>
                  <a:gd name="csX417" fmla="*/ 226262 w 279329"/>
                  <a:gd name="csY417" fmla="*/ 12416 h 23251"/>
                  <a:gd name="csX418" fmla="*/ 223472 w 279329"/>
                  <a:gd name="csY418" fmla="*/ 12416 h 23251"/>
                  <a:gd name="csX419" fmla="*/ 222964 w 279329"/>
                  <a:gd name="csY419" fmla="*/ 12258 h 23251"/>
                  <a:gd name="csX420" fmla="*/ 222647 w 279329"/>
                  <a:gd name="csY420" fmla="*/ 11784 h 23251"/>
                  <a:gd name="csX421" fmla="*/ 221379 w 279329"/>
                  <a:gd name="csY421" fmla="*/ 10015 h 23251"/>
                  <a:gd name="csX422" fmla="*/ 219412 w 279329"/>
                  <a:gd name="csY422" fmla="*/ 9478 h 23251"/>
                  <a:gd name="csX423" fmla="*/ 216875 w 279329"/>
                  <a:gd name="csY423" fmla="*/ 10488 h 23251"/>
                  <a:gd name="csX424" fmla="*/ 215892 w 279329"/>
                  <a:gd name="csY424" fmla="*/ 13616 h 23251"/>
                  <a:gd name="csX425" fmla="*/ 215892 w 279329"/>
                  <a:gd name="csY425" fmla="*/ 15827 h 23251"/>
                  <a:gd name="csX426" fmla="*/ 216875 w 279329"/>
                  <a:gd name="csY426" fmla="*/ 18987 h 23251"/>
                  <a:gd name="csX427" fmla="*/ 219412 w 279329"/>
                  <a:gd name="csY427" fmla="*/ 19966 h 23251"/>
                  <a:gd name="csX428" fmla="*/ 221410 w 279329"/>
                  <a:gd name="csY428" fmla="*/ 19460 h 23251"/>
                  <a:gd name="csX429" fmla="*/ 222647 w 279329"/>
                  <a:gd name="csY429" fmla="*/ 17660 h 23251"/>
                  <a:gd name="csX430" fmla="*/ 222964 w 279329"/>
                  <a:gd name="csY430" fmla="*/ 17186 h 23251"/>
                  <a:gd name="csX431" fmla="*/ 223472 w 279329"/>
                  <a:gd name="csY431" fmla="*/ 17028 h 23251"/>
                  <a:gd name="csX432" fmla="*/ 226262 w 279329"/>
                  <a:gd name="csY432" fmla="*/ 17028 h 23251"/>
                  <a:gd name="csX433" fmla="*/ 226802 w 279329"/>
                  <a:gd name="csY433" fmla="*/ 17249 h 23251"/>
                  <a:gd name="csX434" fmla="*/ 227024 w 279329"/>
                  <a:gd name="csY434" fmla="*/ 17786 h 23251"/>
                  <a:gd name="csX435" fmla="*/ 226706 w 279329"/>
                  <a:gd name="csY435" fmla="*/ 19081 h 23251"/>
                  <a:gd name="csX436" fmla="*/ 225850 w 279329"/>
                  <a:gd name="csY436" fmla="*/ 20535 h 23251"/>
                  <a:gd name="csX437" fmla="*/ 224391 w 279329"/>
                  <a:gd name="csY437" fmla="*/ 21893 h 23251"/>
                  <a:gd name="csX438" fmla="*/ 222235 w 279329"/>
                  <a:gd name="csY438" fmla="*/ 22872 h 23251"/>
                  <a:gd name="csX439" fmla="*/ 219349 w 279329"/>
                  <a:gd name="csY439" fmla="*/ 23252 h 23251"/>
                  <a:gd name="csX440" fmla="*/ 231124 w 279329"/>
                  <a:gd name="csY440" fmla="*/ 22936 h 23251"/>
                  <a:gd name="csX441" fmla="*/ 230584 w 279329"/>
                  <a:gd name="csY441" fmla="*/ 22714 h 23251"/>
                  <a:gd name="csX442" fmla="*/ 230362 w 279329"/>
                  <a:gd name="csY442" fmla="*/ 22177 h 23251"/>
                  <a:gd name="csX443" fmla="*/ 230362 w 279329"/>
                  <a:gd name="csY443" fmla="*/ 1264 h 23251"/>
                  <a:gd name="csX444" fmla="*/ 230584 w 279329"/>
                  <a:gd name="csY444" fmla="*/ 727 h 23251"/>
                  <a:gd name="csX445" fmla="*/ 231124 w 279329"/>
                  <a:gd name="csY445" fmla="*/ 505 h 23251"/>
                  <a:gd name="csX446" fmla="*/ 233946 w 279329"/>
                  <a:gd name="csY446" fmla="*/ 505 h 23251"/>
                  <a:gd name="csX447" fmla="*/ 234485 w 279329"/>
                  <a:gd name="csY447" fmla="*/ 727 h 23251"/>
                  <a:gd name="csX448" fmla="*/ 234707 w 279329"/>
                  <a:gd name="csY448" fmla="*/ 1264 h 23251"/>
                  <a:gd name="csX449" fmla="*/ 234707 w 279329"/>
                  <a:gd name="csY449" fmla="*/ 8467 h 23251"/>
                  <a:gd name="csX450" fmla="*/ 236800 w 279329"/>
                  <a:gd name="csY450" fmla="*/ 6824 h 23251"/>
                  <a:gd name="csX451" fmla="*/ 239845 w 279329"/>
                  <a:gd name="csY451" fmla="*/ 6192 h 23251"/>
                  <a:gd name="csX452" fmla="*/ 243206 w 279329"/>
                  <a:gd name="csY452" fmla="*/ 7077 h 23251"/>
                  <a:gd name="csX453" fmla="*/ 245458 w 279329"/>
                  <a:gd name="csY453" fmla="*/ 9509 h 23251"/>
                  <a:gd name="csX454" fmla="*/ 246251 w 279329"/>
                  <a:gd name="csY454" fmla="*/ 13300 h 23251"/>
                  <a:gd name="csX455" fmla="*/ 246251 w 279329"/>
                  <a:gd name="csY455" fmla="*/ 22177 h 23251"/>
                  <a:gd name="csX456" fmla="*/ 246029 w 279329"/>
                  <a:gd name="csY456" fmla="*/ 22714 h 23251"/>
                  <a:gd name="csX457" fmla="*/ 245490 w 279329"/>
                  <a:gd name="csY457" fmla="*/ 22936 h 23251"/>
                  <a:gd name="csX458" fmla="*/ 242635 w 279329"/>
                  <a:gd name="csY458" fmla="*/ 22936 h 23251"/>
                  <a:gd name="csX459" fmla="*/ 242096 w 279329"/>
                  <a:gd name="csY459" fmla="*/ 22714 h 23251"/>
                  <a:gd name="csX460" fmla="*/ 241874 w 279329"/>
                  <a:gd name="csY460" fmla="*/ 22177 h 23251"/>
                  <a:gd name="csX461" fmla="*/ 241874 w 279329"/>
                  <a:gd name="csY461" fmla="*/ 13490 h 23251"/>
                  <a:gd name="csX462" fmla="*/ 240955 w 279329"/>
                  <a:gd name="csY462" fmla="*/ 10615 h 23251"/>
                  <a:gd name="csX463" fmla="*/ 238354 w 279329"/>
                  <a:gd name="csY463" fmla="*/ 9572 h 23251"/>
                  <a:gd name="csX464" fmla="*/ 235690 w 279329"/>
                  <a:gd name="csY464" fmla="*/ 10615 h 23251"/>
                  <a:gd name="csX465" fmla="*/ 234707 w 279329"/>
                  <a:gd name="csY465" fmla="*/ 13490 h 23251"/>
                  <a:gd name="csX466" fmla="*/ 234707 w 279329"/>
                  <a:gd name="csY466" fmla="*/ 22177 h 23251"/>
                  <a:gd name="csX467" fmla="*/ 234485 w 279329"/>
                  <a:gd name="csY467" fmla="*/ 22714 h 23251"/>
                  <a:gd name="csX468" fmla="*/ 233946 w 279329"/>
                  <a:gd name="csY468" fmla="*/ 22936 h 23251"/>
                  <a:gd name="csX469" fmla="*/ 231124 w 279329"/>
                  <a:gd name="csY469" fmla="*/ 22936 h 23251"/>
                  <a:gd name="csX470" fmla="*/ 257380 w 279329"/>
                  <a:gd name="csY470" fmla="*/ 23252 h 23251"/>
                  <a:gd name="csX471" fmla="*/ 251798 w 279329"/>
                  <a:gd name="csY471" fmla="*/ 21230 h 23251"/>
                  <a:gd name="csX472" fmla="*/ 249578 w 279329"/>
                  <a:gd name="csY472" fmla="*/ 15480 h 23251"/>
                  <a:gd name="csX473" fmla="*/ 249547 w 279329"/>
                  <a:gd name="csY473" fmla="*/ 14690 h 23251"/>
                  <a:gd name="csX474" fmla="*/ 249578 w 279329"/>
                  <a:gd name="csY474" fmla="*/ 13900 h 23251"/>
                  <a:gd name="csX475" fmla="*/ 250656 w 279329"/>
                  <a:gd name="csY475" fmla="*/ 9793 h 23251"/>
                  <a:gd name="csX476" fmla="*/ 253352 w 279329"/>
                  <a:gd name="csY476" fmla="*/ 7140 h 23251"/>
                  <a:gd name="csX477" fmla="*/ 257380 w 279329"/>
                  <a:gd name="csY477" fmla="*/ 6192 h 23251"/>
                  <a:gd name="csX478" fmla="*/ 261693 w 279329"/>
                  <a:gd name="csY478" fmla="*/ 7266 h 23251"/>
                  <a:gd name="csX479" fmla="*/ 264325 w 279329"/>
                  <a:gd name="csY479" fmla="*/ 10204 h 23251"/>
                  <a:gd name="csX480" fmla="*/ 265213 w 279329"/>
                  <a:gd name="csY480" fmla="*/ 14532 h 23251"/>
                  <a:gd name="csX481" fmla="*/ 265213 w 279329"/>
                  <a:gd name="csY481" fmla="*/ 15196 h 23251"/>
                  <a:gd name="csX482" fmla="*/ 264991 w 279329"/>
                  <a:gd name="csY482" fmla="*/ 15733 h 23251"/>
                  <a:gd name="csX483" fmla="*/ 264420 w 279329"/>
                  <a:gd name="csY483" fmla="*/ 15954 h 23251"/>
                  <a:gd name="csX484" fmla="*/ 253891 w 279329"/>
                  <a:gd name="csY484" fmla="*/ 15954 h 23251"/>
                  <a:gd name="csX485" fmla="*/ 253891 w 279329"/>
                  <a:gd name="csY485" fmla="*/ 16049 h 23251"/>
                  <a:gd name="csX486" fmla="*/ 253891 w 279329"/>
                  <a:gd name="csY486" fmla="*/ 16207 h 23251"/>
                  <a:gd name="csX487" fmla="*/ 254303 w 279329"/>
                  <a:gd name="csY487" fmla="*/ 18260 h 23251"/>
                  <a:gd name="csX488" fmla="*/ 255477 w 279329"/>
                  <a:gd name="csY488" fmla="*/ 19745 h 23251"/>
                  <a:gd name="csX489" fmla="*/ 257348 w 279329"/>
                  <a:gd name="csY489" fmla="*/ 20314 h 23251"/>
                  <a:gd name="csX490" fmla="*/ 258838 w 279329"/>
                  <a:gd name="csY490" fmla="*/ 20061 h 23251"/>
                  <a:gd name="csX491" fmla="*/ 259821 w 279329"/>
                  <a:gd name="csY491" fmla="*/ 19429 h 23251"/>
                  <a:gd name="csX492" fmla="*/ 260361 w 279329"/>
                  <a:gd name="csY492" fmla="*/ 18860 h 23251"/>
                  <a:gd name="csX493" fmla="*/ 260805 w 279329"/>
                  <a:gd name="csY493" fmla="*/ 18418 h 23251"/>
                  <a:gd name="csX494" fmla="*/ 261344 w 279329"/>
                  <a:gd name="csY494" fmla="*/ 18323 h 23251"/>
                  <a:gd name="csX495" fmla="*/ 264071 w 279329"/>
                  <a:gd name="csY495" fmla="*/ 18323 h 23251"/>
                  <a:gd name="csX496" fmla="*/ 264578 w 279329"/>
                  <a:gd name="csY496" fmla="*/ 18513 h 23251"/>
                  <a:gd name="csX497" fmla="*/ 264769 w 279329"/>
                  <a:gd name="csY497" fmla="*/ 18987 h 23251"/>
                  <a:gd name="csX498" fmla="*/ 264230 w 279329"/>
                  <a:gd name="csY498" fmla="*/ 20219 h 23251"/>
                  <a:gd name="csX499" fmla="*/ 262834 w 279329"/>
                  <a:gd name="csY499" fmla="*/ 21640 h 23251"/>
                  <a:gd name="csX500" fmla="*/ 260519 w 279329"/>
                  <a:gd name="csY500" fmla="*/ 22809 h 23251"/>
                  <a:gd name="csX501" fmla="*/ 257380 w 279329"/>
                  <a:gd name="csY501" fmla="*/ 23252 h 23251"/>
                  <a:gd name="csX502" fmla="*/ 253891 w 279329"/>
                  <a:gd name="csY502" fmla="*/ 13300 h 23251"/>
                  <a:gd name="csX503" fmla="*/ 260900 w 279329"/>
                  <a:gd name="csY503" fmla="*/ 13300 h 23251"/>
                  <a:gd name="csX504" fmla="*/ 260900 w 279329"/>
                  <a:gd name="csY504" fmla="*/ 13205 h 23251"/>
                  <a:gd name="csX505" fmla="*/ 260487 w 279329"/>
                  <a:gd name="csY505" fmla="*/ 11057 h 23251"/>
                  <a:gd name="csX506" fmla="*/ 259282 w 279329"/>
                  <a:gd name="csY506" fmla="*/ 9604 h 23251"/>
                  <a:gd name="csX507" fmla="*/ 257380 w 279329"/>
                  <a:gd name="csY507" fmla="*/ 9067 h 23251"/>
                  <a:gd name="csX508" fmla="*/ 255477 w 279329"/>
                  <a:gd name="csY508" fmla="*/ 9604 h 23251"/>
                  <a:gd name="csX509" fmla="*/ 254272 w 279329"/>
                  <a:gd name="csY509" fmla="*/ 11057 h 23251"/>
                  <a:gd name="csX510" fmla="*/ 253891 w 279329"/>
                  <a:gd name="csY510" fmla="*/ 13205 h 23251"/>
                  <a:gd name="csX511" fmla="*/ 253891 w 279329"/>
                  <a:gd name="csY511" fmla="*/ 13300 h 23251"/>
                  <a:gd name="csX512" fmla="*/ 269340 w 279329"/>
                  <a:gd name="csY512" fmla="*/ 22936 h 23251"/>
                  <a:gd name="csX513" fmla="*/ 268801 w 279329"/>
                  <a:gd name="csY513" fmla="*/ 22714 h 23251"/>
                  <a:gd name="csX514" fmla="*/ 268579 w 279329"/>
                  <a:gd name="csY514" fmla="*/ 22177 h 23251"/>
                  <a:gd name="csX515" fmla="*/ 268579 w 279329"/>
                  <a:gd name="csY515" fmla="*/ 7298 h 23251"/>
                  <a:gd name="csX516" fmla="*/ 268801 w 279329"/>
                  <a:gd name="csY516" fmla="*/ 6729 h 23251"/>
                  <a:gd name="csX517" fmla="*/ 269340 w 279329"/>
                  <a:gd name="csY517" fmla="*/ 6508 h 23251"/>
                  <a:gd name="csX518" fmla="*/ 271909 w 279329"/>
                  <a:gd name="csY518" fmla="*/ 6508 h 23251"/>
                  <a:gd name="csX519" fmla="*/ 272448 w 279329"/>
                  <a:gd name="csY519" fmla="*/ 6729 h 23251"/>
                  <a:gd name="csX520" fmla="*/ 272701 w 279329"/>
                  <a:gd name="csY520" fmla="*/ 7298 h 23251"/>
                  <a:gd name="csX521" fmla="*/ 272701 w 279329"/>
                  <a:gd name="csY521" fmla="*/ 8593 h 23251"/>
                  <a:gd name="csX522" fmla="*/ 274572 w 279329"/>
                  <a:gd name="csY522" fmla="*/ 7045 h 23251"/>
                  <a:gd name="csX523" fmla="*/ 277268 w 279329"/>
                  <a:gd name="csY523" fmla="*/ 6508 h 23251"/>
                  <a:gd name="csX524" fmla="*/ 278568 w 279329"/>
                  <a:gd name="csY524" fmla="*/ 6508 h 23251"/>
                  <a:gd name="csX525" fmla="*/ 279107 w 279329"/>
                  <a:gd name="csY525" fmla="*/ 6729 h 23251"/>
                  <a:gd name="csX526" fmla="*/ 279329 w 279329"/>
                  <a:gd name="csY526" fmla="*/ 7266 h 23251"/>
                  <a:gd name="csX527" fmla="*/ 279329 w 279329"/>
                  <a:gd name="csY527" fmla="*/ 9541 h 23251"/>
                  <a:gd name="csX528" fmla="*/ 279107 w 279329"/>
                  <a:gd name="csY528" fmla="*/ 10078 h 23251"/>
                  <a:gd name="csX529" fmla="*/ 278568 w 279329"/>
                  <a:gd name="csY529" fmla="*/ 10299 h 23251"/>
                  <a:gd name="csX530" fmla="*/ 276095 w 279329"/>
                  <a:gd name="csY530" fmla="*/ 10299 h 23251"/>
                  <a:gd name="csX531" fmla="*/ 273716 w 279329"/>
                  <a:gd name="csY531" fmla="*/ 11152 h 23251"/>
                  <a:gd name="csX532" fmla="*/ 272892 w 279329"/>
                  <a:gd name="csY532" fmla="*/ 13490 h 23251"/>
                  <a:gd name="csX533" fmla="*/ 272892 w 279329"/>
                  <a:gd name="csY533" fmla="*/ 22177 h 23251"/>
                  <a:gd name="csX534" fmla="*/ 272670 w 279329"/>
                  <a:gd name="csY534" fmla="*/ 22714 h 23251"/>
                  <a:gd name="csX535" fmla="*/ 272099 w 279329"/>
                  <a:gd name="csY535" fmla="*/ 22936 h 23251"/>
                  <a:gd name="csX536" fmla="*/ 269340 w 279329"/>
                  <a:gd name="csY536"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Lst>
                <a:rect l="l" t="t" r="r" b="b"/>
                <a:pathLst>
                  <a:path w="279329" h="23251">
                    <a:moveTo>
                      <a:pt x="9355" y="23252"/>
                    </a:moveTo>
                    <a:cubicBezTo>
                      <a:pt x="7389" y="23252"/>
                      <a:pt x="5720" y="22915"/>
                      <a:pt x="4345" y="22241"/>
                    </a:cubicBezTo>
                    <a:cubicBezTo>
                      <a:pt x="2992" y="21546"/>
                      <a:pt x="1955" y="20566"/>
                      <a:pt x="1237" y="19303"/>
                    </a:cubicBezTo>
                    <a:cubicBezTo>
                      <a:pt x="519" y="18019"/>
                      <a:pt x="116" y="16480"/>
                      <a:pt x="32" y="14690"/>
                    </a:cubicBezTo>
                    <a:cubicBezTo>
                      <a:pt x="11" y="13826"/>
                      <a:pt x="0" y="12901"/>
                      <a:pt x="0" y="11910"/>
                    </a:cubicBezTo>
                    <a:cubicBezTo>
                      <a:pt x="0" y="10919"/>
                      <a:pt x="11" y="9972"/>
                      <a:pt x="32" y="9067"/>
                    </a:cubicBezTo>
                    <a:cubicBezTo>
                      <a:pt x="116" y="7298"/>
                      <a:pt x="519" y="5770"/>
                      <a:pt x="1237" y="4486"/>
                    </a:cubicBezTo>
                    <a:cubicBezTo>
                      <a:pt x="1978" y="3202"/>
                      <a:pt x="3024" y="2223"/>
                      <a:pt x="4376" y="1548"/>
                    </a:cubicBezTo>
                    <a:cubicBezTo>
                      <a:pt x="5751" y="853"/>
                      <a:pt x="7409" y="505"/>
                      <a:pt x="9355" y="505"/>
                    </a:cubicBezTo>
                    <a:cubicBezTo>
                      <a:pt x="10794" y="505"/>
                      <a:pt x="12083" y="695"/>
                      <a:pt x="13224" y="1074"/>
                    </a:cubicBezTo>
                    <a:cubicBezTo>
                      <a:pt x="14366" y="1453"/>
                      <a:pt x="15338" y="1979"/>
                      <a:pt x="16142" y="2654"/>
                    </a:cubicBezTo>
                    <a:cubicBezTo>
                      <a:pt x="16946" y="3306"/>
                      <a:pt x="17569" y="4075"/>
                      <a:pt x="18013" y="4960"/>
                    </a:cubicBezTo>
                    <a:cubicBezTo>
                      <a:pt x="18457" y="5844"/>
                      <a:pt x="18690" y="6804"/>
                      <a:pt x="18711" y="7835"/>
                    </a:cubicBezTo>
                    <a:cubicBezTo>
                      <a:pt x="18731" y="8024"/>
                      <a:pt x="18668" y="8182"/>
                      <a:pt x="18520" y="8309"/>
                    </a:cubicBezTo>
                    <a:cubicBezTo>
                      <a:pt x="18393" y="8435"/>
                      <a:pt x="18235" y="8498"/>
                      <a:pt x="18045" y="8498"/>
                    </a:cubicBezTo>
                    <a:lnTo>
                      <a:pt x="15032" y="8498"/>
                    </a:lnTo>
                    <a:cubicBezTo>
                      <a:pt x="14799" y="8498"/>
                      <a:pt x="14608" y="8446"/>
                      <a:pt x="14461" y="8340"/>
                    </a:cubicBezTo>
                    <a:cubicBezTo>
                      <a:pt x="14314" y="8214"/>
                      <a:pt x="14207" y="8013"/>
                      <a:pt x="14144" y="7740"/>
                    </a:cubicBezTo>
                    <a:cubicBezTo>
                      <a:pt x="13806" y="6350"/>
                      <a:pt x="13224" y="5402"/>
                      <a:pt x="12400" y="4897"/>
                    </a:cubicBezTo>
                    <a:cubicBezTo>
                      <a:pt x="11575" y="4391"/>
                      <a:pt x="10549" y="4139"/>
                      <a:pt x="9324" y="4139"/>
                    </a:cubicBezTo>
                    <a:cubicBezTo>
                      <a:pt x="7908" y="4139"/>
                      <a:pt x="6775" y="4538"/>
                      <a:pt x="5930" y="5339"/>
                    </a:cubicBezTo>
                    <a:cubicBezTo>
                      <a:pt x="5085" y="6118"/>
                      <a:pt x="4630" y="7413"/>
                      <a:pt x="4567" y="9225"/>
                    </a:cubicBezTo>
                    <a:cubicBezTo>
                      <a:pt x="4503" y="10951"/>
                      <a:pt x="4503" y="12720"/>
                      <a:pt x="4567" y="14532"/>
                    </a:cubicBezTo>
                    <a:cubicBezTo>
                      <a:pt x="4630" y="16344"/>
                      <a:pt x="5085" y="17649"/>
                      <a:pt x="5930" y="18450"/>
                    </a:cubicBezTo>
                    <a:cubicBezTo>
                      <a:pt x="6775" y="19228"/>
                      <a:pt x="7908" y="19618"/>
                      <a:pt x="9324" y="19618"/>
                    </a:cubicBezTo>
                    <a:cubicBezTo>
                      <a:pt x="10549" y="19618"/>
                      <a:pt x="11575" y="19366"/>
                      <a:pt x="12400" y="18860"/>
                    </a:cubicBezTo>
                    <a:cubicBezTo>
                      <a:pt x="13224" y="18334"/>
                      <a:pt x="13806" y="17387"/>
                      <a:pt x="14144" y="16017"/>
                    </a:cubicBezTo>
                    <a:cubicBezTo>
                      <a:pt x="14207" y="15721"/>
                      <a:pt x="14314" y="15523"/>
                      <a:pt x="14461" y="15417"/>
                    </a:cubicBezTo>
                    <a:cubicBezTo>
                      <a:pt x="14608" y="15311"/>
                      <a:pt x="14799" y="15259"/>
                      <a:pt x="15032" y="15259"/>
                    </a:cubicBezTo>
                    <a:lnTo>
                      <a:pt x="18045" y="15259"/>
                    </a:lnTo>
                    <a:cubicBezTo>
                      <a:pt x="18235" y="15259"/>
                      <a:pt x="18393" y="15322"/>
                      <a:pt x="18520" y="15448"/>
                    </a:cubicBezTo>
                    <a:cubicBezTo>
                      <a:pt x="18668" y="15575"/>
                      <a:pt x="18731" y="15733"/>
                      <a:pt x="18711" y="15922"/>
                    </a:cubicBezTo>
                    <a:cubicBezTo>
                      <a:pt x="18690" y="16953"/>
                      <a:pt x="18457" y="17912"/>
                      <a:pt x="18013" y="18797"/>
                    </a:cubicBezTo>
                    <a:cubicBezTo>
                      <a:pt x="17569" y="19682"/>
                      <a:pt x="16946" y="20460"/>
                      <a:pt x="16142" y="21135"/>
                    </a:cubicBezTo>
                    <a:cubicBezTo>
                      <a:pt x="15338" y="21787"/>
                      <a:pt x="14366" y="22304"/>
                      <a:pt x="13224" y="22683"/>
                    </a:cubicBezTo>
                    <a:cubicBezTo>
                      <a:pt x="12083" y="23062"/>
                      <a:pt x="10794" y="23252"/>
                      <a:pt x="9355" y="23252"/>
                    </a:cubicBezTo>
                    <a:close/>
                    <a:moveTo>
                      <a:pt x="28211" y="23252"/>
                    </a:moveTo>
                    <a:cubicBezTo>
                      <a:pt x="26922" y="23252"/>
                      <a:pt x="25801" y="22967"/>
                      <a:pt x="24849" y="22399"/>
                    </a:cubicBezTo>
                    <a:cubicBezTo>
                      <a:pt x="23921" y="21810"/>
                      <a:pt x="23200" y="20988"/>
                      <a:pt x="22693" y="19934"/>
                    </a:cubicBezTo>
                    <a:cubicBezTo>
                      <a:pt x="22185" y="18860"/>
                      <a:pt x="21932" y="17597"/>
                      <a:pt x="21932" y="16143"/>
                    </a:cubicBezTo>
                    <a:lnTo>
                      <a:pt x="21932" y="7266"/>
                    </a:lnTo>
                    <a:cubicBezTo>
                      <a:pt x="21932" y="7056"/>
                      <a:pt x="22006" y="6876"/>
                      <a:pt x="22154" y="6729"/>
                    </a:cubicBezTo>
                    <a:cubicBezTo>
                      <a:pt x="22303" y="6582"/>
                      <a:pt x="22482" y="6508"/>
                      <a:pt x="22693" y="6508"/>
                    </a:cubicBezTo>
                    <a:lnTo>
                      <a:pt x="25484" y="6508"/>
                    </a:lnTo>
                    <a:cubicBezTo>
                      <a:pt x="25717" y="6508"/>
                      <a:pt x="25896" y="6582"/>
                      <a:pt x="26023" y="6729"/>
                    </a:cubicBezTo>
                    <a:cubicBezTo>
                      <a:pt x="26172" y="6876"/>
                      <a:pt x="26245" y="7056"/>
                      <a:pt x="26245" y="7266"/>
                    </a:cubicBezTo>
                    <a:lnTo>
                      <a:pt x="26245" y="15954"/>
                    </a:lnTo>
                    <a:cubicBezTo>
                      <a:pt x="26245" y="18565"/>
                      <a:pt x="27398" y="19871"/>
                      <a:pt x="29701" y="19871"/>
                    </a:cubicBezTo>
                    <a:cubicBezTo>
                      <a:pt x="30802" y="19871"/>
                      <a:pt x="31668" y="19524"/>
                      <a:pt x="32302" y="18829"/>
                    </a:cubicBezTo>
                    <a:cubicBezTo>
                      <a:pt x="32959" y="18134"/>
                      <a:pt x="33285" y="17175"/>
                      <a:pt x="33285" y="15954"/>
                    </a:cubicBezTo>
                    <a:lnTo>
                      <a:pt x="33285" y="7266"/>
                    </a:lnTo>
                    <a:cubicBezTo>
                      <a:pt x="33285" y="7056"/>
                      <a:pt x="33360" y="6876"/>
                      <a:pt x="33507" y="6729"/>
                    </a:cubicBezTo>
                    <a:cubicBezTo>
                      <a:pt x="33656" y="6582"/>
                      <a:pt x="33835" y="6508"/>
                      <a:pt x="34046" y="6508"/>
                    </a:cubicBezTo>
                    <a:lnTo>
                      <a:pt x="36837" y="6508"/>
                    </a:lnTo>
                    <a:cubicBezTo>
                      <a:pt x="37050" y="6508"/>
                      <a:pt x="37229" y="6582"/>
                      <a:pt x="37376" y="6729"/>
                    </a:cubicBezTo>
                    <a:cubicBezTo>
                      <a:pt x="37525" y="6876"/>
                      <a:pt x="37598" y="7056"/>
                      <a:pt x="37598" y="7266"/>
                    </a:cubicBezTo>
                    <a:lnTo>
                      <a:pt x="37598" y="22177"/>
                    </a:lnTo>
                    <a:cubicBezTo>
                      <a:pt x="37598" y="22387"/>
                      <a:pt x="37525" y="22568"/>
                      <a:pt x="37376" y="22714"/>
                    </a:cubicBezTo>
                    <a:cubicBezTo>
                      <a:pt x="37229" y="22861"/>
                      <a:pt x="37050" y="22936"/>
                      <a:pt x="36837" y="22936"/>
                    </a:cubicBezTo>
                    <a:lnTo>
                      <a:pt x="34268" y="22936"/>
                    </a:lnTo>
                    <a:cubicBezTo>
                      <a:pt x="34037" y="22936"/>
                      <a:pt x="33847" y="22861"/>
                      <a:pt x="33697" y="22714"/>
                    </a:cubicBezTo>
                    <a:cubicBezTo>
                      <a:pt x="33570" y="22568"/>
                      <a:pt x="33507" y="22387"/>
                      <a:pt x="33507" y="22177"/>
                    </a:cubicBezTo>
                    <a:lnTo>
                      <a:pt x="33507" y="20882"/>
                    </a:lnTo>
                    <a:cubicBezTo>
                      <a:pt x="32936" y="21620"/>
                      <a:pt x="32229" y="22198"/>
                      <a:pt x="31382" y="22620"/>
                    </a:cubicBezTo>
                    <a:cubicBezTo>
                      <a:pt x="30537" y="23042"/>
                      <a:pt x="29479" y="23252"/>
                      <a:pt x="28211" y="23252"/>
                    </a:cubicBezTo>
                    <a:close/>
                    <a:moveTo>
                      <a:pt x="48036" y="23252"/>
                    </a:moveTo>
                    <a:cubicBezTo>
                      <a:pt x="46767" y="23252"/>
                      <a:pt x="45678" y="23105"/>
                      <a:pt x="44770" y="22809"/>
                    </a:cubicBezTo>
                    <a:cubicBezTo>
                      <a:pt x="43882" y="22514"/>
                      <a:pt x="43152" y="22146"/>
                      <a:pt x="42581" y="21704"/>
                    </a:cubicBezTo>
                    <a:cubicBezTo>
                      <a:pt x="42011" y="21261"/>
                      <a:pt x="41587" y="20819"/>
                      <a:pt x="41313" y="20377"/>
                    </a:cubicBezTo>
                    <a:cubicBezTo>
                      <a:pt x="41036" y="19934"/>
                      <a:pt x="40889" y="19567"/>
                      <a:pt x="40869" y="19271"/>
                    </a:cubicBezTo>
                    <a:cubicBezTo>
                      <a:pt x="40846" y="19039"/>
                      <a:pt x="40910" y="18860"/>
                      <a:pt x="41059" y="18734"/>
                    </a:cubicBezTo>
                    <a:cubicBezTo>
                      <a:pt x="41227" y="18587"/>
                      <a:pt x="41408" y="18513"/>
                      <a:pt x="41598" y="18513"/>
                    </a:cubicBezTo>
                    <a:lnTo>
                      <a:pt x="44104" y="18513"/>
                    </a:lnTo>
                    <a:cubicBezTo>
                      <a:pt x="44187" y="18513"/>
                      <a:pt x="44262" y="18524"/>
                      <a:pt x="44326" y="18544"/>
                    </a:cubicBezTo>
                    <a:cubicBezTo>
                      <a:pt x="44389" y="18565"/>
                      <a:pt x="44473" y="18628"/>
                      <a:pt x="44579" y="18734"/>
                    </a:cubicBezTo>
                    <a:cubicBezTo>
                      <a:pt x="44853" y="18966"/>
                      <a:pt x="45139" y="19208"/>
                      <a:pt x="45436" y="19460"/>
                    </a:cubicBezTo>
                    <a:cubicBezTo>
                      <a:pt x="45753" y="19713"/>
                      <a:pt x="46122" y="19934"/>
                      <a:pt x="46545" y="20124"/>
                    </a:cubicBezTo>
                    <a:cubicBezTo>
                      <a:pt x="46967" y="20293"/>
                      <a:pt x="47497" y="20377"/>
                      <a:pt x="48131" y="20377"/>
                    </a:cubicBezTo>
                    <a:cubicBezTo>
                      <a:pt x="48956" y="20377"/>
                      <a:pt x="49642" y="20219"/>
                      <a:pt x="50192" y="19903"/>
                    </a:cubicBezTo>
                    <a:cubicBezTo>
                      <a:pt x="50763" y="19567"/>
                      <a:pt x="51049" y="19093"/>
                      <a:pt x="51049" y="18481"/>
                    </a:cubicBezTo>
                    <a:cubicBezTo>
                      <a:pt x="51049" y="18039"/>
                      <a:pt x="50922" y="17680"/>
                      <a:pt x="50668" y="17407"/>
                    </a:cubicBezTo>
                    <a:cubicBezTo>
                      <a:pt x="50435" y="17134"/>
                      <a:pt x="49991" y="16890"/>
                      <a:pt x="49336" y="16680"/>
                    </a:cubicBezTo>
                    <a:cubicBezTo>
                      <a:pt x="48679" y="16448"/>
                      <a:pt x="47751" y="16207"/>
                      <a:pt x="46545" y="15954"/>
                    </a:cubicBezTo>
                    <a:cubicBezTo>
                      <a:pt x="45361" y="15681"/>
                      <a:pt x="44378" y="15333"/>
                      <a:pt x="43596" y="14911"/>
                    </a:cubicBezTo>
                    <a:cubicBezTo>
                      <a:pt x="42812" y="14489"/>
                      <a:pt x="42233" y="13964"/>
                      <a:pt x="41852" y="13332"/>
                    </a:cubicBezTo>
                    <a:cubicBezTo>
                      <a:pt x="41471" y="12700"/>
                      <a:pt x="41281" y="11962"/>
                      <a:pt x="41281" y="11120"/>
                    </a:cubicBezTo>
                    <a:cubicBezTo>
                      <a:pt x="41281" y="10299"/>
                      <a:pt x="41523" y="9520"/>
                      <a:pt x="42011" y="8782"/>
                    </a:cubicBezTo>
                    <a:cubicBezTo>
                      <a:pt x="42518" y="8024"/>
                      <a:pt x="43256" y="7404"/>
                      <a:pt x="44230" y="6919"/>
                    </a:cubicBezTo>
                    <a:cubicBezTo>
                      <a:pt x="45223" y="6433"/>
                      <a:pt x="46450" y="6192"/>
                      <a:pt x="47909" y="6192"/>
                    </a:cubicBezTo>
                    <a:cubicBezTo>
                      <a:pt x="49051" y="6192"/>
                      <a:pt x="50043" y="6339"/>
                      <a:pt x="50890" y="6634"/>
                    </a:cubicBezTo>
                    <a:cubicBezTo>
                      <a:pt x="51735" y="6907"/>
                      <a:pt x="52433" y="7255"/>
                      <a:pt x="52983" y="7677"/>
                    </a:cubicBezTo>
                    <a:cubicBezTo>
                      <a:pt x="53554" y="8099"/>
                      <a:pt x="53987" y="8530"/>
                      <a:pt x="54283" y="8972"/>
                    </a:cubicBezTo>
                    <a:cubicBezTo>
                      <a:pt x="54578" y="9394"/>
                      <a:pt x="54736" y="9762"/>
                      <a:pt x="54759" y="10078"/>
                    </a:cubicBezTo>
                    <a:cubicBezTo>
                      <a:pt x="54779" y="10310"/>
                      <a:pt x="54716" y="10500"/>
                      <a:pt x="54569" y="10646"/>
                    </a:cubicBezTo>
                    <a:cubicBezTo>
                      <a:pt x="54419" y="10773"/>
                      <a:pt x="54252" y="10836"/>
                      <a:pt x="54061" y="10836"/>
                    </a:cubicBezTo>
                    <a:lnTo>
                      <a:pt x="51715" y="10836"/>
                    </a:lnTo>
                    <a:cubicBezTo>
                      <a:pt x="51608" y="10836"/>
                      <a:pt x="51513" y="10816"/>
                      <a:pt x="51429" y="10773"/>
                    </a:cubicBezTo>
                    <a:cubicBezTo>
                      <a:pt x="51343" y="10730"/>
                      <a:pt x="51259" y="10678"/>
                      <a:pt x="51176" y="10615"/>
                    </a:cubicBezTo>
                    <a:cubicBezTo>
                      <a:pt x="50942" y="10405"/>
                      <a:pt x="50689" y="10184"/>
                      <a:pt x="50414" y="9951"/>
                    </a:cubicBezTo>
                    <a:cubicBezTo>
                      <a:pt x="50138" y="9719"/>
                      <a:pt x="49801" y="9520"/>
                      <a:pt x="49400" y="9351"/>
                    </a:cubicBezTo>
                    <a:cubicBezTo>
                      <a:pt x="49019" y="9162"/>
                      <a:pt x="48512" y="9067"/>
                      <a:pt x="47877" y="9067"/>
                    </a:cubicBezTo>
                    <a:cubicBezTo>
                      <a:pt x="47073" y="9067"/>
                      <a:pt x="46459" y="9245"/>
                      <a:pt x="46038" y="9604"/>
                    </a:cubicBezTo>
                    <a:cubicBezTo>
                      <a:pt x="45614" y="9940"/>
                      <a:pt x="45404" y="10373"/>
                      <a:pt x="45404" y="10899"/>
                    </a:cubicBezTo>
                    <a:cubicBezTo>
                      <a:pt x="45404" y="11258"/>
                      <a:pt x="45499" y="11574"/>
                      <a:pt x="45689" y="11847"/>
                    </a:cubicBezTo>
                    <a:cubicBezTo>
                      <a:pt x="45900" y="12100"/>
                      <a:pt x="46312" y="12341"/>
                      <a:pt x="46926" y="12573"/>
                    </a:cubicBezTo>
                    <a:cubicBezTo>
                      <a:pt x="47538" y="12806"/>
                      <a:pt x="48469" y="13047"/>
                      <a:pt x="49717" y="13300"/>
                    </a:cubicBezTo>
                    <a:cubicBezTo>
                      <a:pt x="51133" y="13553"/>
                      <a:pt x="52254" y="13932"/>
                      <a:pt x="53078" y="14437"/>
                    </a:cubicBezTo>
                    <a:cubicBezTo>
                      <a:pt x="53923" y="14923"/>
                      <a:pt x="54514" y="15491"/>
                      <a:pt x="54854" y="16143"/>
                    </a:cubicBezTo>
                    <a:cubicBezTo>
                      <a:pt x="55212" y="16775"/>
                      <a:pt x="55393" y="17482"/>
                      <a:pt x="55393" y="18260"/>
                    </a:cubicBezTo>
                    <a:cubicBezTo>
                      <a:pt x="55393" y="19208"/>
                      <a:pt x="55108" y="20061"/>
                      <a:pt x="54537" y="20819"/>
                    </a:cubicBezTo>
                    <a:cubicBezTo>
                      <a:pt x="53987" y="21577"/>
                      <a:pt x="53162" y="22177"/>
                      <a:pt x="52064" y="22620"/>
                    </a:cubicBezTo>
                    <a:cubicBezTo>
                      <a:pt x="50985" y="23042"/>
                      <a:pt x="49642" y="23252"/>
                      <a:pt x="48036" y="23252"/>
                    </a:cubicBezTo>
                    <a:close/>
                    <a:moveTo>
                      <a:pt x="66056" y="22936"/>
                    </a:moveTo>
                    <a:cubicBezTo>
                      <a:pt x="64787" y="22936"/>
                      <a:pt x="63720" y="22714"/>
                      <a:pt x="62853" y="22272"/>
                    </a:cubicBezTo>
                    <a:cubicBezTo>
                      <a:pt x="61987" y="21830"/>
                      <a:pt x="61342" y="21178"/>
                      <a:pt x="60918" y="20314"/>
                    </a:cubicBezTo>
                    <a:cubicBezTo>
                      <a:pt x="60497" y="19429"/>
                      <a:pt x="60284" y="18334"/>
                      <a:pt x="60284" y="17028"/>
                    </a:cubicBezTo>
                    <a:lnTo>
                      <a:pt x="60284" y="9857"/>
                    </a:lnTo>
                    <a:lnTo>
                      <a:pt x="57779" y="9857"/>
                    </a:lnTo>
                    <a:cubicBezTo>
                      <a:pt x="57568" y="9857"/>
                      <a:pt x="57389" y="9782"/>
                      <a:pt x="57240" y="9635"/>
                    </a:cubicBezTo>
                    <a:cubicBezTo>
                      <a:pt x="57092" y="9489"/>
                      <a:pt x="57018" y="9308"/>
                      <a:pt x="57018" y="9098"/>
                    </a:cubicBezTo>
                    <a:lnTo>
                      <a:pt x="57018" y="7266"/>
                    </a:lnTo>
                    <a:cubicBezTo>
                      <a:pt x="57018" y="7056"/>
                      <a:pt x="57092" y="6876"/>
                      <a:pt x="57240" y="6729"/>
                    </a:cubicBezTo>
                    <a:cubicBezTo>
                      <a:pt x="57389" y="6582"/>
                      <a:pt x="57568" y="6508"/>
                      <a:pt x="57779" y="6508"/>
                    </a:cubicBezTo>
                    <a:lnTo>
                      <a:pt x="60284" y="6508"/>
                    </a:lnTo>
                    <a:lnTo>
                      <a:pt x="60284" y="1264"/>
                    </a:lnTo>
                    <a:cubicBezTo>
                      <a:pt x="60284" y="1054"/>
                      <a:pt x="60347" y="873"/>
                      <a:pt x="60474" y="727"/>
                    </a:cubicBezTo>
                    <a:cubicBezTo>
                      <a:pt x="60624" y="580"/>
                      <a:pt x="60814" y="505"/>
                      <a:pt x="61045" y="505"/>
                    </a:cubicBezTo>
                    <a:lnTo>
                      <a:pt x="63614" y="505"/>
                    </a:lnTo>
                    <a:cubicBezTo>
                      <a:pt x="63827" y="505"/>
                      <a:pt x="64006" y="580"/>
                      <a:pt x="64153" y="727"/>
                    </a:cubicBezTo>
                    <a:cubicBezTo>
                      <a:pt x="64302" y="873"/>
                      <a:pt x="64375" y="1054"/>
                      <a:pt x="64375" y="1264"/>
                    </a:cubicBezTo>
                    <a:lnTo>
                      <a:pt x="64375" y="6508"/>
                    </a:lnTo>
                    <a:lnTo>
                      <a:pt x="68339" y="6508"/>
                    </a:lnTo>
                    <a:cubicBezTo>
                      <a:pt x="68552" y="6508"/>
                      <a:pt x="68731" y="6582"/>
                      <a:pt x="68878" y="6729"/>
                    </a:cubicBezTo>
                    <a:cubicBezTo>
                      <a:pt x="69028" y="6876"/>
                      <a:pt x="69100" y="7056"/>
                      <a:pt x="69100" y="7266"/>
                    </a:cubicBezTo>
                    <a:lnTo>
                      <a:pt x="69100" y="9098"/>
                    </a:lnTo>
                    <a:cubicBezTo>
                      <a:pt x="69100" y="9308"/>
                      <a:pt x="69028" y="9489"/>
                      <a:pt x="68878" y="9635"/>
                    </a:cubicBezTo>
                    <a:cubicBezTo>
                      <a:pt x="68731" y="9782"/>
                      <a:pt x="68552" y="9857"/>
                      <a:pt x="68339" y="9857"/>
                    </a:cubicBezTo>
                    <a:lnTo>
                      <a:pt x="64375" y="9857"/>
                    </a:lnTo>
                    <a:lnTo>
                      <a:pt x="64375" y="16712"/>
                    </a:lnTo>
                    <a:cubicBezTo>
                      <a:pt x="64375" y="17576"/>
                      <a:pt x="64524" y="18249"/>
                      <a:pt x="64819" y="18734"/>
                    </a:cubicBezTo>
                    <a:cubicBezTo>
                      <a:pt x="65136" y="19219"/>
                      <a:pt x="65675" y="19460"/>
                      <a:pt x="66436" y="19460"/>
                    </a:cubicBezTo>
                    <a:lnTo>
                      <a:pt x="68624" y="19460"/>
                    </a:lnTo>
                    <a:cubicBezTo>
                      <a:pt x="68837" y="19460"/>
                      <a:pt x="69016" y="19535"/>
                      <a:pt x="69164" y="19682"/>
                    </a:cubicBezTo>
                    <a:cubicBezTo>
                      <a:pt x="69313" y="19828"/>
                      <a:pt x="69386" y="20009"/>
                      <a:pt x="69386" y="20219"/>
                    </a:cubicBezTo>
                    <a:lnTo>
                      <a:pt x="69386" y="22177"/>
                    </a:lnTo>
                    <a:cubicBezTo>
                      <a:pt x="69386" y="22387"/>
                      <a:pt x="69313" y="22568"/>
                      <a:pt x="69164" y="22714"/>
                    </a:cubicBezTo>
                    <a:cubicBezTo>
                      <a:pt x="69016" y="22861"/>
                      <a:pt x="68837" y="22936"/>
                      <a:pt x="68624" y="22936"/>
                    </a:cubicBezTo>
                    <a:lnTo>
                      <a:pt x="66056" y="22936"/>
                    </a:lnTo>
                    <a:close/>
                    <a:moveTo>
                      <a:pt x="79493" y="23252"/>
                    </a:moveTo>
                    <a:cubicBezTo>
                      <a:pt x="77803" y="23252"/>
                      <a:pt x="76376" y="22956"/>
                      <a:pt x="75212" y="22367"/>
                    </a:cubicBezTo>
                    <a:cubicBezTo>
                      <a:pt x="74070" y="21778"/>
                      <a:pt x="73193" y="20945"/>
                      <a:pt x="72579" y="19871"/>
                    </a:cubicBezTo>
                    <a:cubicBezTo>
                      <a:pt x="71988" y="18797"/>
                      <a:pt x="71651" y="17545"/>
                      <a:pt x="71565" y="16112"/>
                    </a:cubicBezTo>
                    <a:cubicBezTo>
                      <a:pt x="71544" y="15733"/>
                      <a:pt x="71533" y="15270"/>
                      <a:pt x="71533" y="14722"/>
                    </a:cubicBezTo>
                    <a:cubicBezTo>
                      <a:pt x="71533" y="14173"/>
                      <a:pt x="71544" y="13711"/>
                      <a:pt x="71565" y="13332"/>
                    </a:cubicBezTo>
                    <a:cubicBezTo>
                      <a:pt x="71651" y="11879"/>
                      <a:pt x="72000" y="10626"/>
                      <a:pt x="72611" y="9572"/>
                    </a:cubicBezTo>
                    <a:cubicBezTo>
                      <a:pt x="73245" y="8498"/>
                      <a:pt x="74133" y="7666"/>
                      <a:pt x="75275" y="7077"/>
                    </a:cubicBezTo>
                    <a:cubicBezTo>
                      <a:pt x="76439" y="6488"/>
                      <a:pt x="77844" y="6192"/>
                      <a:pt x="79493" y="6192"/>
                    </a:cubicBezTo>
                    <a:cubicBezTo>
                      <a:pt x="81142" y="6192"/>
                      <a:pt x="82537" y="6488"/>
                      <a:pt x="83679" y="7077"/>
                    </a:cubicBezTo>
                    <a:cubicBezTo>
                      <a:pt x="84843" y="7666"/>
                      <a:pt x="85731" y="8498"/>
                      <a:pt x="86343" y="9572"/>
                    </a:cubicBezTo>
                    <a:cubicBezTo>
                      <a:pt x="86977" y="10626"/>
                      <a:pt x="87337" y="11879"/>
                      <a:pt x="87421" y="13332"/>
                    </a:cubicBezTo>
                    <a:cubicBezTo>
                      <a:pt x="87444" y="13711"/>
                      <a:pt x="87453" y="14173"/>
                      <a:pt x="87453" y="14722"/>
                    </a:cubicBezTo>
                    <a:cubicBezTo>
                      <a:pt x="87453" y="15270"/>
                      <a:pt x="87444" y="15733"/>
                      <a:pt x="87421" y="16112"/>
                    </a:cubicBezTo>
                    <a:cubicBezTo>
                      <a:pt x="87337" y="17545"/>
                      <a:pt x="86988" y="18797"/>
                      <a:pt x="86375" y="19871"/>
                    </a:cubicBezTo>
                    <a:cubicBezTo>
                      <a:pt x="85783" y="20945"/>
                      <a:pt x="84907" y="21778"/>
                      <a:pt x="83742" y="22367"/>
                    </a:cubicBezTo>
                    <a:cubicBezTo>
                      <a:pt x="82601" y="22956"/>
                      <a:pt x="81185" y="23252"/>
                      <a:pt x="79493" y="23252"/>
                    </a:cubicBezTo>
                    <a:close/>
                    <a:moveTo>
                      <a:pt x="79493" y="20124"/>
                    </a:moveTo>
                    <a:cubicBezTo>
                      <a:pt x="80614" y="20124"/>
                      <a:pt x="81482" y="19776"/>
                      <a:pt x="82093" y="19081"/>
                    </a:cubicBezTo>
                    <a:cubicBezTo>
                      <a:pt x="82707" y="18366"/>
                      <a:pt x="83045" y="17324"/>
                      <a:pt x="83108" y="15954"/>
                    </a:cubicBezTo>
                    <a:cubicBezTo>
                      <a:pt x="83131" y="15638"/>
                      <a:pt x="83140" y="15227"/>
                      <a:pt x="83140" y="14722"/>
                    </a:cubicBezTo>
                    <a:cubicBezTo>
                      <a:pt x="83140" y="14216"/>
                      <a:pt x="83131" y="13806"/>
                      <a:pt x="83108" y="13490"/>
                    </a:cubicBezTo>
                    <a:cubicBezTo>
                      <a:pt x="83045" y="12143"/>
                      <a:pt x="82707" y="11109"/>
                      <a:pt x="82093" y="10394"/>
                    </a:cubicBezTo>
                    <a:cubicBezTo>
                      <a:pt x="81482" y="9678"/>
                      <a:pt x="80614" y="9320"/>
                      <a:pt x="79493" y="9320"/>
                    </a:cubicBezTo>
                    <a:cubicBezTo>
                      <a:pt x="78374" y="9320"/>
                      <a:pt x="77506" y="9678"/>
                      <a:pt x="76892" y="10394"/>
                    </a:cubicBezTo>
                    <a:cubicBezTo>
                      <a:pt x="76281" y="11109"/>
                      <a:pt x="75941" y="12143"/>
                      <a:pt x="75878" y="13490"/>
                    </a:cubicBezTo>
                    <a:cubicBezTo>
                      <a:pt x="75857" y="13806"/>
                      <a:pt x="75846" y="14216"/>
                      <a:pt x="75846" y="14722"/>
                    </a:cubicBezTo>
                    <a:cubicBezTo>
                      <a:pt x="75846" y="15227"/>
                      <a:pt x="75857" y="15638"/>
                      <a:pt x="75878" y="15954"/>
                    </a:cubicBezTo>
                    <a:cubicBezTo>
                      <a:pt x="75941" y="17324"/>
                      <a:pt x="76281" y="18366"/>
                      <a:pt x="76892" y="19081"/>
                    </a:cubicBezTo>
                    <a:cubicBezTo>
                      <a:pt x="77506" y="19776"/>
                      <a:pt x="78374" y="20124"/>
                      <a:pt x="79493" y="20124"/>
                    </a:cubicBezTo>
                    <a:close/>
                    <a:moveTo>
                      <a:pt x="91730" y="22936"/>
                    </a:moveTo>
                    <a:cubicBezTo>
                      <a:pt x="91517" y="22936"/>
                      <a:pt x="91338" y="22861"/>
                      <a:pt x="91190" y="22714"/>
                    </a:cubicBezTo>
                    <a:cubicBezTo>
                      <a:pt x="91041" y="22568"/>
                      <a:pt x="90968" y="22387"/>
                      <a:pt x="90968" y="22177"/>
                    </a:cubicBezTo>
                    <a:lnTo>
                      <a:pt x="90968" y="7266"/>
                    </a:lnTo>
                    <a:cubicBezTo>
                      <a:pt x="90968" y="7056"/>
                      <a:pt x="91041" y="6876"/>
                      <a:pt x="91190" y="6729"/>
                    </a:cubicBezTo>
                    <a:cubicBezTo>
                      <a:pt x="91338" y="6582"/>
                      <a:pt x="91517" y="6508"/>
                      <a:pt x="91730" y="6508"/>
                    </a:cubicBezTo>
                    <a:lnTo>
                      <a:pt x="94203" y="6508"/>
                    </a:lnTo>
                    <a:cubicBezTo>
                      <a:pt x="94414" y="6508"/>
                      <a:pt x="94593" y="6582"/>
                      <a:pt x="94742" y="6729"/>
                    </a:cubicBezTo>
                    <a:cubicBezTo>
                      <a:pt x="94890" y="6876"/>
                      <a:pt x="94964" y="7056"/>
                      <a:pt x="94964" y="7266"/>
                    </a:cubicBezTo>
                    <a:lnTo>
                      <a:pt x="94964" y="8340"/>
                    </a:lnTo>
                    <a:cubicBezTo>
                      <a:pt x="95408" y="7751"/>
                      <a:pt x="95999" y="7255"/>
                      <a:pt x="96740" y="6855"/>
                    </a:cubicBezTo>
                    <a:cubicBezTo>
                      <a:pt x="97501" y="6433"/>
                      <a:pt x="98398" y="6212"/>
                      <a:pt x="99436" y="6192"/>
                    </a:cubicBezTo>
                    <a:cubicBezTo>
                      <a:pt x="101846" y="6149"/>
                      <a:pt x="103527" y="7088"/>
                      <a:pt x="104478" y="9004"/>
                    </a:cubicBezTo>
                    <a:cubicBezTo>
                      <a:pt x="104963" y="8162"/>
                      <a:pt x="105661" y="7487"/>
                      <a:pt x="106571" y="6982"/>
                    </a:cubicBezTo>
                    <a:cubicBezTo>
                      <a:pt x="107500" y="6456"/>
                      <a:pt x="108526" y="6192"/>
                      <a:pt x="109647" y="6192"/>
                    </a:cubicBezTo>
                    <a:cubicBezTo>
                      <a:pt x="110746" y="6192"/>
                      <a:pt x="111740" y="6445"/>
                      <a:pt x="112628" y="6950"/>
                    </a:cubicBezTo>
                    <a:cubicBezTo>
                      <a:pt x="113537" y="7456"/>
                      <a:pt x="114246" y="8225"/>
                      <a:pt x="114753" y="9256"/>
                    </a:cubicBezTo>
                    <a:cubicBezTo>
                      <a:pt x="115281" y="10267"/>
                      <a:pt x="115546" y="11551"/>
                      <a:pt x="115546" y="13111"/>
                    </a:cubicBezTo>
                    <a:lnTo>
                      <a:pt x="115546" y="22177"/>
                    </a:lnTo>
                    <a:cubicBezTo>
                      <a:pt x="115546" y="22387"/>
                      <a:pt x="115471" y="22568"/>
                      <a:pt x="115324" y="22714"/>
                    </a:cubicBezTo>
                    <a:cubicBezTo>
                      <a:pt x="115174" y="22861"/>
                      <a:pt x="114995" y="22936"/>
                      <a:pt x="114785" y="22936"/>
                    </a:cubicBezTo>
                    <a:lnTo>
                      <a:pt x="112184" y="22936"/>
                    </a:lnTo>
                    <a:cubicBezTo>
                      <a:pt x="111971" y="22936"/>
                      <a:pt x="111792" y="22861"/>
                      <a:pt x="111645" y="22714"/>
                    </a:cubicBezTo>
                    <a:cubicBezTo>
                      <a:pt x="111496" y="22568"/>
                      <a:pt x="111423" y="22387"/>
                      <a:pt x="111423" y="22177"/>
                    </a:cubicBezTo>
                    <a:lnTo>
                      <a:pt x="111423" y="13363"/>
                    </a:lnTo>
                    <a:cubicBezTo>
                      <a:pt x="111423" y="12416"/>
                      <a:pt x="111285" y="11669"/>
                      <a:pt x="111011" y="11120"/>
                    </a:cubicBezTo>
                    <a:cubicBezTo>
                      <a:pt x="110735" y="10552"/>
                      <a:pt x="110365" y="10152"/>
                      <a:pt x="109901" y="9920"/>
                    </a:cubicBezTo>
                    <a:cubicBezTo>
                      <a:pt x="109434" y="9687"/>
                      <a:pt x="108918" y="9572"/>
                      <a:pt x="108347" y="9572"/>
                    </a:cubicBezTo>
                    <a:cubicBezTo>
                      <a:pt x="107880" y="9572"/>
                      <a:pt x="107416" y="9687"/>
                      <a:pt x="106952" y="9920"/>
                    </a:cubicBezTo>
                    <a:cubicBezTo>
                      <a:pt x="106485" y="10152"/>
                      <a:pt x="106105" y="10552"/>
                      <a:pt x="105810" y="11120"/>
                    </a:cubicBezTo>
                    <a:cubicBezTo>
                      <a:pt x="105513" y="11669"/>
                      <a:pt x="105366" y="12416"/>
                      <a:pt x="105366" y="13363"/>
                    </a:cubicBezTo>
                    <a:lnTo>
                      <a:pt x="105366" y="22177"/>
                    </a:lnTo>
                    <a:cubicBezTo>
                      <a:pt x="105366" y="22387"/>
                      <a:pt x="105291" y="22568"/>
                      <a:pt x="105144" y="22714"/>
                    </a:cubicBezTo>
                    <a:cubicBezTo>
                      <a:pt x="104995" y="22861"/>
                      <a:pt x="104816" y="22936"/>
                      <a:pt x="104605" y="22936"/>
                    </a:cubicBezTo>
                    <a:lnTo>
                      <a:pt x="102005" y="22936"/>
                    </a:lnTo>
                    <a:cubicBezTo>
                      <a:pt x="101771" y="22936"/>
                      <a:pt x="101581" y="22861"/>
                      <a:pt x="101434" y="22714"/>
                    </a:cubicBezTo>
                    <a:cubicBezTo>
                      <a:pt x="101307" y="22568"/>
                      <a:pt x="101243" y="22387"/>
                      <a:pt x="101243" y="22177"/>
                    </a:cubicBezTo>
                    <a:lnTo>
                      <a:pt x="101243" y="13363"/>
                    </a:lnTo>
                    <a:cubicBezTo>
                      <a:pt x="101243" y="12416"/>
                      <a:pt x="101094" y="11669"/>
                      <a:pt x="100799" y="11120"/>
                    </a:cubicBezTo>
                    <a:cubicBezTo>
                      <a:pt x="100503" y="10552"/>
                      <a:pt x="100122" y="10152"/>
                      <a:pt x="99658" y="9920"/>
                    </a:cubicBezTo>
                    <a:cubicBezTo>
                      <a:pt x="99191" y="9687"/>
                      <a:pt x="98695" y="9572"/>
                      <a:pt x="98167" y="9572"/>
                    </a:cubicBezTo>
                    <a:cubicBezTo>
                      <a:pt x="97680" y="9572"/>
                      <a:pt x="97205" y="9699"/>
                      <a:pt x="96740" y="9951"/>
                    </a:cubicBezTo>
                    <a:cubicBezTo>
                      <a:pt x="96274" y="10184"/>
                      <a:pt x="95893" y="10572"/>
                      <a:pt x="95599" y="11120"/>
                    </a:cubicBezTo>
                    <a:cubicBezTo>
                      <a:pt x="95302" y="11669"/>
                      <a:pt x="95155" y="12416"/>
                      <a:pt x="95155" y="13363"/>
                    </a:cubicBezTo>
                    <a:lnTo>
                      <a:pt x="95155" y="22177"/>
                    </a:lnTo>
                    <a:cubicBezTo>
                      <a:pt x="95155" y="22387"/>
                      <a:pt x="95080" y="22568"/>
                      <a:pt x="94933" y="22714"/>
                    </a:cubicBezTo>
                    <a:cubicBezTo>
                      <a:pt x="94783" y="22861"/>
                      <a:pt x="94604" y="22936"/>
                      <a:pt x="94393" y="22936"/>
                    </a:cubicBezTo>
                    <a:lnTo>
                      <a:pt x="91730" y="22936"/>
                    </a:lnTo>
                    <a:close/>
                    <a:moveTo>
                      <a:pt x="126686" y="23252"/>
                    </a:moveTo>
                    <a:cubicBezTo>
                      <a:pt x="124339" y="23252"/>
                      <a:pt x="122480" y="22577"/>
                      <a:pt x="121105" y="21230"/>
                    </a:cubicBezTo>
                    <a:cubicBezTo>
                      <a:pt x="119732" y="19882"/>
                      <a:pt x="118991" y="17964"/>
                      <a:pt x="118885" y="15480"/>
                    </a:cubicBezTo>
                    <a:cubicBezTo>
                      <a:pt x="118864" y="15270"/>
                      <a:pt x="118853" y="15006"/>
                      <a:pt x="118853" y="14690"/>
                    </a:cubicBezTo>
                    <a:cubicBezTo>
                      <a:pt x="118853" y="14354"/>
                      <a:pt x="118864" y="14090"/>
                      <a:pt x="118885" y="13900"/>
                    </a:cubicBezTo>
                    <a:cubicBezTo>
                      <a:pt x="118971" y="12321"/>
                      <a:pt x="119329" y="10951"/>
                      <a:pt x="119963" y="9793"/>
                    </a:cubicBezTo>
                    <a:cubicBezTo>
                      <a:pt x="120620" y="8636"/>
                      <a:pt x="121517" y="7751"/>
                      <a:pt x="122659" y="7140"/>
                    </a:cubicBezTo>
                    <a:cubicBezTo>
                      <a:pt x="123800" y="6508"/>
                      <a:pt x="125144" y="6192"/>
                      <a:pt x="126686" y="6192"/>
                    </a:cubicBezTo>
                    <a:cubicBezTo>
                      <a:pt x="128399" y="6192"/>
                      <a:pt x="129837" y="6551"/>
                      <a:pt x="130999" y="7266"/>
                    </a:cubicBezTo>
                    <a:cubicBezTo>
                      <a:pt x="132164" y="7961"/>
                      <a:pt x="133040" y="8940"/>
                      <a:pt x="133631" y="10204"/>
                    </a:cubicBezTo>
                    <a:cubicBezTo>
                      <a:pt x="134225" y="11447"/>
                      <a:pt x="134519" y="12889"/>
                      <a:pt x="134519" y="14532"/>
                    </a:cubicBezTo>
                    <a:lnTo>
                      <a:pt x="134519" y="15196"/>
                    </a:lnTo>
                    <a:cubicBezTo>
                      <a:pt x="134519" y="15405"/>
                      <a:pt x="134447" y="15586"/>
                      <a:pt x="134297" y="15733"/>
                    </a:cubicBezTo>
                    <a:cubicBezTo>
                      <a:pt x="134150" y="15879"/>
                      <a:pt x="133960" y="15954"/>
                      <a:pt x="133726" y="15954"/>
                    </a:cubicBezTo>
                    <a:lnTo>
                      <a:pt x="123198" y="15954"/>
                    </a:lnTo>
                    <a:cubicBezTo>
                      <a:pt x="123198" y="15954"/>
                      <a:pt x="123198" y="15985"/>
                      <a:pt x="123198" y="16049"/>
                    </a:cubicBezTo>
                    <a:cubicBezTo>
                      <a:pt x="123198" y="16112"/>
                      <a:pt x="123198" y="16164"/>
                      <a:pt x="123198" y="16207"/>
                    </a:cubicBezTo>
                    <a:cubicBezTo>
                      <a:pt x="123220" y="16944"/>
                      <a:pt x="123356" y="17628"/>
                      <a:pt x="123610" y="18260"/>
                    </a:cubicBezTo>
                    <a:cubicBezTo>
                      <a:pt x="123886" y="18872"/>
                      <a:pt x="124276" y="19366"/>
                      <a:pt x="124783" y="19745"/>
                    </a:cubicBezTo>
                    <a:cubicBezTo>
                      <a:pt x="125314" y="20124"/>
                      <a:pt x="125936" y="20314"/>
                      <a:pt x="126655" y="20314"/>
                    </a:cubicBezTo>
                    <a:cubicBezTo>
                      <a:pt x="127248" y="20314"/>
                      <a:pt x="127744" y="20230"/>
                      <a:pt x="128145" y="20061"/>
                    </a:cubicBezTo>
                    <a:cubicBezTo>
                      <a:pt x="128548" y="19871"/>
                      <a:pt x="128874" y="19661"/>
                      <a:pt x="129128" y="19429"/>
                    </a:cubicBezTo>
                    <a:cubicBezTo>
                      <a:pt x="129382" y="19196"/>
                      <a:pt x="129563" y="19007"/>
                      <a:pt x="129667" y="18860"/>
                    </a:cubicBezTo>
                    <a:cubicBezTo>
                      <a:pt x="129858" y="18608"/>
                      <a:pt x="130007" y="18461"/>
                      <a:pt x="130111" y="18418"/>
                    </a:cubicBezTo>
                    <a:cubicBezTo>
                      <a:pt x="130238" y="18355"/>
                      <a:pt x="130419" y="18323"/>
                      <a:pt x="130650" y="18323"/>
                    </a:cubicBezTo>
                    <a:lnTo>
                      <a:pt x="133378" y="18323"/>
                    </a:lnTo>
                    <a:cubicBezTo>
                      <a:pt x="133591" y="18323"/>
                      <a:pt x="133758" y="18386"/>
                      <a:pt x="133885" y="18513"/>
                    </a:cubicBezTo>
                    <a:cubicBezTo>
                      <a:pt x="134035" y="18639"/>
                      <a:pt x="134098" y="18797"/>
                      <a:pt x="134075" y="18987"/>
                    </a:cubicBezTo>
                    <a:cubicBezTo>
                      <a:pt x="134055" y="19323"/>
                      <a:pt x="133876" y="19734"/>
                      <a:pt x="133536" y="20219"/>
                    </a:cubicBezTo>
                    <a:cubicBezTo>
                      <a:pt x="133219" y="20704"/>
                      <a:pt x="132755" y="21178"/>
                      <a:pt x="132141" y="21640"/>
                    </a:cubicBezTo>
                    <a:cubicBezTo>
                      <a:pt x="131529" y="22103"/>
                      <a:pt x="130757" y="22493"/>
                      <a:pt x="129826" y="22809"/>
                    </a:cubicBezTo>
                    <a:cubicBezTo>
                      <a:pt x="128917" y="23105"/>
                      <a:pt x="127871" y="23252"/>
                      <a:pt x="126686" y="23252"/>
                    </a:cubicBezTo>
                    <a:close/>
                    <a:moveTo>
                      <a:pt x="123198" y="13300"/>
                    </a:moveTo>
                    <a:lnTo>
                      <a:pt x="130206" y="13300"/>
                    </a:lnTo>
                    <a:lnTo>
                      <a:pt x="130206" y="13205"/>
                    </a:lnTo>
                    <a:cubicBezTo>
                      <a:pt x="130206" y="12384"/>
                      <a:pt x="130070" y="11669"/>
                      <a:pt x="129794" y="11057"/>
                    </a:cubicBezTo>
                    <a:cubicBezTo>
                      <a:pt x="129520" y="10446"/>
                      <a:pt x="129119" y="9963"/>
                      <a:pt x="128589" y="9604"/>
                    </a:cubicBezTo>
                    <a:cubicBezTo>
                      <a:pt x="128061" y="9245"/>
                      <a:pt x="127427" y="9067"/>
                      <a:pt x="126686" y="9067"/>
                    </a:cubicBezTo>
                    <a:cubicBezTo>
                      <a:pt x="125948" y="9067"/>
                      <a:pt x="125314" y="9245"/>
                      <a:pt x="124783" y="9604"/>
                    </a:cubicBezTo>
                    <a:cubicBezTo>
                      <a:pt x="124256" y="9963"/>
                      <a:pt x="123855" y="10446"/>
                      <a:pt x="123578" y="11057"/>
                    </a:cubicBezTo>
                    <a:cubicBezTo>
                      <a:pt x="123325" y="11669"/>
                      <a:pt x="123198" y="12384"/>
                      <a:pt x="123198" y="13205"/>
                    </a:cubicBezTo>
                    <a:lnTo>
                      <a:pt x="123198" y="13300"/>
                    </a:lnTo>
                    <a:close/>
                    <a:moveTo>
                      <a:pt x="138647" y="22936"/>
                    </a:moveTo>
                    <a:cubicBezTo>
                      <a:pt x="138436" y="22936"/>
                      <a:pt x="138257" y="22861"/>
                      <a:pt x="138107" y="22714"/>
                    </a:cubicBezTo>
                    <a:cubicBezTo>
                      <a:pt x="137960" y="22568"/>
                      <a:pt x="137885" y="22387"/>
                      <a:pt x="137885" y="22177"/>
                    </a:cubicBezTo>
                    <a:lnTo>
                      <a:pt x="137885" y="7298"/>
                    </a:lnTo>
                    <a:cubicBezTo>
                      <a:pt x="137885" y="7065"/>
                      <a:pt x="137960" y="6876"/>
                      <a:pt x="138107" y="6729"/>
                    </a:cubicBezTo>
                    <a:cubicBezTo>
                      <a:pt x="138257" y="6582"/>
                      <a:pt x="138436" y="6508"/>
                      <a:pt x="138647" y="6508"/>
                    </a:cubicBezTo>
                    <a:lnTo>
                      <a:pt x="141215" y="6508"/>
                    </a:lnTo>
                    <a:cubicBezTo>
                      <a:pt x="141428" y="6508"/>
                      <a:pt x="141607" y="6582"/>
                      <a:pt x="141754" y="6729"/>
                    </a:cubicBezTo>
                    <a:cubicBezTo>
                      <a:pt x="141924" y="6876"/>
                      <a:pt x="142008" y="7065"/>
                      <a:pt x="142008" y="7298"/>
                    </a:cubicBezTo>
                    <a:lnTo>
                      <a:pt x="142008" y="8593"/>
                    </a:lnTo>
                    <a:cubicBezTo>
                      <a:pt x="142495" y="7918"/>
                      <a:pt x="143118" y="7404"/>
                      <a:pt x="143879" y="7045"/>
                    </a:cubicBezTo>
                    <a:cubicBezTo>
                      <a:pt x="144663" y="6686"/>
                      <a:pt x="145560" y="6508"/>
                      <a:pt x="146575" y="6508"/>
                    </a:cubicBezTo>
                    <a:lnTo>
                      <a:pt x="147875" y="6508"/>
                    </a:lnTo>
                    <a:cubicBezTo>
                      <a:pt x="148108" y="6508"/>
                      <a:pt x="148287" y="6582"/>
                      <a:pt x="148414" y="6729"/>
                    </a:cubicBezTo>
                    <a:cubicBezTo>
                      <a:pt x="148564" y="6876"/>
                      <a:pt x="148636" y="7056"/>
                      <a:pt x="148636" y="7266"/>
                    </a:cubicBezTo>
                    <a:lnTo>
                      <a:pt x="148636" y="9541"/>
                    </a:lnTo>
                    <a:cubicBezTo>
                      <a:pt x="148636" y="9751"/>
                      <a:pt x="148564" y="9931"/>
                      <a:pt x="148414" y="10078"/>
                    </a:cubicBezTo>
                    <a:cubicBezTo>
                      <a:pt x="148287" y="10224"/>
                      <a:pt x="148108" y="10299"/>
                      <a:pt x="147875" y="10299"/>
                    </a:cubicBezTo>
                    <a:lnTo>
                      <a:pt x="145401" y="10299"/>
                    </a:lnTo>
                    <a:cubicBezTo>
                      <a:pt x="144387" y="10299"/>
                      <a:pt x="143594" y="10583"/>
                      <a:pt x="143023" y="11152"/>
                    </a:cubicBezTo>
                    <a:cubicBezTo>
                      <a:pt x="142475" y="11721"/>
                      <a:pt x="142198" y="12499"/>
                      <a:pt x="142198" y="13490"/>
                    </a:cubicBezTo>
                    <a:lnTo>
                      <a:pt x="142198" y="22177"/>
                    </a:lnTo>
                    <a:cubicBezTo>
                      <a:pt x="142198" y="22387"/>
                      <a:pt x="142126" y="22568"/>
                      <a:pt x="141976" y="22714"/>
                    </a:cubicBezTo>
                    <a:cubicBezTo>
                      <a:pt x="141829" y="22861"/>
                      <a:pt x="141639" y="22936"/>
                      <a:pt x="141406" y="22936"/>
                    </a:cubicBezTo>
                    <a:lnTo>
                      <a:pt x="138647" y="22936"/>
                    </a:lnTo>
                    <a:close/>
                    <a:moveTo>
                      <a:pt x="152251" y="22936"/>
                    </a:moveTo>
                    <a:cubicBezTo>
                      <a:pt x="152041" y="22936"/>
                      <a:pt x="151862" y="22861"/>
                      <a:pt x="151712" y="22714"/>
                    </a:cubicBezTo>
                    <a:cubicBezTo>
                      <a:pt x="151565" y="22568"/>
                      <a:pt x="151490" y="22387"/>
                      <a:pt x="151490" y="22177"/>
                    </a:cubicBezTo>
                    <a:lnTo>
                      <a:pt x="151490" y="1611"/>
                    </a:lnTo>
                    <a:cubicBezTo>
                      <a:pt x="151490" y="1379"/>
                      <a:pt x="151565" y="1189"/>
                      <a:pt x="151712" y="1043"/>
                    </a:cubicBezTo>
                    <a:cubicBezTo>
                      <a:pt x="151862" y="896"/>
                      <a:pt x="152041" y="821"/>
                      <a:pt x="152251" y="821"/>
                    </a:cubicBezTo>
                    <a:lnTo>
                      <a:pt x="166205" y="821"/>
                    </a:lnTo>
                    <a:cubicBezTo>
                      <a:pt x="166438" y="821"/>
                      <a:pt x="166629" y="896"/>
                      <a:pt x="166776" y="1043"/>
                    </a:cubicBezTo>
                    <a:cubicBezTo>
                      <a:pt x="166925" y="1189"/>
                      <a:pt x="166998" y="1379"/>
                      <a:pt x="166998" y="1611"/>
                    </a:cubicBezTo>
                    <a:lnTo>
                      <a:pt x="166998" y="3696"/>
                    </a:lnTo>
                    <a:cubicBezTo>
                      <a:pt x="166998" y="3906"/>
                      <a:pt x="166925" y="4087"/>
                      <a:pt x="166776" y="4233"/>
                    </a:cubicBezTo>
                    <a:cubicBezTo>
                      <a:pt x="166629" y="4380"/>
                      <a:pt x="166438" y="4454"/>
                      <a:pt x="166205" y="4454"/>
                    </a:cubicBezTo>
                    <a:lnTo>
                      <a:pt x="155771" y="4454"/>
                    </a:lnTo>
                    <a:lnTo>
                      <a:pt x="155771" y="10046"/>
                    </a:lnTo>
                    <a:lnTo>
                      <a:pt x="165507" y="10046"/>
                    </a:lnTo>
                    <a:cubicBezTo>
                      <a:pt x="165741" y="10046"/>
                      <a:pt x="165931" y="10121"/>
                      <a:pt x="166078" y="10267"/>
                    </a:cubicBezTo>
                    <a:cubicBezTo>
                      <a:pt x="166228" y="10394"/>
                      <a:pt x="166300" y="10572"/>
                      <a:pt x="166300" y="10804"/>
                    </a:cubicBezTo>
                    <a:lnTo>
                      <a:pt x="166300" y="12763"/>
                    </a:lnTo>
                    <a:cubicBezTo>
                      <a:pt x="166300" y="12995"/>
                      <a:pt x="166228" y="13185"/>
                      <a:pt x="166078" y="13332"/>
                    </a:cubicBezTo>
                    <a:cubicBezTo>
                      <a:pt x="165931" y="13458"/>
                      <a:pt x="165741" y="13521"/>
                      <a:pt x="165507" y="13521"/>
                    </a:cubicBezTo>
                    <a:lnTo>
                      <a:pt x="155771" y="13521"/>
                    </a:lnTo>
                    <a:lnTo>
                      <a:pt x="155771" y="19303"/>
                    </a:lnTo>
                    <a:lnTo>
                      <a:pt x="166459" y="19303"/>
                    </a:lnTo>
                    <a:cubicBezTo>
                      <a:pt x="166692" y="19303"/>
                      <a:pt x="166882" y="19377"/>
                      <a:pt x="167030" y="19524"/>
                    </a:cubicBezTo>
                    <a:cubicBezTo>
                      <a:pt x="167179" y="19670"/>
                      <a:pt x="167252" y="19860"/>
                      <a:pt x="167252" y="20092"/>
                    </a:cubicBezTo>
                    <a:lnTo>
                      <a:pt x="167252" y="22177"/>
                    </a:lnTo>
                    <a:cubicBezTo>
                      <a:pt x="167252" y="22387"/>
                      <a:pt x="167179" y="22568"/>
                      <a:pt x="167030" y="22714"/>
                    </a:cubicBezTo>
                    <a:cubicBezTo>
                      <a:pt x="166882" y="22861"/>
                      <a:pt x="166692" y="22936"/>
                      <a:pt x="166459" y="22936"/>
                    </a:cubicBezTo>
                    <a:lnTo>
                      <a:pt x="152251" y="22936"/>
                    </a:lnTo>
                    <a:close/>
                    <a:moveTo>
                      <a:pt x="171598" y="22936"/>
                    </a:moveTo>
                    <a:cubicBezTo>
                      <a:pt x="171388" y="22936"/>
                      <a:pt x="171209" y="22861"/>
                      <a:pt x="171059" y="22714"/>
                    </a:cubicBezTo>
                    <a:cubicBezTo>
                      <a:pt x="170912" y="22568"/>
                      <a:pt x="170837" y="22387"/>
                      <a:pt x="170837" y="22177"/>
                    </a:cubicBezTo>
                    <a:lnTo>
                      <a:pt x="170837" y="7266"/>
                    </a:lnTo>
                    <a:cubicBezTo>
                      <a:pt x="170837" y="7056"/>
                      <a:pt x="170912" y="6876"/>
                      <a:pt x="171059" y="6729"/>
                    </a:cubicBezTo>
                    <a:cubicBezTo>
                      <a:pt x="171209" y="6582"/>
                      <a:pt x="171388" y="6508"/>
                      <a:pt x="171598" y="6508"/>
                    </a:cubicBezTo>
                    <a:lnTo>
                      <a:pt x="174199" y="6508"/>
                    </a:lnTo>
                    <a:cubicBezTo>
                      <a:pt x="174412" y="6508"/>
                      <a:pt x="174591" y="6582"/>
                      <a:pt x="174738" y="6729"/>
                    </a:cubicBezTo>
                    <a:cubicBezTo>
                      <a:pt x="174888" y="6876"/>
                      <a:pt x="174960" y="7056"/>
                      <a:pt x="174960" y="7266"/>
                    </a:cubicBezTo>
                    <a:lnTo>
                      <a:pt x="174960" y="8561"/>
                    </a:lnTo>
                    <a:cubicBezTo>
                      <a:pt x="175511" y="7887"/>
                      <a:pt x="176208" y="7329"/>
                      <a:pt x="177053" y="6887"/>
                    </a:cubicBezTo>
                    <a:cubicBezTo>
                      <a:pt x="177921" y="6424"/>
                      <a:pt x="178988" y="6192"/>
                      <a:pt x="180256" y="6192"/>
                    </a:cubicBezTo>
                    <a:cubicBezTo>
                      <a:pt x="181547" y="6192"/>
                      <a:pt x="182666" y="6488"/>
                      <a:pt x="183618" y="7077"/>
                    </a:cubicBezTo>
                    <a:cubicBezTo>
                      <a:pt x="184569" y="7645"/>
                      <a:pt x="185298" y="8455"/>
                      <a:pt x="185806" y="9509"/>
                    </a:cubicBezTo>
                    <a:cubicBezTo>
                      <a:pt x="186336" y="10563"/>
                      <a:pt x="186599" y="11827"/>
                      <a:pt x="186599" y="13300"/>
                    </a:cubicBezTo>
                    <a:lnTo>
                      <a:pt x="186599" y="22177"/>
                    </a:lnTo>
                    <a:cubicBezTo>
                      <a:pt x="186599" y="22387"/>
                      <a:pt x="186526" y="22568"/>
                      <a:pt x="186377" y="22714"/>
                    </a:cubicBezTo>
                    <a:cubicBezTo>
                      <a:pt x="186229" y="22861"/>
                      <a:pt x="186051" y="22936"/>
                      <a:pt x="185838" y="22936"/>
                    </a:cubicBezTo>
                    <a:lnTo>
                      <a:pt x="183047" y="22936"/>
                    </a:lnTo>
                    <a:cubicBezTo>
                      <a:pt x="182836" y="22936"/>
                      <a:pt x="182657" y="22861"/>
                      <a:pt x="182508" y="22714"/>
                    </a:cubicBezTo>
                    <a:cubicBezTo>
                      <a:pt x="182360" y="22568"/>
                      <a:pt x="182286" y="22387"/>
                      <a:pt x="182286" y="22177"/>
                    </a:cubicBezTo>
                    <a:lnTo>
                      <a:pt x="182286" y="13490"/>
                    </a:lnTo>
                    <a:cubicBezTo>
                      <a:pt x="182286" y="12269"/>
                      <a:pt x="181980" y="11310"/>
                      <a:pt x="181366" y="10615"/>
                    </a:cubicBezTo>
                    <a:cubicBezTo>
                      <a:pt x="180775" y="9920"/>
                      <a:pt x="179907" y="9572"/>
                      <a:pt x="178766" y="9572"/>
                    </a:cubicBezTo>
                    <a:cubicBezTo>
                      <a:pt x="177667" y="9572"/>
                      <a:pt x="176790" y="9920"/>
                      <a:pt x="176133" y="10615"/>
                    </a:cubicBezTo>
                    <a:cubicBezTo>
                      <a:pt x="175479" y="11310"/>
                      <a:pt x="175150" y="12269"/>
                      <a:pt x="175150" y="13490"/>
                    </a:cubicBezTo>
                    <a:lnTo>
                      <a:pt x="175150" y="22177"/>
                    </a:lnTo>
                    <a:cubicBezTo>
                      <a:pt x="175150" y="22387"/>
                      <a:pt x="175078" y="22568"/>
                      <a:pt x="174928" y="22714"/>
                    </a:cubicBezTo>
                    <a:cubicBezTo>
                      <a:pt x="174781" y="22861"/>
                      <a:pt x="174602" y="22936"/>
                      <a:pt x="174389" y="22936"/>
                    </a:cubicBezTo>
                    <a:lnTo>
                      <a:pt x="171598" y="22936"/>
                    </a:lnTo>
                    <a:close/>
                    <a:moveTo>
                      <a:pt x="191390" y="22936"/>
                    </a:moveTo>
                    <a:cubicBezTo>
                      <a:pt x="191177" y="22936"/>
                      <a:pt x="190998" y="22861"/>
                      <a:pt x="190850" y="22714"/>
                    </a:cubicBezTo>
                    <a:cubicBezTo>
                      <a:pt x="190701" y="22568"/>
                      <a:pt x="190628" y="22387"/>
                      <a:pt x="190628" y="22177"/>
                    </a:cubicBezTo>
                    <a:lnTo>
                      <a:pt x="190628" y="7298"/>
                    </a:lnTo>
                    <a:cubicBezTo>
                      <a:pt x="190628" y="7065"/>
                      <a:pt x="190701" y="6876"/>
                      <a:pt x="190850" y="6729"/>
                    </a:cubicBezTo>
                    <a:cubicBezTo>
                      <a:pt x="190998" y="6582"/>
                      <a:pt x="191177" y="6508"/>
                      <a:pt x="191390" y="6508"/>
                    </a:cubicBezTo>
                    <a:lnTo>
                      <a:pt x="193958" y="6508"/>
                    </a:lnTo>
                    <a:cubicBezTo>
                      <a:pt x="194169" y="6508"/>
                      <a:pt x="194348" y="6582"/>
                      <a:pt x="194497" y="6729"/>
                    </a:cubicBezTo>
                    <a:cubicBezTo>
                      <a:pt x="194665" y="6876"/>
                      <a:pt x="194751" y="7065"/>
                      <a:pt x="194751" y="7298"/>
                    </a:cubicBezTo>
                    <a:lnTo>
                      <a:pt x="194751" y="8593"/>
                    </a:lnTo>
                    <a:cubicBezTo>
                      <a:pt x="195236" y="7918"/>
                      <a:pt x="195861" y="7404"/>
                      <a:pt x="196622" y="7045"/>
                    </a:cubicBezTo>
                    <a:cubicBezTo>
                      <a:pt x="197404" y="6686"/>
                      <a:pt x="198303" y="6508"/>
                      <a:pt x="199318" y="6508"/>
                    </a:cubicBezTo>
                    <a:lnTo>
                      <a:pt x="200618" y="6508"/>
                    </a:lnTo>
                    <a:cubicBezTo>
                      <a:pt x="200849" y="6508"/>
                      <a:pt x="201030" y="6582"/>
                      <a:pt x="201157" y="6729"/>
                    </a:cubicBezTo>
                    <a:cubicBezTo>
                      <a:pt x="201304" y="6876"/>
                      <a:pt x="201379" y="7056"/>
                      <a:pt x="201379" y="7266"/>
                    </a:cubicBezTo>
                    <a:lnTo>
                      <a:pt x="201379" y="9541"/>
                    </a:lnTo>
                    <a:cubicBezTo>
                      <a:pt x="201379" y="9751"/>
                      <a:pt x="201304" y="9931"/>
                      <a:pt x="201157" y="10078"/>
                    </a:cubicBezTo>
                    <a:cubicBezTo>
                      <a:pt x="201030" y="10224"/>
                      <a:pt x="200849" y="10299"/>
                      <a:pt x="200618" y="10299"/>
                    </a:cubicBezTo>
                    <a:lnTo>
                      <a:pt x="198144" y="10299"/>
                    </a:lnTo>
                    <a:cubicBezTo>
                      <a:pt x="197130" y="10299"/>
                      <a:pt x="196337" y="10583"/>
                      <a:pt x="195766" y="11152"/>
                    </a:cubicBezTo>
                    <a:cubicBezTo>
                      <a:pt x="195216" y="11721"/>
                      <a:pt x="194941" y="12499"/>
                      <a:pt x="194941" y="13490"/>
                    </a:cubicBezTo>
                    <a:lnTo>
                      <a:pt x="194941" y="22177"/>
                    </a:lnTo>
                    <a:cubicBezTo>
                      <a:pt x="194941" y="22387"/>
                      <a:pt x="194867" y="22568"/>
                      <a:pt x="194719" y="22714"/>
                    </a:cubicBezTo>
                    <a:cubicBezTo>
                      <a:pt x="194570" y="22861"/>
                      <a:pt x="194380" y="22936"/>
                      <a:pt x="194149" y="22936"/>
                    </a:cubicBezTo>
                    <a:lnTo>
                      <a:pt x="191390" y="22936"/>
                    </a:lnTo>
                    <a:close/>
                    <a:moveTo>
                      <a:pt x="204614" y="22936"/>
                    </a:moveTo>
                    <a:cubicBezTo>
                      <a:pt x="204401" y="22936"/>
                      <a:pt x="204222" y="22861"/>
                      <a:pt x="204075" y="22714"/>
                    </a:cubicBezTo>
                    <a:cubicBezTo>
                      <a:pt x="203925" y="22568"/>
                      <a:pt x="203853" y="22387"/>
                      <a:pt x="203853" y="22177"/>
                    </a:cubicBezTo>
                    <a:lnTo>
                      <a:pt x="203853" y="7266"/>
                    </a:lnTo>
                    <a:cubicBezTo>
                      <a:pt x="203853" y="7056"/>
                      <a:pt x="203925" y="6876"/>
                      <a:pt x="204075" y="6729"/>
                    </a:cubicBezTo>
                    <a:cubicBezTo>
                      <a:pt x="204222" y="6582"/>
                      <a:pt x="204401" y="6508"/>
                      <a:pt x="204614" y="6508"/>
                    </a:cubicBezTo>
                    <a:lnTo>
                      <a:pt x="207246" y="6508"/>
                    </a:lnTo>
                    <a:cubicBezTo>
                      <a:pt x="207477" y="6508"/>
                      <a:pt x="207658" y="6582"/>
                      <a:pt x="207785" y="6729"/>
                    </a:cubicBezTo>
                    <a:cubicBezTo>
                      <a:pt x="207932" y="6876"/>
                      <a:pt x="208007" y="7056"/>
                      <a:pt x="208007" y="7266"/>
                    </a:cubicBezTo>
                    <a:lnTo>
                      <a:pt x="208007" y="22177"/>
                    </a:lnTo>
                    <a:cubicBezTo>
                      <a:pt x="208007" y="22387"/>
                      <a:pt x="207932" y="22568"/>
                      <a:pt x="207785" y="22714"/>
                    </a:cubicBezTo>
                    <a:cubicBezTo>
                      <a:pt x="207658" y="22861"/>
                      <a:pt x="207477" y="22936"/>
                      <a:pt x="207246" y="22936"/>
                    </a:cubicBezTo>
                    <a:lnTo>
                      <a:pt x="204614" y="22936"/>
                    </a:lnTo>
                    <a:close/>
                    <a:moveTo>
                      <a:pt x="204487" y="3791"/>
                    </a:moveTo>
                    <a:cubicBezTo>
                      <a:pt x="204254" y="3791"/>
                      <a:pt x="204063" y="3728"/>
                      <a:pt x="203916" y="3601"/>
                    </a:cubicBezTo>
                    <a:cubicBezTo>
                      <a:pt x="203789" y="3455"/>
                      <a:pt x="203726" y="3265"/>
                      <a:pt x="203726" y="3033"/>
                    </a:cubicBezTo>
                    <a:lnTo>
                      <a:pt x="203726" y="758"/>
                    </a:lnTo>
                    <a:cubicBezTo>
                      <a:pt x="203726" y="548"/>
                      <a:pt x="203789" y="368"/>
                      <a:pt x="203916" y="221"/>
                    </a:cubicBezTo>
                    <a:cubicBezTo>
                      <a:pt x="204063" y="74"/>
                      <a:pt x="204254" y="0"/>
                      <a:pt x="204487" y="0"/>
                    </a:cubicBezTo>
                    <a:lnTo>
                      <a:pt x="207373" y="0"/>
                    </a:lnTo>
                    <a:cubicBezTo>
                      <a:pt x="207604" y="0"/>
                      <a:pt x="207794" y="74"/>
                      <a:pt x="207944" y="221"/>
                    </a:cubicBezTo>
                    <a:cubicBezTo>
                      <a:pt x="208091" y="368"/>
                      <a:pt x="208166" y="548"/>
                      <a:pt x="208166" y="758"/>
                    </a:cubicBezTo>
                    <a:lnTo>
                      <a:pt x="208166" y="3033"/>
                    </a:lnTo>
                    <a:cubicBezTo>
                      <a:pt x="208166" y="3265"/>
                      <a:pt x="208091" y="3455"/>
                      <a:pt x="207944" y="3601"/>
                    </a:cubicBezTo>
                    <a:cubicBezTo>
                      <a:pt x="207794" y="3728"/>
                      <a:pt x="207604" y="3791"/>
                      <a:pt x="207373" y="3791"/>
                    </a:cubicBezTo>
                    <a:lnTo>
                      <a:pt x="204487" y="3791"/>
                    </a:lnTo>
                    <a:close/>
                    <a:moveTo>
                      <a:pt x="219349" y="23252"/>
                    </a:moveTo>
                    <a:cubicBezTo>
                      <a:pt x="217827" y="23252"/>
                      <a:pt x="216484" y="22967"/>
                      <a:pt x="215322" y="22399"/>
                    </a:cubicBezTo>
                    <a:cubicBezTo>
                      <a:pt x="214180" y="21830"/>
                      <a:pt x="213281" y="21008"/>
                      <a:pt x="212626" y="19934"/>
                    </a:cubicBezTo>
                    <a:cubicBezTo>
                      <a:pt x="211992" y="18840"/>
                      <a:pt x="211643" y="17522"/>
                      <a:pt x="211579" y="15985"/>
                    </a:cubicBezTo>
                    <a:cubicBezTo>
                      <a:pt x="211559" y="15669"/>
                      <a:pt x="211548" y="15259"/>
                      <a:pt x="211548" y="14753"/>
                    </a:cubicBezTo>
                    <a:cubicBezTo>
                      <a:pt x="211548" y="14228"/>
                      <a:pt x="211559" y="13794"/>
                      <a:pt x="211579" y="13458"/>
                    </a:cubicBezTo>
                    <a:cubicBezTo>
                      <a:pt x="211643" y="11921"/>
                      <a:pt x="211992" y="10615"/>
                      <a:pt x="212626" y="9541"/>
                    </a:cubicBezTo>
                    <a:cubicBezTo>
                      <a:pt x="213281" y="8446"/>
                      <a:pt x="214180" y="7614"/>
                      <a:pt x="215322" y="7045"/>
                    </a:cubicBezTo>
                    <a:cubicBezTo>
                      <a:pt x="216484" y="6476"/>
                      <a:pt x="217827" y="6192"/>
                      <a:pt x="219349" y="6192"/>
                    </a:cubicBezTo>
                    <a:cubicBezTo>
                      <a:pt x="220701" y="6192"/>
                      <a:pt x="221854" y="6382"/>
                      <a:pt x="222806" y="6761"/>
                    </a:cubicBezTo>
                    <a:cubicBezTo>
                      <a:pt x="223757" y="7140"/>
                      <a:pt x="224539" y="7614"/>
                      <a:pt x="225153" y="8182"/>
                    </a:cubicBezTo>
                    <a:cubicBezTo>
                      <a:pt x="225766" y="8751"/>
                      <a:pt x="226219" y="9351"/>
                      <a:pt x="226516" y="9983"/>
                    </a:cubicBezTo>
                    <a:cubicBezTo>
                      <a:pt x="226833" y="10595"/>
                      <a:pt x="227003" y="11152"/>
                      <a:pt x="227024" y="11657"/>
                    </a:cubicBezTo>
                    <a:cubicBezTo>
                      <a:pt x="227044" y="11890"/>
                      <a:pt x="226971" y="12079"/>
                      <a:pt x="226802" y="12226"/>
                    </a:cubicBezTo>
                    <a:cubicBezTo>
                      <a:pt x="226654" y="12352"/>
                      <a:pt x="226473" y="12416"/>
                      <a:pt x="226262" y="12416"/>
                    </a:cubicBezTo>
                    <a:lnTo>
                      <a:pt x="223472" y="12416"/>
                    </a:lnTo>
                    <a:cubicBezTo>
                      <a:pt x="223261" y="12416"/>
                      <a:pt x="223091" y="12364"/>
                      <a:pt x="222964" y="12258"/>
                    </a:cubicBezTo>
                    <a:cubicBezTo>
                      <a:pt x="222858" y="12152"/>
                      <a:pt x="222754" y="11994"/>
                      <a:pt x="222647" y="11784"/>
                    </a:cubicBezTo>
                    <a:cubicBezTo>
                      <a:pt x="222330" y="10942"/>
                      <a:pt x="221906" y="10351"/>
                      <a:pt x="221379" y="10015"/>
                    </a:cubicBezTo>
                    <a:cubicBezTo>
                      <a:pt x="220871" y="9656"/>
                      <a:pt x="220217" y="9478"/>
                      <a:pt x="219412" y="9478"/>
                    </a:cubicBezTo>
                    <a:cubicBezTo>
                      <a:pt x="218355" y="9478"/>
                      <a:pt x="217510" y="9814"/>
                      <a:pt x="216875" y="10488"/>
                    </a:cubicBezTo>
                    <a:cubicBezTo>
                      <a:pt x="216262" y="11141"/>
                      <a:pt x="215935" y="12183"/>
                      <a:pt x="215892" y="13616"/>
                    </a:cubicBezTo>
                    <a:cubicBezTo>
                      <a:pt x="215849" y="14417"/>
                      <a:pt x="215849" y="15153"/>
                      <a:pt x="215892" y="15827"/>
                    </a:cubicBezTo>
                    <a:cubicBezTo>
                      <a:pt x="215935" y="17281"/>
                      <a:pt x="216262" y="18334"/>
                      <a:pt x="216875" y="18987"/>
                    </a:cubicBezTo>
                    <a:cubicBezTo>
                      <a:pt x="217510" y="19639"/>
                      <a:pt x="218355" y="19966"/>
                      <a:pt x="219412" y="19966"/>
                    </a:cubicBezTo>
                    <a:cubicBezTo>
                      <a:pt x="220237" y="19966"/>
                      <a:pt x="220903" y="19797"/>
                      <a:pt x="221410" y="19460"/>
                    </a:cubicBezTo>
                    <a:cubicBezTo>
                      <a:pt x="221918" y="19102"/>
                      <a:pt x="222330" y="18501"/>
                      <a:pt x="222647" y="17660"/>
                    </a:cubicBezTo>
                    <a:cubicBezTo>
                      <a:pt x="222754" y="17450"/>
                      <a:pt x="222858" y="17292"/>
                      <a:pt x="222964" y="17186"/>
                    </a:cubicBezTo>
                    <a:cubicBezTo>
                      <a:pt x="223091" y="17080"/>
                      <a:pt x="223261" y="17028"/>
                      <a:pt x="223472" y="17028"/>
                    </a:cubicBezTo>
                    <a:lnTo>
                      <a:pt x="226262" y="17028"/>
                    </a:lnTo>
                    <a:cubicBezTo>
                      <a:pt x="226473" y="17028"/>
                      <a:pt x="226654" y="17102"/>
                      <a:pt x="226802" y="17249"/>
                    </a:cubicBezTo>
                    <a:cubicBezTo>
                      <a:pt x="226971" y="17375"/>
                      <a:pt x="227044" y="17554"/>
                      <a:pt x="227024" y="17786"/>
                    </a:cubicBezTo>
                    <a:cubicBezTo>
                      <a:pt x="227003" y="18165"/>
                      <a:pt x="226897" y="18596"/>
                      <a:pt x="226706" y="19081"/>
                    </a:cubicBezTo>
                    <a:cubicBezTo>
                      <a:pt x="226537" y="19544"/>
                      <a:pt x="226251" y="20029"/>
                      <a:pt x="225850" y="20535"/>
                    </a:cubicBezTo>
                    <a:cubicBezTo>
                      <a:pt x="225470" y="21020"/>
                      <a:pt x="224983" y="21471"/>
                      <a:pt x="224391" y="21893"/>
                    </a:cubicBezTo>
                    <a:cubicBezTo>
                      <a:pt x="223800" y="22292"/>
                      <a:pt x="223080" y="22620"/>
                      <a:pt x="222235" y="22872"/>
                    </a:cubicBezTo>
                    <a:cubicBezTo>
                      <a:pt x="221410" y="23125"/>
                      <a:pt x="220448" y="23252"/>
                      <a:pt x="219349" y="23252"/>
                    </a:cubicBezTo>
                    <a:close/>
                    <a:moveTo>
                      <a:pt x="231124" y="22936"/>
                    </a:moveTo>
                    <a:cubicBezTo>
                      <a:pt x="230913" y="22936"/>
                      <a:pt x="230732" y="22861"/>
                      <a:pt x="230584" y="22714"/>
                    </a:cubicBezTo>
                    <a:cubicBezTo>
                      <a:pt x="230437" y="22568"/>
                      <a:pt x="230362" y="22387"/>
                      <a:pt x="230362" y="22177"/>
                    </a:cubicBezTo>
                    <a:lnTo>
                      <a:pt x="230362" y="1264"/>
                    </a:lnTo>
                    <a:cubicBezTo>
                      <a:pt x="230362" y="1054"/>
                      <a:pt x="230437" y="873"/>
                      <a:pt x="230584" y="727"/>
                    </a:cubicBezTo>
                    <a:cubicBezTo>
                      <a:pt x="230732" y="580"/>
                      <a:pt x="230913" y="505"/>
                      <a:pt x="231124" y="505"/>
                    </a:cubicBezTo>
                    <a:lnTo>
                      <a:pt x="233946" y="505"/>
                    </a:lnTo>
                    <a:cubicBezTo>
                      <a:pt x="234179" y="505"/>
                      <a:pt x="234358" y="580"/>
                      <a:pt x="234485" y="727"/>
                    </a:cubicBezTo>
                    <a:cubicBezTo>
                      <a:pt x="234632" y="873"/>
                      <a:pt x="234707" y="1054"/>
                      <a:pt x="234707" y="1264"/>
                    </a:cubicBezTo>
                    <a:lnTo>
                      <a:pt x="234707" y="8467"/>
                    </a:lnTo>
                    <a:cubicBezTo>
                      <a:pt x="235278" y="7792"/>
                      <a:pt x="235976" y="7246"/>
                      <a:pt x="236800" y="6824"/>
                    </a:cubicBezTo>
                    <a:cubicBezTo>
                      <a:pt x="237625" y="6402"/>
                      <a:pt x="238640" y="6192"/>
                      <a:pt x="239845" y="6192"/>
                    </a:cubicBezTo>
                    <a:cubicBezTo>
                      <a:pt x="241134" y="6192"/>
                      <a:pt x="242255" y="6488"/>
                      <a:pt x="243206" y="7077"/>
                    </a:cubicBezTo>
                    <a:cubicBezTo>
                      <a:pt x="244178" y="7645"/>
                      <a:pt x="244930" y="8455"/>
                      <a:pt x="245458" y="9509"/>
                    </a:cubicBezTo>
                    <a:cubicBezTo>
                      <a:pt x="245986" y="10563"/>
                      <a:pt x="246251" y="11827"/>
                      <a:pt x="246251" y="13300"/>
                    </a:cubicBezTo>
                    <a:lnTo>
                      <a:pt x="246251" y="22177"/>
                    </a:lnTo>
                    <a:cubicBezTo>
                      <a:pt x="246251" y="22387"/>
                      <a:pt x="246176" y="22568"/>
                      <a:pt x="246029" y="22714"/>
                    </a:cubicBezTo>
                    <a:cubicBezTo>
                      <a:pt x="245881" y="22861"/>
                      <a:pt x="245700" y="22936"/>
                      <a:pt x="245490" y="22936"/>
                    </a:cubicBezTo>
                    <a:lnTo>
                      <a:pt x="242635" y="22936"/>
                    </a:lnTo>
                    <a:cubicBezTo>
                      <a:pt x="242425" y="22936"/>
                      <a:pt x="242243" y="22861"/>
                      <a:pt x="242096" y="22714"/>
                    </a:cubicBezTo>
                    <a:cubicBezTo>
                      <a:pt x="241949" y="22568"/>
                      <a:pt x="241874" y="22387"/>
                      <a:pt x="241874" y="22177"/>
                    </a:cubicBezTo>
                    <a:lnTo>
                      <a:pt x="241874" y="13490"/>
                    </a:lnTo>
                    <a:cubicBezTo>
                      <a:pt x="241874" y="12269"/>
                      <a:pt x="241568" y="11310"/>
                      <a:pt x="240955" y="10615"/>
                    </a:cubicBezTo>
                    <a:cubicBezTo>
                      <a:pt x="240363" y="9920"/>
                      <a:pt x="239496" y="9572"/>
                      <a:pt x="238354" y="9572"/>
                    </a:cubicBezTo>
                    <a:cubicBezTo>
                      <a:pt x="237256" y="9572"/>
                      <a:pt x="236368" y="9920"/>
                      <a:pt x="235690" y="10615"/>
                    </a:cubicBezTo>
                    <a:cubicBezTo>
                      <a:pt x="235036" y="11310"/>
                      <a:pt x="234707" y="12269"/>
                      <a:pt x="234707" y="13490"/>
                    </a:cubicBezTo>
                    <a:lnTo>
                      <a:pt x="234707" y="22177"/>
                    </a:lnTo>
                    <a:cubicBezTo>
                      <a:pt x="234707" y="22387"/>
                      <a:pt x="234632" y="22568"/>
                      <a:pt x="234485" y="22714"/>
                    </a:cubicBezTo>
                    <a:cubicBezTo>
                      <a:pt x="234358" y="22861"/>
                      <a:pt x="234179" y="22936"/>
                      <a:pt x="233946" y="22936"/>
                    </a:cubicBezTo>
                    <a:lnTo>
                      <a:pt x="231124" y="22936"/>
                    </a:lnTo>
                    <a:close/>
                    <a:moveTo>
                      <a:pt x="257380" y="23252"/>
                    </a:moveTo>
                    <a:cubicBezTo>
                      <a:pt x="255033" y="23252"/>
                      <a:pt x="253171" y="22577"/>
                      <a:pt x="251798" y="21230"/>
                    </a:cubicBezTo>
                    <a:cubicBezTo>
                      <a:pt x="250423" y="19882"/>
                      <a:pt x="249682" y="17964"/>
                      <a:pt x="249578" y="15480"/>
                    </a:cubicBezTo>
                    <a:cubicBezTo>
                      <a:pt x="249556" y="15270"/>
                      <a:pt x="249547" y="15006"/>
                      <a:pt x="249547" y="14690"/>
                    </a:cubicBezTo>
                    <a:cubicBezTo>
                      <a:pt x="249547" y="14354"/>
                      <a:pt x="249556" y="14090"/>
                      <a:pt x="249578" y="13900"/>
                    </a:cubicBezTo>
                    <a:cubicBezTo>
                      <a:pt x="249662" y="12321"/>
                      <a:pt x="250022" y="10951"/>
                      <a:pt x="250656" y="9793"/>
                    </a:cubicBezTo>
                    <a:cubicBezTo>
                      <a:pt x="251311" y="8636"/>
                      <a:pt x="252210" y="7751"/>
                      <a:pt x="253352" y="7140"/>
                    </a:cubicBezTo>
                    <a:cubicBezTo>
                      <a:pt x="254494" y="6508"/>
                      <a:pt x="255835" y="6192"/>
                      <a:pt x="257380" y="6192"/>
                    </a:cubicBezTo>
                    <a:cubicBezTo>
                      <a:pt x="259092" y="6192"/>
                      <a:pt x="260528" y="6551"/>
                      <a:pt x="261693" y="7266"/>
                    </a:cubicBezTo>
                    <a:cubicBezTo>
                      <a:pt x="262855" y="7961"/>
                      <a:pt x="263731" y="8940"/>
                      <a:pt x="264325" y="10204"/>
                    </a:cubicBezTo>
                    <a:cubicBezTo>
                      <a:pt x="264916" y="11447"/>
                      <a:pt x="265213" y="12889"/>
                      <a:pt x="265213" y="14532"/>
                    </a:cubicBezTo>
                    <a:lnTo>
                      <a:pt x="265213" y="15196"/>
                    </a:lnTo>
                    <a:cubicBezTo>
                      <a:pt x="265213" y="15405"/>
                      <a:pt x="265138" y="15586"/>
                      <a:pt x="264991" y="15733"/>
                    </a:cubicBezTo>
                    <a:cubicBezTo>
                      <a:pt x="264841" y="15879"/>
                      <a:pt x="264651" y="15954"/>
                      <a:pt x="264420" y="15954"/>
                    </a:cubicBezTo>
                    <a:lnTo>
                      <a:pt x="253891" y="15954"/>
                    </a:lnTo>
                    <a:cubicBezTo>
                      <a:pt x="253891" y="15954"/>
                      <a:pt x="253891" y="15985"/>
                      <a:pt x="253891" y="16049"/>
                    </a:cubicBezTo>
                    <a:cubicBezTo>
                      <a:pt x="253891" y="16112"/>
                      <a:pt x="253891" y="16164"/>
                      <a:pt x="253891" y="16207"/>
                    </a:cubicBezTo>
                    <a:cubicBezTo>
                      <a:pt x="253912" y="16944"/>
                      <a:pt x="254050" y="17628"/>
                      <a:pt x="254303" y="18260"/>
                    </a:cubicBezTo>
                    <a:cubicBezTo>
                      <a:pt x="254578" y="18872"/>
                      <a:pt x="254969" y="19366"/>
                      <a:pt x="255477" y="19745"/>
                    </a:cubicBezTo>
                    <a:cubicBezTo>
                      <a:pt x="256005" y="20124"/>
                      <a:pt x="256628" y="20314"/>
                      <a:pt x="257348" y="20314"/>
                    </a:cubicBezTo>
                    <a:cubicBezTo>
                      <a:pt x="257939" y="20314"/>
                      <a:pt x="258435" y="20230"/>
                      <a:pt x="258838" y="20061"/>
                    </a:cubicBezTo>
                    <a:cubicBezTo>
                      <a:pt x="259239" y="19871"/>
                      <a:pt x="259568" y="19661"/>
                      <a:pt x="259821" y="19429"/>
                    </a:cubicBezTo>
                    <a:cubicBezTo>
                      <a:pt x="260075" y="19196"/>
                      <a:pt x="260254" y="19007"/>
                      <a:pt x="260361" y="18860"/>
                    </a:cubicBezTo>
                    <a:cubicBezTo>
                      <a:pt x="260551" y="18608"/>
                      <a:pt x="260698" y="18461"/>
                      <a:pt x="260805" y="18418"/>
                    </a:cubicBezTo>
                    <a:cubicBezTo>
                      <a:pt x="260931" y="18355"/>
                      <a:pt x="261110" y="18323"/>
                      <a:pt x="261344" y="18323"/>
                    </a:cubicBezTo>
                    <a:lnTo>
                      <a:pt x="264071" y="18323"/>
                    </a:lnTo>
                    <a:cubicBezTo>
                      <a:pt x="264282" y="18323"/>
                      <a:pt x="264452" y="18386"/>
                      <a:pt x="264578" y="18513"/>
                    </a:cubicBezTo>
                    <a:cubicBezTo>
                      <a:pt x="264726" y="18639"/>
                      <a:pt x="264789" y="18797"/>
                      <a:pt x="264769" y="18987"/>
                    </a:cubicBezTo>
                    <a:cubicBezTo>
                      <a:pt x="264746" y="19323"/>
                      <a:pt x="264567" y="19734"/>
                      <a:pt x="264230" y="20219"/>
                    </a:cubicBezTo>
                    <a:cubicBezTo>
                      <a:pt x="263912" y="20704"/>
                      <a:pt x="263446" y="21178"/>
                      <a:pt x="262834" y="21640"/>
                    </a:cubicBezTo>
                    <a:cubicBezTo>
                      <a:pt x="262220" y="22103"/>
                      <a:pt x="261448" y="22493"/>
                      <a:pt x="260519" y="22809"/>
                    </a:cubicBezTo>
                    <a:cubicBezTo>
                      <a:pt x="259609" y="23105"/>
                      <a:pt x="258562" y="23252"/>
                      <a:pt x="257380" y="23252"/>
                    </a:cubicBezTo>
                    <a:close/>
                    <a:moveTo>
                      <a:pt x="253891" y="13300"/>
                    </a:moveTo>
                    <a:lnTo>
                      <a:pt x="260900" y="13300"/>
                    </a:lnTo>
                    <a:lnTo>
                      <a:pt x="260900" y="13205"/>
                    </a:lnTo>
                    <a:cubicBezTo>
                      <a:pt x="260900" y="12384"/>
                      <a:pt x="260762" y="11669"/>
                      <a:pt x="260487" y="11057"/>
                    </a:cubicBezTo>
                    <a:cubicBezTo>
                      <a:pt x="260211" y="10446"/>
                      <a:pt x="259810" y="9963"/>
                      <a:pt x="259282" y="9604"/>
                    </a:cubicBezTo>
                    <a:cubicBezTo>
                      <a:pt x="258752" y="9245"/>
                      <a:pt x="258118" y="9067"/>
                      <a:pt x="257380" y="9067"/>
                    </a:cubicBezTo>
                    <a:cubicBezTo>
                      <a:pt x="256639" y="9067"/>
                      <a:pt x="256005" y="9245"/>
                      <a:pt x="255477" y="9604"/>
                    </a:cubicBezTo>
                    <a:cubicBezTo>
                      <a:pt x="254947" y="9963"/>
                      <a:pt x="254546" y="10446"/>
                      <a:pt x="254272" y="11057"/>
                    </a:cubicBezTo>
                    <a:cubicBezTo>
                      <a:pt x="254018" y="11669"/>
                      <a:pt x="253891" y="12384"/>
                      <a:pt x="253891" y="13205"/>
                    </a:cubicBezTo>
                    <a:lnTo>
                      <a:pt x="253891" y="13300"/>
                    </a:lnTo>
                    <a:close/>
                    <a:moveTo>
                      <a:pt x="269340" y="22936"/>
                    </a:moveTo>
                    <a:cubicBezTo>
                      <a:pt x="269127" y="22936"/>
                      <a:pt x="268948" y="22861"/>
                      <a:pt x="268801" y="22714"/>
                    </a:cubicBezTo>
                    <a:cubicBezTo>
                      <a:pt x="268651" y="22568"/>
                      <a:pt x="268579" y="22387"/>
                      <a:pt x="268579" y="22177"/>
                    </a:cubicBezTo>
                    <a:lnTo>
                      <a:pt x="268579" y="7298"/>
                    </a:lnTo>
                    <a:cubicBezTo>
                      <a:pt x="268579" y="7065"/>
                      <a:pt x="268651" y="6876"/>
                      <a:pt x="268801" y="6729"/>
                    </a:cubicBezTo>
                    <a:cubicBezTo>
                      <a:pt x="268948" y="6582"/>
                      <a:pt x="269127" y="6508"/>
                      <a:pt x="269340" y="6508"/>
                    </a:cubicBezTo>
                    <a:lnTo>
                      <a:pt x="271909" y="6508"/>
                    </a:lnTo>
                    <a:cubicBezTo>
                      <a:pt x="272119" y="6508"/>
                      <a:pt x="272298" y="6582"/>
                      <a:pt x="272448" y="6729"/>
                    </a:cubicBezTo>
                    <a:cubicBezTo>
                      <a:pt x="272615" y="6876"/>
                      <a:pt x="272701" y="7065"/>
                      <a:pt x="272701" y="7298"/>
                    </a:cubicBezTo>
                    <a:lnTo>
                      <a:pt x="272701" y="8593"/>
                    </a:lnTo>
                    <a:cubicBezTo>
                      <a:pt x="273186" y="7918"/>
                      <a:pt x="273811" y="7404"/>
                      <a:pt x="274572" y="7045"/>
                    </a:cubicBezTo>
                    <a:cubicBezTo>
                      <a:pt x="275354" y="6686"/>
                      <a:pt x="276253" y="6508"/>
                      <a:pt x="277268" y="6508"/>
                    </a:cubicBezTo>
                    <a:lnTo>
                      <a:pt x="278568" y="6508"/>
                    </a:lnTo>
                    <a:cubicBezTo>
                      <a:pt x="278799" y="6508"/>
                      <a:pt x="278981" y="6582"/>
                      <a:pt x="279107" y="6729"/>
                    </a:cubicBezTo>
                    <a:cubicBezTo>
                      <a:pt x="279255" y="6876"/>
                      <a:pt x="279329" y="7056"/>
                      <a:pt x="279329" y="7266"/>
                    </a:cubicBezTo>
                    <a:lnTo>
                      <a:pt x="279329" y="9541"/>
                    </a:lnTo>
                    <a:cubicBezTo>
                      <a:pt x="279329" y="9751"/>
                      <a:pt x="279255" y="9931"/>
                      <a:pt x="279107" y="10078"/>
                    </a:cubicBezTo>
                    <a:cubicBezTo>
                      <a:pt x="278981" y="10224"/>
                      <a:pt x="278799" y="10299"/>
                      <a:pt x="278568" y="10299"/>
                    </a:cubicBezTo>
                    <a:lnTo>
                      <a:pt x="276095" y="10299"/>
                    </a:lnTo>
                    <a:cubicBezTo>
                      <a:pt x="275080" y="10299"/>
                      <a:pt x="274287" y="10583"/>
                      <a:pt x="273716" y="11152"/>
                    </a:cubicBezTo>
                    <a:cubicBezTo>
                      <a:pt x="273166" y="11721"/>
                      <a:pt x="272892" y="12499"/>
                      <a:pt x="272892" y="13490"/>
                    </a:cubicBezTo>
                    <a:lnTo>
                      <a:pt x="272892" y="22177"/>
                    </a:lnTo>
                    <a:cubicBezTo>
                      <a:pt x="272892" y="22387"/>
                      <a:pt x="272817" y="22568"/>
                      <a:pt x="272670" y="22714"/>
                    </a:cubicBezTo>
                    <a:cubicBezTo>
                      <a:pt x="272520" y="22861"/>
                      <a:pt x="272330" y="22936"/>
                      <a:pt x="272099" y="22936"/>
                    </a:cubicBezTo>
                    <a:lnTo>
                      <a:pt x="269340"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7" name="Freeform 146">
                <a:extLst>
                  <a:ext uri="{FF2B5EF4-FFF2-40B4-BE49-F238E27FC236}">
                    <a16:creationId xmlns:a16="http://schemas.microsoft.com/office/drawing/2014/main" id="{7B5D63E0-AEC3-7F07-5338-690F8433A3EE}"/>
                  </a:ext>
                </a:extLst>
              </p:cNvPr>
              <p:cNvSpPr/>
              <p:nvPr/>
            </p:nvSpPr>
            <p:spPr>
              <a:xfrm>
                <a:off x="2692665" y="5744875"/>
                <a:ext cx="271475" cy="28432"/>
              </a:xfrm>
              <a:custGeom>
                <a:avLst/>
                <a:gdLst>
                  <a:gd name="csX0" fmla="*/ 761 w 271475"/>
                  <a:gd name="csY0" fmla="*/ 22430 h 28432"/>
                  <a:gd name="csX1" fmla="*/ 222 w 271475"/>
                  <a:gd name="csY1" fmla="*/ 22209 h 28432"/>
                  <a:gd name="csX2" fmla="*/ 0 w 271475"/>
                  <a:gd name="csY2" fmla="*/ 21672 h 28432"/>
                  <a:gd name="csX3" fmla="*/ 0 w 271475"/>
                  <a:gd name="csY3" fmla="*/ 1074 h 28432"/>
                  <a:gd name="csX4" fmla="*/ 222 w 271475"/>
                  <a:gd name="csY4" fmla="*/ 537 h 28432"/>
                  <a:gd name="csX5" fmla="*/ 761 w 271475"/>
                  <a:gd name="csY5" fmla="*/ 316 h 28432"/>
                  <a:gd name="csX6" fmla="*/ 3742 w 271475"/>
                  <a:gd name="csY6" fmla="*/ 316 h 28432"/>
                  <a:gd name="csX7" fmla="*/ 4281 w 271475"/>
                  <a:gd name="csY7" fmla="*/ 537 h 28432"/>
                  <a:gd name="csX8" fmla="*/ 4503 w 271475"/>
                  <a:gd name="csY8" fmla="*/ 1074 h 28432"/>
                  <a:gd name="csX9" fmla="*/ 4503 w 271475"/>
                  <a:gd name="csY9" fmla="*/ 21672 h 28432"/>
                  <a:gd name="csX10" fmla="*/ 4281 w 271475"/>
                  <a:gd name="csY10" fmla="*/ 22209 h 28432"/>
                  <a:gd name="csX11" fmla="*/ 3742 w 271475"/>
                  <a:gd name="csY11" fmla="*/ 22430 h 28432"/>
                  <a:gd name="csX12" fmla="*/ 761 w 271475"/>
                  <a:gd name="csY12" fmla="*/ 22430 h 28432"/>
                  <a:gd name="csX13" fmla="*/ 9858 w 271475"/>
                  <a:gd name="csY13" fmla="*/ 22430 h 28432"/>
                  <a:gd name="csX14" fmla="*/ 9319 w 271475"/>
                  <a:gd name="csY14" fmla="*/ 22209 h 28432"/>
                  <a:gd name="csX15" fmla="*/ 9097 w 271475"/>
                  <a:gd name="csY15" fmla="*/ 21672 h 28432"/>
                  <a:gd name="csX16" fmla="*/ 9097 w 271475"/>
                  <a:gd name="csY16" fmla="*/ 6761 h 28432"/>
                  <a:gd name="csX17" fmla="*/ 9319 w 271475"/>
                  <a:gd name="csY17" fmla="*/ 6224 h 28432"/>
                  <a:gd name="csX18" fmla="*/ 9858 w 271475"/>
                  <a:gd name="csY18" fmla="*/ 6002 h 28432"/>
                  <a:gd name="csX19" fmla="*/ 12459 w 271475"/>
                  <a:gd name="csY19" fmla="*/ 6002 h 28432"/>
                  <a:gd name="csX20" fmla="*/ 12998 w 271475"/>
                  <a:gd name="csY20" fmla="*/ 6224 h 28432"/>
                  <a:gd name="csX21" fmla="*/ 13220 w 271475"/>
                  <a:gd name="csY21" fmla="*/ 6761 h 28432"/>
                  <a:gd name="csX22" fmla="*/ 13220 w 271475"/>
                  <a:gd name="csY22" fmla="*/ 8056 h 28432"/>
                  <a:gd name="csX23" fmla="*/ 15313 w 271475"/>
                  <a:gd name="csY23" fmla="*/ 6382 h 28432"/>
                  <a:gd name="csX24" fmla="*/ 18516 w 271475"/>
                  <a:gd name="csY24" fmla="*/ 5686 h 28432"/>
                  <a:gd name="csX25" fmla="*/ 21877 w 271475"/>
                  <a:gd name="csY25" fmla="*/ 6571 h 28432"/>
                  <a:gd name="csX26" fmla="*/ 24066 w 271475"/>
                  <a:gd name="csY26" fmla="*/ 9004 h 28432"/>
                  <a:gd name="csX27" fmla="*/ 24858 w 271475"/>
                  <a:gd name="csY27" fmla="*/ 12795 h 28432"/>
                  <a:gd name="csX28" fmla="*/ 24858 w 271475"/>
                  <a:gd name="csY28" fmla="*/ 21672 h 28432"/>
                  <a:gd name="csX29" fmla="*/ 24636 w 271475"/>
                  <a:gd name="csY29" fmla="*/ 22209 h 28432"/>
                  <a:gd name="csX30" fmla="*/ 24097 w 271475"/>
                  <a:gd name="csY30" fmla="*/ 22430 h 28432"/>
                  <a:gd name="csX31" fmla="*/ 21306 w 271475"/>
                  <a:gd name="csY31" fmla="*/ 22430 h 28432"/>
                  <a:gd name="csX32" fmla="*/ 20767 w 271475"/>
                  <a:gd name="csY32" fmla="*/ 22209 h 28432"/>
                  <a:gd name="csX33" fmla="*/ 20545 w 271475"/>
                  <a:gd name="csY33" fmla="*/ 21672 h 28432"/>
                  <a:gd name="csX34" fmla="*/ 20545 w 271475"/>
                  <a:gd name="csY34" fmla="*/ 12984 h 28432"/>
                  <a:gd name="csX35" fmla="*/ 19626 w 271475"/>
                  <a:gd name="csY35" fmla="*/ 10109 h 28432"/>
                  <a:gd name="csX36" fmla="*/ 17025 w 271475"/>
                  <a:gd name="csY36" fmla="*/ 9067 h 28432"/>
                  <a:gd name="csX37" fmla="*/ 14393 w 271475"/>
                  <a:gd name="csY37" fmla="*/ 10109 h 28432"/>
                  <a:gd name="csX38" fmla="*/ 13410 w 271475"/>
                  <a:gd name="csY38" fmla="*/ 12984 h 28432"/>
                  <a:gd name="csX39" fmla="*/ 13410 w 271475"/>
                  <a:gd name="csY39" fmla="*/ 21672 h 28432"/>
                  <a:gd name="csX40" fmla="*/ 13188 w 271475"/>
                  <a:gd name="csY40" fmla="*/ 22209 h 28432"/>
                  <a:gd name="csX41" fmla="*/ 12649 w 271475"/>
                  <a:gd name="csY41" fmla="*/ 22430 h 28432"/>
                  <a:gd name="csX42" fmla="*/ 9858 w 271475"/>
                  <a:gd name="csY42" fmla="*/ 22430 h 28432"/>
                  <a:gd name="csX43" fmla="*/ 34225 w 271475"/>
                  <a:gd name="csY43" fmla="*/ 22430 h 28432"/>
                  <a:gd name="csX44" fmla="*/ 33464 w 271475"/>
                  <a:gd name="csY44" fmla="*/ 22209 h 28432"/>
                  <a:gd name="csX45" fmla="*/ 33083 w 271475"/>
                  <a:gd name="csY45" fmla="*/ 21640 h 28432"/>
                  <a:gd name="csX46" fmla="*/ 27153 w 271475"/>
                  <a:gd name="csY46" fmla="*/ 6982 h 28432"/>
                  <a:gd name="csX47" fmla="*/ 27090 w 271475"/>
                  <a:gd name="csY47" fmla="*/ 6697 h 28432"/>
                  <a:gd name="csX48" fmla="*/ 27280 w 271475"/>
                  <a:gd name="csY48" fmla="*/ 6224 h 28432"/>
                  <a:gd name="csX49" fmla="*/ 27787 w 271475"/>
                  <a:gd name="csY49" fmla="*/ 6002 h 28432"/>
                  <a:gd name="csX50" fmla="*/ 30356 w 271475"/>
                  <a:gd name="csY50" fmla="*/ 6002 h 28432"/>
                  <a:gd name="csX51" fmla="*/ 30927 w 271475"/>
                  <a:gd name="csY51" fmla="*/ 6224 h 28432"/>
                  <a:gd name="csX52" fmla="*/ 31181 w 271475"/>
                  <a:gd name="csY52" fmla="*/ 6603 h 28432"/>
                  <a:gd name="csX53" fmla="*/ 35398 w 271475"/>
                  <a:gd name="csY53" fmla="*/ 17691 h 28432"/>
                  <a:gd name="csX54" fmla="*/ 39616 w 271475"/>
                  <a:gd name="csY54" fmla="*/ 6603 h 28432"/>
                  <a:gd name="csX55" fmla="*/ 39870 w 271475"/>
                  <a:gd name="csY55" fmla="*/ 6224 h 28432"/>
                  <a:gd name="csX56" fmla="*/ 40441 w 271475"/>
                  <a:gd name="csY56" fmla="*/ 6002 h 28432"/>
                  <a:gd name="csX57" fmla="*/ 43041 w 271475"/>
                  <a:gd name="csY57" fmla="*/ 6002 h 28432"/>
                  <a:gd name="csX58" fmla="*/ 43485 w 271475"/>
                  <a:gd name="csY58" fmla="*/ 6224 h 28432"/>
                  <a:gd name="csX59" fmla="*/ 43707 w 271475"/>
                  <a:gd name="csY59" fmla="*/ 6697 h 28432"/>
                  <a:gd name="csX60" fmla="*/ 43675 w 271475"/>
                  <a:gd name="csY60" fmla="*/ 6982 h 28432"/>
                  <a:gd name="csX61" fmla="*/ 37713 w 271475"/>
                  <a:gd name="csY61" fmla="*/ 21640 h 28432"/>
                  <a:gd name="csX62" fmla="*/ 37333 w 271475"/>
                  <a:gd name="csY62" fmla="*/ 22209 h 28432"/>
                  <a:gd name="csX63" fmla="*/ 36572 w 271475"/>
                  <a:gd name="csY63" fmla="*/ 22430 h 28432"/>
                  <a:gd name="csX64" fmla="*/ 34225 w 271475"/>
                  <a:gd name="csY64" fmla="*/ 22430 h 28432"/>
                  <a:gd name="csX65" fmla="*/ 53115 w 271475"/>
                  <a:gd name="csY65" fmla="*/ 22746 h 28432"/>
                  <a:gd name="csX66" fmla="*/ 47533 w 271475"/>
                  <a:gd name="csY66" fmla="*/ 20724 h 28432"/>
                  <a:gd name="csX67" fmla="*/ 45313 w 271475"/>
                  <a:gd name="csY67" fmla="*/ 14975 h 28432"/>
                  <a:gd name="csX68" fmla="*/ 45281 w 271475"/>
                  <a:gd name="csY68" fmla="*/ 14185 h 28432"/>
                  <a:gd name="csX69" fmla="*/ 45313 w 271475"/>
                  <a:gd name="csY69" fmla="*/ 13395 h 28432"/>
                  <a:gd name="csX70" fmla="*/ 46391 w 271475"/>
                  <a:gd name="csY70" fmla="*/ 9288 h 28432"/>
                  <a:gd name="csX71" fmla="*/ 49087 w 271475"/>
                  <a:gd name="csY71" fmla="*/ 6634 h 28432"/>
                  <a:gd name="csX72" fmla="*/ 53115 w 271475"/>
                  <a:gd name="csY72" fmla="*/ 5686 h 28432"/>
                  <a:gd name="csX73" fmla="*/ 57428 w 271475"/>
                  <a:gd name="csY73" fmla="*/ 6761 h 28432"/>
                  <a:gd name="csX74" fmla="*/ 60060 w 271475"/>
                  <a:gd name="csY74" fmla="*/ 9699 h 28432"/>
                  <a:gd name="csX75" fmla="*/ 60948 w 271475"/>
                  <a:gd name="csY75" fmla="*/ 14027 h 28432"/>
                  <a:gd name="csX76" fmla="*/ 60948 w 271475"/>
                  <a:gd name="csY76" fmla="*/ 14690 h 28432"/>
                  <a:gd name="csX77" fmla="*/ 60726 w 271475"/>
                  <a:gd name="csY77" fmla="*/ 15227 h 28432"/>
                  <a:gd name="csX78" fmla="*/ 60155 w 271475"/>
                  <a:gd name="csY78" fmla="*/ 15448 h 28432"/>
                  <a:gd name="csX79" fmla="*/ 49626 w 271475"/>
                  <a:gd name="csY79" fmla="*/ 15448 h 28432"/>
                  <a:gd name="csX80" fmla="*/ 49626 w 271475"/>
                  <a:gd name="csY80" fmla="*/ 15543 h 28432"/>
                  <a:gd name="csX81" fmla="*/ 49626 w 271475"/>
                  <a:gd name="csY81" fmla="*/ 15701 h 28432"/>
                  <a:gd name="csX82" fmla="*/ 50038 w 271475"/>
                  <a:gd name="csY82" fmla="*/ 17755 h 28432"/>
                  <a:gd name="csX83" fmla="*/ 51212 w 271475"/>
                  <a:gd name="csY83" fmla="*/ 19239 h 28432"/>
                  <a:gd name="csX84" fmla="*/ 53083 w 271475"/>
                  <a:gd name="csY84" fmla="*/ 19808 h 28432"/>
                  <a:gd name="csX85" fmla="*/ 54573 w 271475"/>
                  <a:gd name="csY85" fmla="*/ 19555 h 28432"/>
                  <a:gd name="csX86" fmla="*/ 55556 w 271475"/>
                  <a:gd name="csY86" fmla="*/ 18923 h 28432"/>
                  <a:gd name="csX87" fmla="*/ 56096 w 271475"/>
                  <a:gd name="csY87" fmla="*/ 18355 h 28432"/>
                  <a:gd name="csX88" fmla="*/ 56540 w 271475"/>
                  <a:gd name="csY88" fmla="*/ 17912 h 28432"/>
                  <a:gd name="csX89" fmla="*/ 57079 w 271475"/>
                  <a:gd name="csY89" fmla="*/ 17818 h 28432"/>
                  <a:gd name="csX90" fmla="*/ 59806 w 271475"/>
                  <a:gd name="csY90" fmla="*/ 17818 h 28432"/>
                  <a:gd name="csX91" fmla="*/ 60313 w 271475"/>
                  <a:gd name="csY91" fmla="*/ 18007 h 28432"/>
                  <a:gd name="csX92" fmla="*/ 60504 w 271475"/>
                  <a:gd name="csY92" fmla="*/ 18481 h 28432"/>
                  <a:gd name="csX93" fmla="*/ 59965 w 271475"/>
                  <a:gd name="csY93" fmla="*/ 19713 h 28432"/>
                  <a:gd name="csX94" fmla="*/ 58569 w 271475"/>
                  <a:gd name="csY94" fmla="*/ 21135 h 28432"/>
                  <a:gd name="csX95" fmla="*/ 56254 w 271475"/>
                  <a:gd name="csY95" fmla="*/ 22304 h 28432"/>
                  <a:gd name="csX96" fmla="*/ 53115 w 271475"/>
                  <a:gd name="csY96" fmla="*/ 22746 h 28432"/>
                  <a:gd name="csX97" fmla="*/ 49626 w 271475"/>
                  <a:gd name="csY97" fmla="*/ 12795 h 28432"/>
                  <a:gd name="csX98" fmla="*/ 56635 w 271475"/>
                  <a:gd name="csY98" fmla="*/ 12795 h 28432"/>
                  <a:gd name="csX99" fmla="*/ 56635 w 271475"/>
                  <a:gd name="csY99" fmla="*/ 12700 h 28432"/>
                  <a:gd name="csX100" fmla="*/ 56222 w 271475"/>
                  <a:gd name="csY100" fmla="*/ 10552 h 28432"/>
                  <a:gd name="csX101" fmla="*/ 55017 w 271475"/>
                  <a:gd name="csY101" fmla="*/ 9098 h 28432"/>
                  <a:gd name="csX102" fmla="*/ 53115 w 271475"/>
                  <a:gd name="csY102" fmla="*/ 8561 h 28432"/>
                  <a:gd name="csX103" fmla="*/ 51212 w 271475"/>
                  <a:gd name="csY103" fmla="*/ 9098 h 28432"/>
                  <a:gd name="csX104" fmla="*/ 50007 w 271475"/>
                  <a:gd name="csY104" fmla="*/ 10552 h 28432"/>
                  <a:gd name="csX105" fmla="*/ 49626 w 271475"/>
                  <a:gd name="csY105" fmla="*/ 12700 h 28432"/>
                  <a:gd name="csX106" fmla="*/ 49626 w 271475"/>
                  <a:gd name="csY106" fmla="*/ 12795 h 28432"/>
                  <a:gd name="csX107" fmla="*/ 65077 w 271475"/>
                  <a:gd name="csY107" fmla="*/ 22430 h 28432"/>
                  <a:gd name="csX108" fmla="*/ 64538 w 271475"/>
                  <a:gd name="csY108" fmla="*/ 22209 h 28432"/>
                  <a:gd name="csX109" fmla="*/ 64316 w 271475"/>
                  <a:gd name="csY109" fmla="*/ 21672 h 28432"/>
                  <a:gd name="csX110" fmla="*/ 64316 w 271475"/>
                  <a:gd name="csY110" fmla="*/ 6761 h 28432"/>
                  <a:gd name="csX111" fmla="*/ 64538 w 271475"/>
                  <a:gd name="csY111" fmla="*/ 6224 h 28432"/>
                  <a:gd name="csX112" fmla="*/ 65077 w 271475"/>
                  <a:gd name="csY112" fmla="*/ 6002 h 28432"/>
                  <a:gd name="csX113" fmla="*/ 67678 w 271475"/>
                  <a:gd name="csY113" fmla="*/ 6002 h 28432"/>
                  <a:gd name="csX114" fmla="*/ 68217 w 271475"/>
                  <a:gd name="csY114" fmla="*/ 6224 h 28432"/>
                  <a:gd name="csX115" fmla="*/ 68439 w 271475"/>
                  <a:gd name="csY115" fmla="*/ 6761 h 28432"/>
                  <a:gd name="csX116" fmla="*/ 68439 w 271475"/>
                  <a:gd name="csY116" fmla="*/ 8056 h 28432"/>
                  <a:gd name="csX117" fmla="*/ 70532 w 271475"/>
                  <a:gd name="csY117" fmla="*/ 6382 h 28432"/>
                  <a:gd name="csX118" fmla="*/ 73735 w 271475"/>
                  <a:gd name="csY118" fmla="*/ 5686 h 28432"/>
                  <a:gd name="csX119" fmla="*/ 77096 w 271475"/>
                  <a:gd name="csY119" fmla="*/ 6571 h 28432"/>
                  <a:gd name="csX120" fmla="*/ 79284 w 271475"/>
                  <a:gd name="csY120" fmla="*/ 9004 h 28432"/>
                  <a:gd name="csX121" fmla="*/ 80077 w 271475"/>
                  <a:gd name="csY121" fmla="*/ 12795 h 28432"/>
                  <a:gd name="csX122" fmla="*/ 80077 w 271475"/>
                  <a:gd name="csY122" fmla="*/ 21672 h 28432"/>
                  <a:gd name="csX123" fmla="*/ 79855 w 271475"/>
                  <a:gd name="csY123" fmla="*/ 22209 h 28432"/>
                  <a:gd name="csX124" fmla="*/ 79316 w 271475"/>
                  <a:gd name="csY124" fmla="*/ 22430 h 28432"/>
                  <a:gd name="csX125" fmla="*/ 76525 w 271475"/>
                  <a:gd name="csY125" fmla="*/ 22430 h 28432"/>
                  <a:gd name="csX126" fmla="*/ 75986 w 271475"/>
                  <a:gd name="csY126" fmla="*/ 22209 h 28432"/>
                  <a:gd name="csX127" fmla="*/ 75764 w 271475"/>
                  <a:gd name="csY127" fmla="*/ 21672 h 28432"/>
                  <a:gd name="csX128" fmla="*/ 75764 w 271475"/>
                  <a:gd name="csY128" fmla="*/ 12984 h 28432"/>
                  <a:gd name="csX129" fmla="*/ 74845 w 271475"/>
                  <a:gd name="csY129" fmla="*/ 10109 h 28432"/>
                  <a:gd name="csX130" fmla="*/ 72244 w 271475"/>
                  <a:gd name="csY130" fmla="*/ 9067 h 28432"/>
                  <a:gd name="csX131" fmla="*/ 69612 w 271475"/>
                  <a:gd name="csY131" fmla="*/ 10109 h 28432"/>
                  <a:gd name="csX132" fmla="*/ 68629 w 271475"/>
                  <a:gd name="csY132" fmla="*/ 12984 h 28432"/>
                  <a:gd name="csX133" fmla="*/ 68629 w 271475"/>
                  <a:gd name="csY133" fmla="*/ 21672 h 28432"/>
                  <a:gd name="csX134" fmla="*/ 68407 w 271475"/>
                  <a:gd name="csY134" fmla="*/ 22209 h 28432"/>
                  <a:gd name="csX135" fmla="*/ 67868 w 271475"/>
                  <a:gd name="csY135" fmla="*/ 22430 h 28432"/>
                  <a:gd name="csX136" fmla="*/ 65077 w 271475"/>
                  <a:gd name="csY136" fmla="*/ 22430 h 28432"/>
                  <a:gd name="csX137" fmla="*/ 91372 w 271475"/>
                  <a:gd name="csY137" fmla="*/ 22430 h 28432"/>
                  <a:gd name="csX138" fmla="*/ 88169 w 271475"/>
                  <a:gd name="csY138" fmla="*/ 21767 h 28432"/>
                  <a:gd name="csX139" fmla="*/ 86234 w 271475"/>
                  <a:gd name="csY139" fmla="*/ 19808 h 28432"/>
                  <a:gd name="csX140" fmla="*/ 85600 w 271475"/>
                  <a:gd name="csY140" fmla="*/ 16522 h 28432"/>
                  <a:gd name="csX141" fmla="*/ 85600 w 271475"/>
                  <a:gd name="csY141" fmla="*/ 9351 h 28432"/>
                  <a:gd name="csX142" fmla="*/ 83095 w 271475"/>
                  <a:gd name="csY142" fmla="*/ 9351 h 28432"/>
                  <a:gd name="csX143" fmla="*/ 82555 w 271475"/>
                  <a:gd name="csY143" fmla="*/ 9130 h 28432"/>
                  <a:gd name="csX144" fmla="*/ 82333 w 271475"/>
                  <a:gd name="csY144" fmla="*/ 8593 h 28432"/>
                  <a:gd name="csX145" fmla="*/ 82333 w 271475"/>
                  <a:gd name="csY145" fmla="*/ 6761 h 28432"/>
                  <a:gd name="csX146" fmla="*/ 82555 w 271475"/>
                  <a:gd name="csY146" fmla="*/ 6224 h 28432"/>
                  <a:gd name="csX147" fmla="*/ 83095 w 271475"/>
                  <a:gd name="csY147" fmla="*/ 6002 h 28432"/>
                  <a:gd name="csX148" fmla="*/ 85600 w 271475"/>
                  <a:gd name="csY148" fmla="*/ 6002 h 28432"/>
                  <a:gd name="csX149" fmla="*/ 85600 w 271475"/>
                  <a:gd name="csY149" fmla="*/ 758 h 28432"/>
                  <a:gd name="csX150" fmla="*/ 85790 w 271475"/>
                  <a:gd name="csY150" fmla="*/ 221 h 28432"/>
                  <a:gd name="csX151" fmla="*/ 86361 w 271475"/>
                  <a:gd name="csY151" fmla="*/ 0 h 28432"/>
                  <a:gd name="csX152" fmla="*/ 88930 w 271475"/>
                  <a:gd name="csY152" fmla="*/ 0 h 28432"/>
                  <a:gd name="csX153" fmla="*/ 89469 w 271475"/>
                  <a:gd name="csY153" fmla="*/ 221 h 28432"/>
                  <a:gd name="csX154" fmla="*/ 89691 w 271475"/>
                  <a:gd name="csY154" fmla="*/ 758 h 28432"/>
                  <a:gd name="csX155" fmla="*/ 89691 w 271475"/>
                  <a:gd name="csY155" fmla="*/ 6002 h 28432"/>
                  <a:gd name="csX156" fmla="*/ 93655 w 271475"/>
                  <a:gd name="csY156" fmla="*/ 6002 h 28432"/>
                  <a:gd name="csX157" fmla="*/ 94194 w 271475"/>
                  <a:gd name="csY157" fmla="*/ 6224 h 28432"/>
                  <a:gd name="csX158" fmla="*/ 94416 w 271475"/>
                  <a:gd name="csY158" fmla="*/ 6761 h 28432"/>
                  <a:gd name="csX159" fmla="*/ 94416 w 271475"/>
                  <a:gd name="csY159" fmla="*/ 8593 h 28432"/>
                  <a:gd name="csX160" fmla="*/ 94194 w 271475"/>
                  <a:gd name="csY160" fmla="*/ 9130 h 28432"/>
                  <a:gd name="csX161" fmla="*/ 93655 w 271475"/>
                  <a:gd name="csY161" fmla="*/ 9351 h 28432"/>
                  <a:gd name="csX162" fmla="*/ 89691 w 271475"/>
                  <a:gd name="csY162" fmla="*/ 9351 h 28432"/>
                  <a:gd name="csX163" fmla="*/ 89691 w 271475"/>
                  <a:gd name="csY163" fmla="*/ 16207 h 28432"/>
                  <a:gd name="csX164" fmla="*/ 90135 w 271475"/>
                  <a:gd name="csY164" fmla="*/ 18228 h 28432"/>
                  <a:gd name="csX165" fmla="*/ 91752 w 271475"/>
                  <a:gd name="csY165" fmla="*/ 18955 h 28432"/>
                  <a:gd name="csX166" fmla="*/ 93940 w 271475"/>
                  <a:gd name="csY166" fmla="*/ 18955 h 28432"/>
                  <a:gd name="csX167" fmla="*/ 94479 w 271475"/>
                  <a:gd name="csY167" fmla="*/ 19176 h 28432"/>
                  <a:gd name="csX168" fmla="*/ 94701 w 271475"/>
                  <a:gd name="csY168" fmla="*/ 19713 h 28432"/>
                  <a:gd name="csX169" fmla="*/ 94701 w 271475"/>
                  <a:gd name="csY169" fmla="*/ 21672 h 28432"/>
                  <a:gd name="csX170" fmla="*/ 94479 w 271475"/>
                  <a:gd name="csY170" fmla="*/ 22209 h 28432"/>
                  <a:gd name="csX171" fmla="*/ 93940 w 271475"/>
                  <a:gd name="csY171" fmla="*/ 22430 h 28432"/>
                  <a:gd name="csX172" fmla="*/ 91372 w 271475"/>
                  <a:gd name="csY172" fmla="*/ 22430 h 28432"/>
                  <a:gd name="csX173" fmla="*/ 104809 w 271475"/>
                  <a:gd name="csY173" fmla="*/ 22746 h 28432"/>
                  <a:gd name="csX174" fmla="*/ 100528 w 271475"/>
                  <a:gd name="csY174" fmla="*/ 21861 h 28432"/>
                  <a:gd name="csX175" fmla="*/ 97895 w 271475"/>
                  <a:gd name="csY175" fmla="*/ 19366 h 28432"/>
                  <a:gd name="csX176" fmla="*/ 96881 w 271475"/>
                  <a:gd name="csY176" fmla="*/ 15606 h 28432"/>
                  <a:gd name="csX177" fmla="*/ 96849 w 271475"/>
                  <a:gd name="csY177" fmla="*/ 14216 h 28432"/>
                  <a:gd name="csX178" fmla="*/ 96881 w 271475"/>
                  <a:gd name="csY178" fmla="*/ 12826 h 28432"/>
                  <a:gd name="csX179" fmla="*/ 97927 w 271475"/>
                  <a:gd name="csY179" fmla="*/ 9067 h 28432"/>
                  <a:gd name="csX180" fmla="*/ 100591 w 271475"/>
                  <a:gd name="csY180" fmla="*/ 6571 h 28432"/>
                  <a:gd name="csX181" fmla="*/ 104809 w 271475"/>
                  <a:gd name="csY181" fmla="*/ 5686 h 28432"/>
                  <a:gd name="csX182" fmla="*/ 108995 w 271475"/>
                  <a:gd name="csY182" fmla="*/ 6571 h 28432"/>
                  <a:gd name="csX183" fmla="*/ 111659 w 271475"/>
                  <a:gd name="csY183" fmla="*/ 9067 h 28432"/>
                  <a:gd name="csX184" fmla="*/ 112737 w 271475"/>
                  <a:gd name="csY184" fmla="*/ 12826 h 28432"/>
                  <a:gd name="csX185" fmla="*/ 112769 w 271475"/>
                  <a:gd name="csY185" fmla="*/ 14216 h 28432"/>
                  <a:gd name="csX186" fmla="*/ 112737 w 271475"/>
                  <a:gd name="csY186" fmla="*/ 15606 h 28432"/>
                  <a:gd name="csX187" fmla="*/ 111691 w 271475"/>
                  <a:gd name="csY187" fmla="*/ 19366 h 28432"/>
                  <a:gd name="csX188" fmla="*/ 109058 w 271475"/>
                  <a:gd name="csY188" fmla="*/ 21861 h 28432"/>
                  <a:gd name="csX189" fmla="*/ 104809 w 271475"/>
                  <a:gd name="csY189" fmla="*/ 22746 h 28432"/>
                  <a:gd name="csX190" fmla="*/ 104809 w 271475"/>
                  <a:gd name="csY190" fmla="*/ 19618 h 28432"/>
                  <a:gd name="csX191" fmla="*/ 107409 w 271475"/>
                  <a:gd name="csY191" fmla="*/ 18576 h 28432"/>
                  <a:gd name="csX192" fmla="*/ 108424 w 271475"/>
                  <a:gd name="csY192" fmla="*/ 15448 h 28432"/>
                  <a:gd name="csX193" fmla="*/ 108456 w 271475"/>
                  <a:gd name="csY193" fmla="*/ 14216 h 28432"/>
                  <a:gd name="csX194" fmla="*/ 108424 w 271475"/>
                  <a:gd name="csY194" fmla="*/ 12984 h 28432"/>
                  <a:gd name="csX195" fmla="*/ 107409 w 271475"/>
                  <a:gd name="csY195" fmla="*/ 9888 h 28432"/>
                  <a:gd name="csX196" fmla="*/ 104809 w 271475"/>
                  <a:gd name="csY196" fmla="*/ 8814 h 28432"/>
                  <a:gd name="csX197" fmla="*/ 102208 w 271475"/>
                  <a:gd name="csY197" fmla="*/ 9888 h 28432"/>
                  <a:gd name="csX198" fmla="*/ 101194 w 271475"/>
                  <a:gd name="csY198" fmla="*/ 12984 h 28432"/>
                  <a:gd name="csX199" fmla="*/ 101162 w 271475"/>
                  <a:gd name="csY199" fmla="*/ 14216 h 28432"/>
                  <a:gd name="csX200" fmla="*/ 101194 w 271475"/>
                  <a:gd name="csY200" fmla="*/ 15448 h 28432"/>
                  <a:gd name="csX201" fmla="*/ 102208 w 271475"/>
                  <a:gd name="csY201" fmla="*/ 18576 h 28432"/>
                  <a:gd name="csX202" fmla="*/ 104809 w 271475"/>
                  <a:gd name="csY202" fmla="*/ 19618 h 28432"/>
                  <a:gd name="csX203" fmla="*/ 117043 w 271475"/>
                  <a:gd name="csY203" fmla="*/ 22430 h 28432"/>
                  <a:gd name="csX204" fmla="*/ 116504 w 271475"/>
                  <a:gd name="csY204" fmla="*/ 22209 h 28432"/>
                  <a:gd name="csX205" fmla="*/ 116282 w 271475"/>
                  <a:gd name="csY205" fmla="*/ 21672 h 28432"/>
                  <a:gd name="csX206" fmla="*/ 116282 w 271475"/>
                  <a:gd name="csY206" fmla="*/ 6792 h 28432"/>
                  <a:gd name="csX207" fmla="*/ 116504 w 271475"/>
                  <a:gd name="csY207" fmla="*/ 6224 h 28432"/>
                  <a:gd name="csX208" fmla="*/ 117043 w 271475"/>
                  <a:gd name="csY208" fmla="*/ 6002 h 28432"/>
                  <a:gd name="csX209" fmla="*/ 119612 w 271475"/>
                  <a:gd name="csY209" fmla="*/ 6002 h 28432"/>
                  <a:gd name="csX210" fmla="*/ 120151 w 271475"/>
                  <a:gd name="csY210" fmla="*/ 6224 h 28432"/>
                  <a:gd name="csX211" fmla="*/ 120405 w 271475"/>
                  <a:gd name="csY211" fmla="*/ 6792 h 28432"/>
                  <a:gd name="csX212" fmla="*/ 120405 w 271475"/>
                  <a:gd name="csY212" fmla="*/ 8088 h 28432"/>
                  <a:gd name="csX213" fmla="*/ 122276 w 271475"/>
                  <a:gd name="csY213" fmla="*/ 6540 h 28432"/>
                  <a:gd name="csX214" fmla="*/ 124971 w 271475"/>
                  <a:gd name="csY214" fmla="*/ 6002 h 28432"/>
                  <a:gd name="csX215" fmla="*/ 126272 w 271475"/>
                  <a:gd name="csY215" fmla="*/ 6002 h 28432"/>
                  <a:gd name="csX216" fmla="*/ 126811 w 271475"/>
                  <a:gd name="csY216" fmla="*/ 6224 h 28432"/>
                  <a:gd name="csX217" fmla="*/ 127033 w 271475"/>
                  <a:gd name="csY217" fmla="*/ 6761 h 28432"/>
                  <a:gd name="csX218" fmla="*/ 127033 w 271475"/>
                  <a:gd name="csY218" fmla="*/ 9035 h 28432"/>
                  <a:gd name="csX219" fmla="*/ 126811 w 271475"/>
                  <a:gd name="csY219" fmla="*/ 9572 h 28432"/>
                  <a:gd name="csX220" fmla="*/ 126272 w 271475"/>
                  <a:gd name="csY220" fmla="*/ 9793 h 28432"/>
                  <a:gd name="csX221" fmla="*/ 123798 w 271475"/>
                  <a:gd name="csY221" fmla="*/ 9793 h 28432"/>
                  <a:gd name="csX222" fmla="*/ 121420 w 271475"/>
                  <a:gd name="csY222" fmla="*/ 10646 h 28432"/>
                  <a:gd name="csX223" fmla="*/ 120595 w 271475"/>
                  <a:gd name="csY223" fmla="*/ 12984 h 28432"/>
                  <a:gd name="csX224" fmla="*/ 120595 w 271475"/>
                  <a:gd name="csY224" fmla="*/ 21672 h 28432"/>
                  <a:gd name="csX225" fmla="*/ 120373 w 271475"/>
                  <a:gd name="csY225" fmla="*/ 22209 h 28432"/>
                  <a:gd name="csX226" fmla="*/ 119802 w 271475"/>
                  <a:gd name="csY226" fmla="*/ 22430 h 28432"/>
                  <a:gd name="csX227" fmla="*/ 117043 w 271475"/>
                  <a:gd name="csY227" fmla="*/ 22430 h 28432"/>
                  <a:gd name="csX228" fmla="*/ 132487 w 271475"/>
                  <a:gd name="csY228" fmla="*/ 28433 h 28432"/>
                  <a:gd name="csX229" fmla="*/ 132043 w 271475"/>
                  <a:gd name="csY229" fmla="*/ 28243 h 28432"/>
                  <a:gd name="csX230" fmla="*/ 131853 w 271475"/>
                  <a:gd name="csY230" fmla="*/ 27801 h 28432"/>
                  <a:gd name="csX231" fmla="*/ 131853 w 271475"/>
                  <a:gd name="csY231" fmla="*/ 27548 h 28432"/>
                  <a:gd name="csX232" fmla="*/ 131980 w 271475"/>
                  <a:gd name="csY232" fmla="*/ 27295 h 28432"/>
                  <a:gd name="csX233" fmla="*/ 134454 w 271475"/>
                  <a:gd name="csY233" fmla="*/ 21451 h 28432"/>
                  <a:gd name="csX234" fmla="*/ 128365 w 271475"/>
                  <a:gd name="csY234" fmla="*/ 7140 h 28432"/>
                  <a:gd name="csX235" fmla="*/ 128238 w 271475"/>
                  <a:gd name="csY235" fmla="*/ 6697 h 28432"/>
                  <a:gd name="csX236" fmla="*/ 128460 w 271475"/>
                  <a:gd name="csY236" fmla="*/ 6224 h 28432"/>
                  <a:gd name="csX237" fmla="*/ 128936 w 271475"/>
                  <a:gd name="csY237" fmla="*/ 6002 h 28432"/>
                  <a:gd name="csX238" fmla="*/ 131504 w 271475"/>
                  <a:gd name="csY238" fmla="*/ 6002 h 28432"/>
                  <a:gd name="csX239" fmla="*/ 132075 w 271475"/>
                  <a:gd name="csY239" fmla="*/ 6192 h 28432"/>
                  <a:gd name="csX240" fmla="*/ 132361 w 271475"/>
                  <a:gd name="csY240" fmla="*/ 6603 h 28432"/>
                  <a:gd name="csX241" fmla="*/ 136578 w 271475"/>
                  <a:gd name="csY241" fmla="*/ 16933 h 28432"/>
                  <a:gd name="csX242" fmla="*/ 140923 w 271475"/>
                  <a:gd name="csY242" fmla="*/ 6603 h 28432"/>
                  <a:gd name="csX243" fmla="*/ 141208 w 271475"/>
                  <a:gd name="csY243" fmla="*/ 6192 h 28432"/>
                  <a:gd name="csX244" fmla="*/ 141779 w 271475"/>
                  <a:gd name="csY244" fmla="*/ 6002 h 28432"/>
                  <a:gd name="csX245" fmla="*/ 144316 w 271475"/>
                  <a:gd name="csY245" fmla="*/ 6002 h 28432"/>
                  <a:gd name="csX246" fmla="*/ 144760 w 271475"/>
                  <a:gd name="csY246" fmla="*/ 6192 h 28432"/>
                  <a:gd name="csX247" fmla="*/ 144982 w 271475"/>
                  <a:gd name="csY247" fmla="*/ 6634 h 28432"/>
                  <a:gd name="csX248" fmla="*/ 144855 w 271475"/>
                  <a:gd name="csY248" fmla="*/ 7140 h 28432"/>
                  <a:gd name="csX249" fmla="*/ 135881 w 271475"/>
                  <a:gd name="csY249" fmla="*/ 27832 h 28432"/>
                  <a:gd name="csX250" fmla="*/ 135564 w 271475"/>
                  <a:gd name="csY250" fmla="*/ 28243 h 28432"/>
                  <a:gd name="csX251" fmla="*/ 134993 w 271475"/>
                  <a:gd name="csY251" fmla="*/ 28433 h 28432"/>
                  <a:gd name="csX252" fmla="*/ 132487 w 271475"/>
                  <a:gd name="csY252" fmla="*/ 28433 h 28432"/>
                  <a:gd name="csX253" fmla="*/ 156659 w 271475"/>
                  <a:gd name="csY253" fmla="*/ 22746 h 28432"/>
                  <a:gd name="csX254" fmla="*/ 151649 w 271475"/>
                  <a:gd name="csY254" fmla="*/ 21735 h 28432"/>
                  <a:gd name="csX255" fmla="*/ 148541 w 271475"/>
                  <a:gd name="csY255" fmla="*/ 18797 h 28432"/>
                  <a:gd name="csX256" fmla="*/ 147336 w 271475"/>
                  <a:gd name="csY256" fmla="*/ 14185 h 28432"/>
                  <a:gd name="csX257" fmla="*/ 147304 w 271475"/>
                  <a:gd name="csY257" fmla="*/ 11405 h 28432"/>
                  <a:gd name="csX258" fmla="*/ 147336 w 271475"/>
                  <a:gd name="csY258" fmla="*/ 8561 h 28432"/>
                  <a:gd name="csX259" fmla="*/ 148541 w 271475"/>
                  <a:gd name="csY259" fmla="*/ 3981 h 28432"/>
                  <a:gd name="csX260" fmla="*/ 151680 w 271475"/>
                  <a:gd name="csY260" fmla="*/ 1043 h 28432"/>
                  <a:gd name="csX261" fmla="*/ 156659 w 271475"/>
                  <a:gd name="csY261" fmla="*/ 0 h 28432"/>
                  <a:gd name="csX262" fmla="*/ 160528 w 271475"/>
                  <a:gd name="csY262" fmla="*/ 569 h 28432"/>
                  <a:gd name="csX263" fmla="*/ 163446 w 271475"/>
                  <a:gd name="csY263" fmla="*/ 2148 h 28432"/>
                  <a:gd name="csX264" fmla="*/ 165317 w 271475"/>
                  <a:gd name="csY264" fmla="*/ 4454 h 28432"/>
                  <a:gd name="csX265" fmla="*/ 166015 w 271475"/>
                  <a:gd name="csY265" fmla="*/ 7329 h 28432"/>
                  <a:gd name="csX266" fmla="*/ 165824 w 271475"/>
                  <a:gd name="csY266" fmla="*/ 7803 h 28432"/>
                  <a:gd name="csX267" fmla="*/ 165349 w 271475"/>
                  <a:gd name="csY267" fmla="*/ 7993 h 28432"/>
                  <a:gd name="csX268" fmla="*/ 162336 w 271475"/>
                  <a:gd name="csY268" fmla="*/ 7993 h 28432"/>
                  <a:gd name="csX269" fmla="*/ 161765 w 271475"/>
                  <a:gd name="csY269" fmla="*/ 7835 h 28432"/>
                  <a:gd name="csX270" fmla="*/ 161448 w 271475"/>
                  <a:gd name="csY270" fmla="*/ 7234 h 28432"/>
                  <a:gd name="csX271" fmla="*/ 159704 w 271475"/>
                  <a:gd name="csY271" fmla="*/ 4391 h 28432"/>
                  <a:gd name="csX272" fmla="*/ 156628 w 271475"/>
                  <a:gd name="csY272" fmla="*/ 3633 h 28432"/>
                  <a:gd name="csX273" fmla="*/ 153234 w 271475"/>
                  <a:gd name="csY273" fmla="*/ 4834 h 28432"/>
                  <a:gd name="csX274" fmla="*/ 151871 w 271475"/>
                  <a:gd name="csY274" fmla="*/ 8719 h 28432"/>
                  <a:gd name="csX275" fmla="*/ 151871 w 271475"/>
                  <a:gd name="csY275" fmla="*/ 14027 h 28432"/>
                  <a:gd name="csX276" fmla="*/ 153234 w 271475"/>
                  <a:gd name="csY276" fmla="*/ 17944 h 28432"/>
                  <a:gd name="csX277" fmla="*/ 156628 w 271475"/>
                  <a:gd name="csY277" fmla="*/ 19113 h 28432"/>
                  <a:gd name="csX278" fmla="*/ 159704 w 271475"/>
                  <a:gd name="csY278" fmla="*/ 18355 h 28432"/>
                  <a:gd name="csX279" fmla="*/ 161448 w 271475"/>
                  <a:gd name="csY279" fmla="*/ 15512 h 28432"/>
                  <a:gd name="csX280" fmla="*/ 161765 w 271475"/>
                  <a:gd name="csY280" fmla="*/ 14911 h 28432"/>
                  <a:gd name="csX281" fmla="*/ 162336 w 271475"/>
                  <a:gd name="csY281" fmla="*/ 14753 h 28432"/>
                  <a:gd name="csX282" fmla="*/ 165349 w 271475"/>
                  <a:gd name="csY282" fmla="*/ 14753 h 28432"/>
                  <a:gd name="csX283" fmla="*/ 165824 w 271475"/>
                  <a:gd name="csY283" fmla="*/ 14943 h 28432"/>
                  <a:gd name="csX284" fmla="*/ 166015 w 271475"/>
                  <a:gd name="csY284" fmla="*/ 15417 h 28432"/>
                  <a:gd name="csX285" fmla="*/ 165317 w 271475"/>
                  <a:gd name="csY285" fmla="*/ 18292 h 28432"/>
                  <a:gd name="csX286" fmla="*/ 163446 w 271475"/>
                  <a:gd name="csY286" fmla="*/ 20629 h 28432"/>
                  <a:gd name="csX287" fmla="*/ 160528 w 271475"/>
                  <a:gd name="csY287" fmla="*/ 22177 h 28432"/>
                  <a:gd name="csX288" fmla="*/ 156659 w 271475"/>
                  <a:gd name="csY288" fmla="*/ 22746 h 28432"/>
                  <a:gd name="csX289" fmla="*/ 170187 w 271475"/>
                  <a:gd name="csY289" fmla="*/ 22430 h 28432"/>
                  <a:gd name="csX290" fmla="*/ 169648 w 271475"/>
                  <a:gd name="csY290" fmla="*/ 22209 h 28432"/>
                  <a:gd name="csX291" fmla="*/ 169426 w 271475"/>
                  <a:gd name="csY291" fmla="*/ 21672 h 28432"/>
                  <a:gd name="csX292" fmla="*/ 169426 w 271475"/>
                  <a:gd name="csY292" fmla="*/ 758 h 28432"/>
                  <a:gd name="csX293" fmla="*/ 169648 w 271475"/>
                  <a:gd name="csY293" fmla="*/ 221 h 28432"/>
                  <a:gd name="csX294" fmla="*/ 170187 w 271475"/>
                  <a:gd name="csY294" fmla="*/ 0 h 28432"/>
                  <a:gd name="csX295" fmla="*/ 173010 w 271475"/>
                  <a:gd name="csY295" fmla="*/ 0 h 28432"/>
                  <a:gd name="csX296" fmla="*/ 173549 w 271475"/>
                  <a:gd name="csY296" fmla="*/ 221 h 28432"/>
                  <a:gd name="csX297" fmla="*/ 173771 w 271475"/>
                  <a:gd name="csY297" fmla="*/ 758 h 28432"/>
                  <a:gd name="csX298" fmla="*/ 173771 w 271475"/>
                  <a:gd name="csY298" fmla="*/ 7961 h 28432"/>
                  <a:gd name="csX299" fmla="*/ 175864 w 271475"/>
                  <a:gd name="csY299" fmla="*/ 6318 h 28432"/>
                  <a:gd name="csX300" fmla="*/ 178908 w 271475"/>
                  <a:gd name="csY300" fmla="*/ 5686 h 28432"/>
                  <a:gd name="csX301" fmla="*/ 182270 w 271475"/>
                  <a:gd name="csY301" fmla="*/ 6571 h 28432"/>
                  <a:gd name="csX302" fmla="*/ 184522 w 271475"/>
                  <a:gd name="csY302" fmla="*/ 9004 h 28432"/>
                  <a:gd name="csX303" fmla="*/ 185314 w 271475"/>
                  <a:gd name="csY303" fmla="*/ 12795 h 28432"/>
                  <a:gd name="csX304" fmla="*/ 185314 w 271475"/>
                  <a:gd name="csY304" fmla="*/ 21672 h 28432"/>
                  <a:gd name="csX305" fmla="*/ 185092 w 271475"/>
                  <a:gd name="csY305" fmla="*/ 22209 h 28432"/>
                  <a:gd name="csX306" fmla="*/ 184553 w 271475"/>
                  <a:gd name="csY306" fmla="*/ 22430 h 28432"/>
                  <a:gd name="csX307" fmla="*/ 181699 w 271475"/>
                  <a:gd name="csY307" fmla="*/ 22430 h 28432"/>
                  <a:gd name="csX308" fmla="*/ 181160 w 271475"/>
                  <a:gd name="csY308" fmla="*/ 22209 h 28432"/>
                  <a:gd name="csX309" fmla="*/ 180938 w 271475"/>
                  <a:gd name="csY309" fmla="*/ 21672 h 28432"/>
                  <a:gd name="csX310" fmla="*/ 180938 w 271475"/>
                  <a:gd name="csY310" fmla="*/ 12984 h 28432"/>
                  <a:gd name="csX311" fmla="*/ 180018 w 271475"/>
                  <a:gd name="csY311" fmla="*/ 10109 h 28432"/>
                  <a:gd name="csX312" fmla="*/ 177418 w 271475"/>
                  <a:gd name="csY312" fmla="*/ 9067 h 28432"/>
                  <a:gd name="csX313" fmla="*/ 174754 w 271475"/>
                  <a:gd name="csY313" fmla="*/ 10109 h 28432"/>
                  <a:gd name="csX314" fmla="*/ 173771 w 271475"/>
                  <a:gd name="csY314" fmla="*/ 12984 h 28432"/>
                  <a:gd name="csX315" fmla="*/ 173771 w 271475"/>
                  <a:gd name="csY315" fmla="*/ 21672 h 28432"/>
                  <a:gd name="csX316" fmla="*/ 173549 w 271475"/>
                  <a:gd name="csY316" fmla="*/ 22209 h 28432"/>
                  <a:gd name="csX317" fmla="*/ 173010 w 271475"/>
                  <a:gd name="csY317" fmla="*/ 22430 h 28432"/>
                  <a:gd name="csX318" fmla="*/ 170187 w 271475"/>
                  <a:gd name="csY318" fmla="*/ 22430 h 28432"/>
                  <a:gd name="csX319" fmla="*/ 196443 w 271475"/>
                  <a:gd name="csY319" fmla="*/ 22746 h 28432"/>
                  <a:gd name="csX320" fmla="*/ 190862 w 271475"/>
                  <a:gd name="csY320" fmla="*/ 20724 h 28432"/>
                  <a:gd name="csX321" fmla="*/ 188642 w 271475"/>
                  <a:gd name="csY321" fmla="*/ 14975 h 28432"/>
                  <a:gd name="csX322" fmla="*/ 188610 w 271475"/>
                  <a:gd name="csY322" fmla="*/ 14185 h 28432"/>
                  <a:gd name="csX323" fmla="*/ 188642 w 271475"/>
                  <a:gd name="csY323" fmla="*/ 13395 h 28432"/>
                  <a:gd name="csX324" fmla="*/ 189720 w 271475"/>
                  <a:gd name="csY324" fmla="*/ 9288 h 28432"/>
                  <a:gd name="csX325" fmla="*/ 192416 w 271475"/>
                  <a:gd name="csY325" fmla="*/ 6634 h 28432"/>
                  <a:gd name="csX326" fmla="*/ 196443 w 271475"/>
                  <a:gd name="csY326" fmla="*/ 5686 h 28432"/>
                  <a:gd name="csX327" fmla="*/ 200756 w 271475"/>
                  <a:gd name="csY327" fmla="*/ 6761 h 28432"/>
                  <a:gd name="csX328" fmla="*/ 203388 w 271475"/>
                  <a:gd name="csY328" fmla="*/ 9699 h 28432"/>
                  <a:gd name="csX329" fmla="*/ 204276 w 271475"/>
                  <a:gd name="csY329" fmla="*/ 14027 h 28432"/>
                  <a:gd name="csX330" fmla="*/ 204276 w 271475"/>
                  <a:gd name="csY330" fmla="*/ 14690 h 28432"/>
                  <a:gd name="csX331" fmla="*/ 204054 w 271475"/>
                  <a:gd name="csY331" fmla="*/ 15227 h 28432"/>
                  <a:gd name="csX332" fmla="*/ 203484 w 271475"/>
                  <a:gd name="csY332" fmla="*/ 15448 h 28432"/>
                  <a:gd name="csX333" fmla="*/ 192955 w 271475"/>
                  <a:gd name="csY333" fmla="*/ 15448 h 28432"/>
                  <a:gd name="csX334" fmla="*/ 192955 w 271475"/>
                  <a:gd name="csY334" fmla="*/ 15543 h 28432"/>
                  <a:gd name="csX335" fmla="*/ 192955 w 271475"/>
                  <a:gd name="csY335" fmla="*/ 15701 h 28432"/>
                  <a:gd name="csX336" fmla="*/ 193367 w 271475"/>
                  <a:gd name="csY336" fmla="*/ 17755 h 28432"/>
                  <a:gd name="csX337" fmla="*/ 194540 w 271475"/>
                  <a:gd name="csY337" fmla="*/ 19239 h 28432"/>
                  <a:gd name="csX338" fmla="*/ 196412 w 271475"/>
                  <a:gd name="csY338" fmla="*/ 19808 h 28432"/>
                  <a:gd name="csX339" fmla="*/ 197902 w 271475"/>
                  <a:gd name="csY339" fmla="*/ 19555 h 28432"/>
                  <a:gd name="csX340" fmla="*/ 198885 w 271475"/>
                  <a:gd name="csY340" fmla="*/ 18923 h 28432"/>
                  <a:gd name="csX341" fmla="*/ 199424 w 271475"/>
                  <a:gd name="csY341" fmla="*/ 18355 h 28432"/>
                  <a:gd name="csX342" fmla="*/ 199868 w 271475"/>
                  <a:gd name="csY342" fmla="*/ 17912 h 28432"/>
                  <a:gd name="csX343" fmla="*/ 200407 w 271475"/>
                  <a:gd name="csY343" fmla="*/ 17818 h 28432"/>
                  <a:gd name="csX344" fmla="*/ 203135 w 271475"/>
                  <a:gd name="csY344" fmla="*/ 17818 h 28432"/>
                  <a:gd name="csX345" fmla="*/ 203642 w 271475"/>
                  <a:gd name="csY345" fmla="*/ 18007 h 28432"/>
                  <a:gd name="csX346" fmla="*/ 203832 w 271475"/>
                  <a:gd name="csY346" fmla="*/ 18481 h 28432"/>
                  <a:gd name="csX347" fmla="*/ 203293 w 271475"/>
                  <a:gd name="csY347" fmla="*/ 19713 h 28432"/>
                  <a:gd name="csX348" fmla="*/ 201898 w 271475"/>
                  <a:gd name="csY348" fmla="*/ 21135 h 28432"/>
                  <a:gd name="csX349" fmla="*/ 199583 w 271475"/>
                  <a:gd name="csY349" fmla="*/ 22304 h 28432"/>
                  <a:gd name="csX350" fmla="*/ 196443 w 271475"/>
                  <a:gd name="csY350" fmla="*/ 22746 h 28432"/>
                  <a:gd name="csX351" fmla="*/ 192955 w 271475"/>
                  <a:gd name="csY351" fmla="*/ 12795 h 28432"/>
                  <a:gd name="csX352" fmla="*/ 199963 w 271475"/>
                  <a:gd name="csY352" fmla="*/ 12795 h 28432"/>
                  <a:gd name="csX353" fmla="*/ 199963 w 271475"/>
                  <a:gd name="csY353" fmla="*/ 12700 h 28432"/>
                  <a:gd name="csX354" fmla="*/ 199551 w 271475"/>
                  <a:gd name="csY354" fmla="*/ 10552 h 28432"/>
                  <a:gd name="csX355" fmla="*/ 198346 w 271475"/>
                  <a:gd name="csY355" fmla="*/ 9098 h 28432"/>
                  <a:gd name="csX356" fmla="*/ 196443 w 271475"/>
                  <a:gd name="csY356" fmla="*/ 8561 h 28432"/>
                  <a:gd name="csX357" fmla="*/ 194540 w 271475"/>
                  <a:gd name="csY357" fmla="*/ 9098 h 28432"/>
                  <a:gd name="csX358" fmla="*/ 193335 w 271475"/>
                  <a:gd name="csY358" fmla="*/ 10552 h 28432"/>
                  <a:gd name="csX359" fmla="*/ 192955 w 271475"/>
                  <a:gd name="csY359" fmla="*/ 12700 h 28432"/>
                  <a:gd name="csX360" fmla="*/ 192955 w 271475"/>
                  <a:gd name="csY360" fmla="*/ 12795 h 28432"/>
                  <a:gd name="csX361" fmla="*/ 214778 w 271475"/>
                  <a:gd name="csY361" fmla="*/ 22746 h 28432"/>
                  <a:gd name="csX362" fmla="*/ 210750 w 271475"/>
                  <a:gd name="csY362" fmla="*/ 21893 h 28432"/>
                  <a:gd name="csX363" fmla="*/ 208055 w 271475"/>
                  <a:gd name="csY363" fmla="*/ 19429 h 28432"/>
                  <a:gd name="csX364" fmla="*/ 207008 w 271475"/>
                  <a:gd name="csY364" fmla="*/ 15480 h 28432"/>
                  <a:gd name="csX365" fmla="*/ 206976 w 271475"/>
                  <a:gd name="csY365" fmla="*/ 14248 h 28432"/>
                  <a:gd name="csX366" fmla="*/ 207008 w 271475"/>
                  <a:gd name="csY366" fmla="*/ 12953 h 28432"/>
                  <a:gd name="csX367" fmla="*/ 208055 w 271475"/>
                  <a:gd name="csY367" fmla="*/ 9035 h 28432"/>
                  <a:gd name="csX368" fmla="*/ 210750 w 271475"/>
                  <a:gd name="csY368" fmla="*/ 6540 h 28432"/>
                  <a:gd name="csX369" fmla="*/ 214778 w 271475"/>
                  <a:gd name="csY369" fmla="*/ 5686 h 28432"/>
                  <a:gd name="csX370" fmla="*/ 218235 w 271475"/>
                  <a:gd name="csY370" fmla="*/ 6255 h 28432"/>
                  <a:gd name="csX371" fmla="*/ 220581 w 271475"/>
                  <a:gd name="csY371" fmla="*/ 7677 h 28432"/>
                  <a:gd name="csX372" fmla="*/ 221945 w 271475"/>
                  <a:gd name="csY372" fmla="*/ 9478 h 28432"/>
                  <a:gd name="csX373" fmla="*/ 222452 w 271475"/>
                  <a:gd name="csY373" fmla="*/ 11152 h 28432"/>
                  <a:gd name="csX374" fmla="*/ 222230 w 271475"/>
                  <a:gd name="csY374" fmla="*/ 11721 h 28432"/>
                  <a:gd name="csX375" fmla="*/ 221691 w 271475"/>
                  <a:gd name="csY375" fmla="*/ 11910 h 28432"/>
                  <a:gd name="csX376" fmla="*/ 218901 w 271475"/>
                  <a:gd name="csY376" fmla="*/ 11910 h 28432"/>
                  <a:gd name="csX377" fmla="*/ 218393 w 271475"/>
                  <a:gd name="csY377" fmla="*/ 11752 h 28432"/>
                  <a:gd name="csX378" fmla="*/ 218076 w 271475"/>
                  <a:gd name="csY378" fmla="*/ 11278 h 28432"/>
                  <a:gd name="csX379" fmla="*/ 216808 w 271475"/>
                  <a:gd name="csY379" fmla="*/ 9509 h 28432"/>
                  <a:gd name="csX380" fmla="*/ 214841 w 271475"/>
                  <a:gd name="csY380" fmla="*/ 8972 h 28432"/>
                  <a:gd name="csX381" fmla="*/ 212304 w 271475"/>
                  <a:gd name="csY381" fmla="*/ 9983 h 28432"/>
                  <a:gd name="csX382" fmla="*/ 211321 w 271475"/>
                  <a:gd name="csY382" fmla="*/ 13111 h 28432"/>
                  <a:gd name="csX383" fmla="*/ 211321 w 271475"/>
                  <a:gd name="csY383" fmla="*/ 15322 h 28432"/>
                  <a:gd name="csX384" fmla="*/ 212304 w 271475"/>
                  <a:gd name="csY384" fmla="*/ 18481 h 28432"/>
                  <a:gd name="csX385" fmla="*/ 214841 w 271475"/>
                  <a:gd name="csY385" fmla="*/ 19460 h 28432"/>
                  <a:gd name="csX386" fmla="*/ 216839 w 271475"/>
                  <a:gd name="csY386" fmla="*/ 18955 h 28432"/>
                  <a:gd name="csX387" fmla="*/ 218076 w 271475"/>
                  <a:gd name="csY387" fmla="*/ 17154 h 28432"/>
                  <a:gd name="csX388" fmla="*/ 218393 w 271475"/>
                  <a:gd name="csY388" fmla="*/ 16680 h 28432"/>
                  <a:gd name="csX389" fmla="*/ 218901 w 271475"/>
                  <a:gd name="csY389" fmla="*/ 16522 h 28432"/>
                  <a:gd name="csX390" fmla="*/ 221691 w 271475"/>
                  <a:gd name="csY390" fmla="*/ 16522 h 28432"/>
                  <a:gd name="csX391" fmla="*/ 222230 w 271475"/>
                  <a:gd name="csY391" fmla="*/ 16744 h 28432"/>
                  <a:gd name="csX392" fmla="*/ 222452 w 271475"/>
                  <a:gd name="csY392" fmla="*/ 17281 h 28432"/>
                  <a:gd name="csX393" fmla="*/ 222135 w 271475"/>
                  <a:gd name="csY393" fmla="*/ 18576 h 28432"/>
                  <a:gd name="csX394" fmla="*/ 221279 w 271475"/>
                  <a:gd name="csY394" fmla="*/ 20029 h 28432"/>
                  <a:gd name="csX395" fmla="*/ 219820 w 271475"/>
                  <a:gd name="csY395" fmla="*/ 21388 h 28432"/>
                  <a:gd name="csX396" fmla="*/ 217664 w 271475"/>
                  <a:gd name="csY396" fmla="*/ 22367 h 28432"/>
                  <a:gd name="csX397" fmla="*/ 214778 w 271475"/>
                  <a:gd name="csY397" fmla="*/ 22746 h 28432"/>
                  <a:gd name="csX398" fmla="*/ 226552 w 271475"/>
                  <a:gd name="csY398" fmla="*/ 22430 h 28432"/>
                  <a:gd name="csX399" fmla="*/ 226013 w 271475"/>
                  <a:gd name="csY399" fmla="*/ 22209 h 28432"/>
                  <a:gd name="csX400" fmla="*/ 225791 w 271475"/>
                  <a:gd name="csY400" fmla="*/ 21672 h 28432"/>
                  <a:gd name="csX401" fmla="*/ 225791 w 271475"/>
                  <a:gd name="csY401" fmla="*/ 758 h 28432"/>
                  <a:gd name="csX402" fmla="*/ 226013 w 271475"/>
                  <a:gd name="csY402" fmla="*/ 221 h 28432"/>
                  <a:gd name="csX403" fmla="*/ 226552 w 271475"/>
                  <a:gd name="csY403" fmla="*/ 0 h 28432"/>
                  <a:gd name="csX404" fmla="*/ 229121 w 271475"/>
                  <a:gd name="csY404" fmla="*/ 0 h 28432"/>
                  <a:gd name="csX405" fmla="*/ 229660 w 271475"/>
                  <a:gd name="csY405" fmla="*/ 221 h 28432"/>
                  <a:gd name="csX406" fmla="*/ 229882 w 271475"/>
                  <a:gd name="csY406" fmla="*/ 758 h 28432"/>
                  <a:gd name="csX407" fmla="*/ 229882 w 271475"/>
                  <a:gd name="csY407" fmla="*/ 11563 h 28432"/>
                  <a:gd name="csX408" fmla="*/ 235210 w 271475"/>
                  <a:gd name="csY408" fmla="*/ 6540 h 28432"/>
                  <a:gd name="csX409" fmla="*/ 235717 w 271475"/>
                  <a:gd name="csY409" fmla="*/ 6160 h 28432"/>
                  <a:gd name="csX410" fmla="*/ 236383 w 271475"/>
                  <a:gd name="csY410" fmla="*/ 6002 h 28432"/>
                  <a:gd name="csX411" fmla="*/ 239333 w 271475"/>
                  <a:gd name="csY411" fmla="*/ 6002 h 28432"/>
                  <a:gd name="csX412" fmla="*/ 239840 w 271475"/>
                  <a:gd name="csY412" fmla="*/ 6192 h 28432"/>
                  <a:gd name="csX413" fmla="*/ 240030 w 271475"/>
                  <a:gd name="csY413" fmla="*/ 6697 h 28432"/>
                  <a:gd name="csX414" fmla="*/ 239967 w 271475"/>
                  <a:gd name="csY414" fmla="*/ 6982 h 28432"/>
                  <a:gd name="csX415" fmla="*/ 239713 w 271475"/>
                  <a:gd name="csY415" fmla="*/ 7266 h 28432"/>
                  <a:gd name="csX416" fmla="*/ 233180 w 271475"/>
                  <a:gd name="csY416" fmla="*/ 13363 h 28432"/>
                  <a:gd name="csX417" fmla="*/ 240506 w 271475"/>
                  <a:gd name="csY417" fmla="*/ 21198 h 28432"/>
                  <a:gd name="csX418" fmla="*/ 240823 w 271475"/>
                  <a:gd name="csY418" fmla="*/ 21735 h 28432"/>
                  <a:gd name="csX419" fmla="*/ 240601 w 271475"/>
                  <a:gd name="csY419" fmla="*/ 22241 h 28432"/>
                  <a:gd name="csX420" fmla="*/ 240126 w 271475"/>
                  <a:gd name="csY420" fmla="*/ 22430 h 28432"/>
                  <a:gd name="csX421" fmla="*/ 237113 w 271475"/>
                  <a:gd name="csY421" fmla="*/ 22430 h 28432"/>
                  <a:gd name="csX422" fmla="*/ 236415 w 271475"/>
                  <a:gd name="csY422" fmla="*/ 22304 h 28432"/>
                  <a:gd name="csX423" fmla="*/ 235939 w 271475"/>
                  <a:gd name="csY423" fmla="*/ 21893 h 28432"/>
                  <a:gd name="csX424" fmla="*/ 229882 w 271475"/>
                  <a:gd name="csY424" fmla="*/ 15543 h 28432"/>
                  <a:gd name="csX425" fmla="*/ 229882 w 271475"/>
                  <a:gd name="csY425" fmla="*/ 21672 h 28432"/>
                  <a:gd name="csX426" fmla="*/ 229660 w 271475"/>
                  <a:gd name="csY426" fmla="*/ 22209 h 28432"/>
                  <a:gd name="csX427" fmla="*/ 229121 w 271475"/>
                  <a:gd name="csY427" fmla="*/ 22430 h 28432"/>
                  <a:gd name="csX428" fmla="*/ 226552 w 271475"/>
                  <a:gd name="csY428" fmla="*/ 22430 h 28432"/>
                  <a:gd name="csX429" fmla="*/ 249526 w 271475"/>
                  <a:gd name="csY429" fmla="*/ 22746 h 28432"/>
                  <a:gd name="csX430" fmla="*/ 243945 w 271475"/>
                  <a:gd name="csY430" fmla="*/ 20724 h 28432"/>
                  <a:gd name="csX431" fmla="*/ 241725 w 271475"/>
                  <a:gd name="csY431" fmla="*/ 14975 h 28432"/>
                  <a:gd name="csX432" fmla="*/ 241693 w 271475"/>
                  <a:gd name="csY432" fmla="*/ 14185 h 28432"/>
                  <a:gd name="csX433" fmla="*/ 241725 w 271475"/>
                  <a:gd name="csY433" fmla="*/ 13395 h 28432"/>
                  <a:gd name="csX434" fmla="*/ 242803 w 271475"/>
                  <a:gd name="csY434" fmla="*/ 9288 h 28432"/>
                  <a:gd name="csX435" fmla="*/ 245499 w 271475"/>
                  <a:gd name="csY435" fmla="*/ 6634 h 28432"/>
                  <a:gd name="csX436" fmla="*/ 249526 w 271475"/>
                  <a:gd name="csY436" fmla="*/ 5686 h 28432"/>
                  <a:gd name="csX437" fmla="*/ 253839 w 271475"/>
                  <a:gd name="csY437" fmla="*/ 6761 h 28432"/>
                  <a:gd name="csX438" fmla="*/ 256471 w 271475"/>
                  <a:gd name="csY438" fmla="*/ 9699 h 28432"/>
                  <a:gd name="csX439" fmla="*/ 257359 w 271475"/>
                  <a:gd name="csY439" fmla="*/ 14027 h 28432"/>
                  <a:gd name="csX440" fmla="*/ 257359 w 271475"/>
                  <a:gd name="csY440" fmla="*/ 14690 h 28432"/>
                  <a:gd name="csX441" fmla="*/ 257137 w 271475"/>
                  <a:gd name="csY441" fmla="*/ 15227 h 28432"/>
                  <a:gd name="csX442" fmla="*/ 256566 w 271475"/>
                  <a:gd name="csY442" fmla="*/ 15448 h 28432"/>
                  <a:gd name="csX443" fmla="*/ 246038 w 271475"/>
                  <a:gd name="csY443" fmla="*/ 15448 h 28432"/>
                  <a:gd name="csX444" fmla="*/ 246038 w 271475"/>
                  <a:gd name="csY444" fmla="*/ 15543 h 28432"/>
                  <a:gd name="csX445" fmla="*/ 246038 w 271475"/>
                  <a:gd name="csY445" fmla="*/ 15701 h 28432"/>
                  <a:gd name="csX446" fmla="*/ 246450 w 271475"/>
                  <a:gd name="csY446" fmla="*/ 17755 h 28432"/>
                  <a:gd name="csX447" fmla="*/ 247623 w 271475"/>
                  <a:gd name="csY447" fmla="*/ 19239 h 28432"/>
                  <a:gd name="csX448" fmla="*/ 249494 w 271475"/>
                  <a:gd name="csY448" fmla="*/ 19808 h 28432"/>
                  <a:gd name="csX449" fmla="*/ 250985 w 271475"/>
                  <a:gd name="csY449" fmla="*/ 19555 h 28432"/>
                  <a:gd name="csX450" fmla="*/ 251968 w 271475"/>
                  <a:gd name="csY450" fmla="*/ 18923 h 28432"/>
                  <a:gd name="csX451" fmla="*/ 252507 w 271475"/>
                  <a:gd name="csY451" fmla="*/ 18355 h 28432"/>
                  <a:gd name="csX452" fmla="*/ 252951 w 271475"/>
                  <a:gd name="csY452" fmla="*/ 17912 h 28432"/>
                  <a:gd name="csX453" fmla="*/ 253490 w 271475"/>
                  <a:gd name="csY453" fmla="*/ 17818 h 28432"/>
                  <a:gd name="csX454" fmla="*/ 256218 w 271475"/>
                  <a:gd name="csY454" fmla="*/ 17818 h 28432"/>
                  <a:gd name="csX455" fmla="*/ 256725 w 271475"/>
                  <a:gd name="csY455" fmla="*/ 18007 h 28432"/>
                  <a:gd name="csX456" fmla="*/ 256915 w 271475"/>
                  <a:gd name="csY456" fmla="*/ 18481 h 28432"/>
                  <a:gd name="csX457" fmla="*/ 256376 w 271475"/>
                  <a:gd name="csY457" fmla="*/ 19713 h 28432"/>
                  <a:gd name="csX458" fmla="*/ 254981 w 271475"/>
                  <a:gd name="csY458" fmla="*/ 21135 h 28432"/>
                  <a:gd name="csX459" fmla="*/ 252666 w 271475"/>
                  <a:gd name="csY459" fmla="*/ 22304 h 28432"/>
                  <a:gd name="csX460" fmla="*/ 249526 w 271475"/>
                  <a:gd name="csY460" fmla="*/ 22746 h 28432"/>
                  <a:gd name="csX461" fmla="*/ 246038 w 271475"/>
                  <a:gd name="csY461" fmla="*/ 12795 h 28432"/>
                  <a:gd name="csX462" fmla="*/ 253046 w 271475"/>
                  <a:gd name="csY462" fmla="*/ 12795 h 28432"/>
                  <a:gd name="csX463" fmla="*/ 253046 w 271475"/>
                  <a:gd name="csY463" fmla="*/ 12700 h 28432"/>
                  <a:gd name="csX464" fmla="*/ 252634 w 271475"/>
                  <a:gd name="csY464" fmla="*/ 10552 h 28432"/>
                  <a:gd name="csX465" fmla="*/ 251429 w 271475"/>
                  <a:gd name="csY465" fmla="*/ 9098 h 28432"/>
                  <a:gd name="csX466" fmla="*/ 249526 w 271475"/>
                  <a:gd name="csY466" fmla="*/ 8561 h 28432"/>
                  <a:gd name="csX467" fmla="*/ 247623 w 271475"/>
                  <a:gd name="csY467" fmla="*/ 9098 h 28432"/>
                  <a:gd name="csX468" fmla="*/ 246418 w 271475"/>
                  <a:gd name="csY468" fmla="*/ 10552 h 28432"/>
                  <a:gd name="csX469" fmla="*/ 246038 w 271475"/>
                  <a:gd name="csY469" fmla="*/ 12700 h 28432"/>
                  <a:gd name="csX470" fmla="*/ 246038 w 271475"/>
                  <a:gd name="csY470" fmla="*/ 12795 h 28432"/>
                  <a:gd name="csX471" fmla="*/ 261486 w 271475"/>
                  <a:gd name="csY471" fmla="*/ 22430 h 28432"/>
                  <a:gd name="csX472" fmla="*/ 260947 w 271475"/>
                  <a:gd name="csY472" fmla="*/ 22209 h 28432"/>
                  <a:gd name="csX473" fmla="*/ 260725 w 271475"/>
                  <a:gd name="csY473" fmla="*/ 21672 h 28432"/>
                  <a:gd name="csX474" fmla="*/ 260725 w 271475"/>
                  <a:gd name="csY474" fmla="*/ 6792 h 28432"/>
                  <a:gd name="csX475" fmla="*/ 260947 w 271475"/>
                  <a:gd name="csY475" fmla="*/ 6224 h 28432"/>
                  <a:gd name="csX476" fmla="*/ 261486 w 271475"/>
                  <a:gd name="csY476" fmla="*/ 6002 h 28432"/>
                  <a:gd name="csX477" fmla="*/ 264055 w 271475"/>
                  <a:gd name="csY477" fmla="*/ 6002 h 28432"/>
                  <a:gd name="csX478" fmla="*/ 264594 w 271475"/>
                  <a:gd name="csY478" fmla="*/ 6224 h 28432"/>
                  <a:gd name="csX479" fmla="*/ 264848 w 271475"/>
                  <a:gd name="csY479" fmla="*/ 6792 h 28432"/>
                  <a:gd name="csX480" fmla="*/ 264848 w 271475"/>
                  <a:gd name="csY480" fmla="*/ 8088 h 28432"/>
                  <a:gd name="csX481" fmla="*/ 266719 w 271475"/>
                  <a:gd name="csY481" fmla="*/ 6540 h 28432"/>
                  <a:gd name="csX482" fmla="*/ 269415 w 271475"/>
                  <a:gd name="csY482" fmla="*/ 6002 h 28432"/>
                  <a:gd name="csX483" fmla="*/ 270715 w 271475"/>
                  <a:gd name="csY483" fmla="*/ 6002 h 28432"/>
                  <a:gd name="csX484" fmla="*/ 271254 w 271475"/>
                  <a:gd name="csY484" fmla="*/ 6224 h 28432"/>
                  <a:gd name="csX485" fmla="*/ 271476 w 271475"/>
                  <a:gd name="csY485" fmla="*/ 6761 h 28432"/>
                  <a:gd name="csX486" fmla="*/ 271476 w 271475"/>
                  <a:gd name="csY486" fmla="*/ 9035 h 28432"/>
                  <a:gd name="csX487" fmla="*/ 271254 w 271475"/>
                  <a:gd name="csY487" fmla="*/ 9572 h 28432"/>
                  <a:gd name="csX488" fmla="*/ 270715 w 271475"/>
                  <a:gd name="csY488" fmla="*/ 9793 h 28432"/>
                  <a:gd name="csX489" fmla="*/ 268241 w 271475"/>
                  <a:gd name="csY489" fmla="*/ 9793 h 28432"/>
                  <a:gd name="csX490" fmla="*/ 265863 w 271475"/>
                  <a:gd name="csY490" fmla="*/ 10646 h 28432"/>
                  <a:gd name="csX491" fmla="*/ 265038 w 271475"/>
                  <a:gd name="csY491" fmla="*/ 12984 h 28432"/>
                  <a:gd name="csX492" fmla="*/ 265038 w 271475"/>
                  <a:gd name="csY492" fmla="*/ 21672 h 28432"/>
                  <a:gd name="csX493" fmla="*/ 264816 w 271475"/>
                  <a:gd name="csY493" fmla="*/ 22209 h 28432"/>
                  <a:gd name="csX494" fmla="*/ 264245 w 271475"/>
                  <a:gd name="csY494" fmla="*/ 22430 h 28432"/>
                  <a:gd name="csX495" fmla="*/ 261486 w 271475"/>
                  <a:gd name="csY495" fmla="*/ 22430 h 284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Lst>
                <a:rect l="l" t="t" r="r" b="b"/>
                <a:pathLst>
                  <a:path w="271475" h="28432">
                    <a:moveTo>
                      <a:pt x="761" y="22430"/>
                    </a:moveTo>
                    <a:cubicBezTo>
                      <a:pt x="550" y="22430"/>
                      <a:pt x="369" y="22356"/>
                      <a:pt x="222" y="22209"/>
                    </a:cubicBezTo>
                    <a:cubicBezTo>
                      <a:pt x="75" y="22062"/>
                      <a:pt x="0" y="21882"/>
                      <a:pt x="0" y="21672"/>
                    </a:cubicBezTo>
                    <a:lnTo>
                      <a:pt x="0" y="1074"/>
                    </a:lnTo>
                    <a:cubicBezTo>
                      <a:pt x="0" y="864"/>
                      <a:pt x="75" y="684"/>
                      <a:pt x="222" y="537"/>
                    </a:cubicBezTo>
                    <a:cubicBezTo>
                      <a:pt x="369" y="390"/>
                      <a:pt x="550" y="316"/>
                      <a:pt x="761" y="316"/>
                    </a:cubicBezTo>
                    <a:lnTo>
                      <a:pt x="3742" y="316"/>
                    </a:lnTo>
                    <a:cubicBezTo>
                      <a:pt x="3975" y="316"/>
                      <a:pt x="4154" y="390"/>
                      <a:pt x="4281" y="537"/>
                    </a:cubicBezTo>
                    <a:cubicBezTo>
                      <a:pt x="4428" y="684"/>
                      <a:pt x="4503" y="864"/>
                      <a:pt x="4503" y="1074"/>
                    </a:cubicBezTo>
                    <a:lnTo>
                      <a:pt x="4503" y="21672"/>
                    </a:lnTo>
                    <a:cubicBezTo>
                      <a:pt x="4503" y="21882"/>
                      <a:pt x="4428" y="22062"/>
                      <a:pt x="4281" y="22209"/>
                    </a:cubicBezTo>
                    <a:cubicBezTo>
                      <a:pt x="4154" y="22356"/>
                      <a:pt x="3975" y="22430"/>
                      <a:pt x="3742" y="22430"/>
                    </a:cubicBezTo>
                    <a:lnTo>
                      <a:pt x="761" y="22430"/>
                    </a:lnTo>
                    <a:close/>
                    <a:moveTo>
                      <a:pt x="9858" y="22430"/>
                    </a:moveTo>
                    <a:cubicBezTo>
                      <a:pt x="9645" y="22430"/>
                      <a:pt x="9466" y="22356"/>
                      <a:pt x="9319" y="22209"/>
                    </a:cubicBezTo>
                    <a:cubicBezTo>
                      <a:pt x="9170" y="22062"/>
                      <a:pt x="9097" y="21882"/>
                      <a:pt x="9097" y="21672"/>
                    </a:cubicBezTo>
                    <a:lnTo>
                      <a:pt x="9097" y="6761"/>
                    </a:lnTo>
                    <a:cubicBezTo>
                      <a:pt x="9097" y="6551"/>
                      <a:pt x="9170" y="6370"/>
                      <a:pt x="9319" y="6224"/>
                    </a:cubicBezTo>
                    <a:cubicBezTo>
                      <a:pt x="9466" y="6077"/>
                      <a:pt x="9645" y="6002"/>
                      <a:pt x="9858" y="6002"/>
                    </a:cubicBezTo>
                    <a:lnTo>
                      <a:pt x="12459" y="6002"/>
                    </a:lnTo>
                    <a:cubicBezTo>
                      <a:pt x="12669" y="6002"/>
                      <a:pt x="12848" y="6077"/>
                      <a:pt x="12998" y="6224"/>
                    </a:cubicBezTo>
                    <a:cubicBezTo>
                      <a:pt x="13145" y="6370"/>
                      <a:pt x="13220" y="6551"/>
                      <a:pt x="13220" y="6761"/>
                    </a:cubicBezTo>
                    <a:lnTo>
                      <a:pt x="13220" y="8056"/>
                    </a:lnTo>
                    <a:cubicBezTo>
                      <a:pt x="13768" y="7381"/>
                      <a:pt x="14466" y="6824"/>
                      <a:pt x="15313" y="6382"/>
                    </a:cubicBezTo>
                    <a:cubicBezTo>
                      <a:pt x="16178" y="5919"/>
                      <a:pt x="17247" y="5686"/>
                      <a:pt x="18516" y="5686"/>
                    </a:cubicBezTo>
                    <a:cubicBezTo>
                      <a:pt x="19805" y="5686"/>
                      <a:pt x="20926" y="5982"/>
                      <a:pt x="21877" y="6571"/>
                    </a:cubicBezTo>
                    <a:cubicBezTo>
                      <a:pt x="22829" y="7140"/>
                      <a:pt x="23558" y="7950"/>
                      <a:pt x="24066" y="9004"/>
                    </a:cubicBezTo>
                    <a:cubicBezTo>
                      <a:pt x="24593" y="10057"/>
                      <a:pt x="24858" y="11321"/>
                      <a:pt x="24858" y="12795"/>
                    </a:cubicBezTo>
                    <a:lnTo>
                      <a:pt x="24858" y="21672"/>
                    </a:lnTo>
                    <a:cubicBezTo>
                      <a:pt x="24858" y="21882"/>
                      <a:pt x="24784" y="22062"/>
                      <a:pt x="24636" y="22209"/>
                    </a:cubicBezTo>
                    <a:cubicBezTo>
                      <a:pt x="24487" y="22356"/>
                      <a:pt x="24308" y="22430"/>
                      <a:pt x="24097" y="22430"/>
                    </a:cubicBezTo>
                    <a:lnTo>
                      <a:pt x="21306" y="22430"/>
                    </a:lnTo>
                    <a:cubicBezTo>
                      <a:pt x="21094" y="22430"/>
                      <a:pt x="20915" y="22356"/>
                      <a:pt x="20767" y="22209"/>
                    </a:cubicBezTo>
                    <a:cubicBezTo>
                      <a:pt x="20618" y="22062"/>
                      <a:pt x="20545" y="21882"/>
                      <a:pt x="20545" y="21672"/>
                    </a:cubicBezTo>
                    <a:lnTo>
                      <a:pt x="20545" y="12984"/>
                    </a:lnTo>
                    <a:cubicBezTo>
                      <a:pt x="20545" y="11763"/>
                      <a:pt x="20237" y="10804"/>
                      <a:pt x="19626" y="10109"/>
                    </a:cubicBezTo>
                    <a:cubicBezTo>
                      <a:pt x="19032" y="9414"/>
                      <a:pt x="18167" y="9067"/>
                      <a:pt x="17025" y="9067"/>
                    </a:cubicBezTo>
                    <a:cubicBezTo>
                      <a:pt x="15924" y="9067"/>
                      <a:pt x="15048" y="9414"/>
                      <a:pt x="14393" y="10109"/>
                    </a:cubicBezTo>
                    <a:cubicBezTo>
                      <a:pt x="13736" y="10804"/>
                      <a:pt x="13410" y="11763"/>
                      <a:pt x="13410" y="12984"/>
                    </a:cubicBezTo>
                    <a:lnTo>
                      <a:pt x="13410" y="21672"/>
                    </a:lnTo>
                    <a:cubicBezTo>
                      <a:pt x="13410" y="21882"/>
                      <a:pt x="13335" y="22062"/>
                      <a:pt x="13188" y="22209"/>
                    </a:cubicBezTo>
                    <a:cubicBezTo>
                      <a:pt x="13038" y="22356"/>
                      <a:pt x="12860" y="22430"/>
                      <a:pt x="12649" y="22430"/>
                    </a:cubicBezTo>
                    <a:lnTo>
                      <a:pt x="9858" y="22430"/>
                    </a:lnTo>
                    <a:close/>
                    <a:moveTo>
                      <a:pt x="34225" y="22430"/>
                    </a:moveTo>
                    <a:cubicBezTo>
                      <a:pt x="33887" y="22430"/>
                      <a:pt x="33634" y="22356"/>
                      <a:pt x="33464" y="22209"/>
                    </a:cubicBezTo>
                    <a:cubicBezTo>
                      <a:pt x="33317" y="22040"/>
                      <a:pt x="33190" y="21850"/>
                      <a:pt x="33083" y="21640"/>
                    </a:cubicBezTo>
                    <a:lnTo>
                      <a:pt x="27153" y="6982"/>
                    </a:lnTo>
                    <a:cubicBezTo>
                      <a:pt x="27112" y="6876"/>
                      <a:pt x="27090" y="6781"/>
                      <a:pt x="27090" y="6697"/>
                    </a:cubicBezTo>
                    <a:cubicBezTo>
                      <a:pt x="27090" y="6508"/>
                      <a:pt x="27153" y="6350"/>
                      <a:pt x="27280" y="6224"/>
                    </a:cubicBezTo>
                    <a:cubicBezTo>
                      <a:pt x="27429" y="6077"/>
                      <a:pt x="27597" y="6002"/>
                      <a:pt x="27787" y="6002"/>
                    </a:cubicBezTo>
                    <a:lnTo>
                      <a:pt x="30356" y="6002"/>
                    </a:lnTo>
                    <a:cubicBezTo>
                      <a:pt x="30610" y="6002"/>
                      <a:pt x="30800" y="6077"/>
                      <a:pt x="30927" y="6224"/>
                    </a:cubicBezTo>
                    <a:cubicBezTo>
                      <a:pt x="31054" y="6350"/>
                      <a:pt x="31140" y="6476"/>
                      <a:pt x="31181" y="6603"/>
                    </a:cubicBezTo>
                    <a:lnTo>
                      <a:pt x="35398" y="17691"/>
                    </a:lnTo>
                    <a:lnTo>
                      <a:pt x="39616" y="6603"/>
                    </a:lnTo>
                    <a:cubicBezTo>
                      <a:pt x="39659" y="6476"/>
                      <a:pt x="39743" y="6350"/>
                      <a:pt x="39870" y="6224"/>
                    </a:cubicBezTo>
                    <a:cubicBezTo>
                      <a:pt x="39997" y="6077"/>
                      <a:pt x="40187" y="6002"/>
                      <a:pt x="40441" y="6002"/>
                    </a:cubicBezTo>
                    <a:lnTo>
                      <a:pt x="43041" y="6002"/>
                    </a:lnTo>
                    <a:cubicBezTo>
                      <a:pt x="43211" y="6002"/>
                      <a:pt x="43358" y="6077"/>
                      <a:pt x="43485" y="6224"/>
                    </a:cubicBezTo>
                    <a:cubicBezTo>
                      <a:pt x="43635" y="6350"/>
                      <a:pt x="43707" y="6508"/>
                      <a:pt x="43707" y="6697"/>
                    </a:cubicBezTo>
                    <a:cubicBezTo>
                      <a:pt x="43707" y="6781"/>
                      <a:pt x="43698" y="6876"/>
                      <a:pt x="43675" y="6982"/>
                    </a:cubicBezTo>
                    <a:lnTo>
                      <a:pt x="37713" y="21640"/>
                    </a:lnTo>
                    <a:cubicBezTo>
                      <a:pt x="37630" y="21850"/>
                      <a:pt x="37503" y="22040"/>
                      <a:pt x="37333" y="22209"/>
                    </a:cubicBezTo>
                    <a:cubicBezTo>
                      <a:pt x="37165" y="22356"/>
                      <a:pt x="36912" y="22430"/>
                      <a:pt x="36572" y="22430"/>
                    </a:cubicBezTo>
                    <a:lnTo>
                      <a:pt x="34225" y="22430"/>
                    </a:lnTo>
                    <a:close/>
                    <a:moveTo>
                      <a:pt x="53115" y="22746"/>
                    </a:moveTo>
                    <a:cubicBezTo>
                      <a:pt x="50768" y="22746"/>
                      <a:pt x="48908" y="22071"/>
                      <a:pt x="47533" y="20724"/>
                    </a:cubicBezTo>
                    <a:cubicBezTo>
                      <a:pt x="46160" y="19377"/>
                      <a:pt x="45420" y="17459"/>
                      <a:pt x="45313" y="14975"/>
                    </a:cubicBezTo>
                    <a:cubicBezTo>
                      <a:pt x="45293" y="14765"/>
                      <a:pt x="45281" y="14501"/>
                      <a:pt x="45281" y="14185"/>
                    </a:cubicBezTo>
                    <a:cubicBezTo>
                      <a:pt x="45281" y="13848"/>
                      <a:pt x="45293" y="13584"/>
                      <a:pt x="45313" y="13395"/>
                    </a:cubicBezTo>
                    <a:cubicBezTo>
                      <a:pt x="45399" y="11815"/>
                      <a:pt x="45757" y="10446"/>
                      <a:pt x="46391" y="9288"/>
                    </a:cubicBezTo>
                    <a:cubicBezTo>
                      <a:pt x="47048" y="8130"/>
                      <a:pt x="47945" y="7246"/>
                      <a:pt x="49087" y="6634"/>
                    </a:cubicBezTo>
                    <a:cubicBezTo>
                      <a:pt x="50229" y="6002"/>
                      <a:pt x="51572" y="5686"/>
                      <a:pt x="53115" y="5686"/>
                    </a:cubicBezTo>
                    <a:cubicBezTo>
                      <a:pt x="54827" y="5686"/>
                      <a:pt x="56265" y="6045"/>
                      <a:pt x="57428" y="6761"/>
                    </a:cubicBezTo>
                    <a:cubicBezTo>
                      <a:pt x="58592" y="7456"/>
                      <a:pt x="59468" y="8435"/>
                      <a:pt x="60060" y="9699"/>
                    </a:cubicBezTo>
                    <a:cubicBezTo>
                      <a:pt x="60653" y="10942"/>
                      <a:pt x="60948" y="12384"/>
                      <a:pt x="60948" y="14027"/>
                    </a:cubicBezTo>
                    <a:lnTo>
                      <a:pt x="60948" y="14690"/>
                    </a:lnTo>
                    <a:cubicBezTo>
                      <a:pt x="60948" y="14900"/>
                      <a:pt x="60875" y="15081"/>
                      <a:pt x="60726" y="15227"/>
                    </a:cubicBezTo>
                    <a:cubicBezTo>
                      <a:pt x="60578" y="15374"/>
                      <a:pt x="60388" y="15448"/>
                      <a:pt x="60155" y="15448"/>
                    </a:cubicBezTo>
                    <a:lnTo>
                      <a:pt x="49626" y="15448"/>
                    </a:lnTo>
                    <a:cubicBezTo>
                      <a:pt x="49626" y="15448"/>
                      <a:pt x="49626" y="15480"/>
                      <a:pt x="49626" y="15543"/>
                    </a:cubicBezTo>
                    <a:cubicBezTo>
                      <a:pt x="49626" y="15606"/>
                      <a:pt x="49626" y="15658"/>
                      <a:pt x="49626" y="15701"/>
                    </a:cubicBezTo>
                    <a:cubicBezTo>
                      <a:pt x="49649" y="16439"/>
                      <a:pt x="49785" y="17123"/>
                      <a:pt x="50038" y="17755"/>
                    </a:cubicBezTo>
                    <a:cubicBezTo>
                      <a:pt x="50315" y="18366"/>
                      <a:pt x="50704" y="18860"/>
                      <a:pt x="51212" y="19239"/>
                    </a:cubicBezTo>
                    <a:cubicBezTo>
                      <a:pt x="51742" y="19618"/>
                      <a:pt x="52365" y="19808"/>
                      <a:pt x="53083" y="19808"/>
                    </a:cubicBezTo>
                    <a:cubicBezTo>
                      <a:pt x="53676" y="19808"/>
                      <a:pt x="54172" y="19725"/>
                      <a:pt x="54573" y="19555"/>
                    </a:cubicBezTo>
                    <a:cubicBezTo>
                      <a:pt x="54977" y="19366"/>
                      <a:pt x="55303" y="19156"/>
                      <a:pt x="55556" y="18923"/>
                    </a:cubicBezTo>
                    <a:cubicBezTo>
                      <a:pt x="55810" y="18691"/>
                      <a:pt x="55991" y="18501"/>
                      <a:pt x="56096" y="18355"/>
                    </a:cubicBezTo>
                    <a:cubicBezTo>
                      <a:pt x="56286" y="18102"/>
                      <a:pt x="56435" y="17955"/>
                      <a:pt x="56540" y="17912"/>
                    </a:cubicBezTo>
                    <a:cubicBezTo>
                      <a:pt x="56666" y="17849"/>
                      <a:pt x="56848" y="17818"/>
                      <a:pt x="57079" y="17818"/>
                    </a:cubicBezTo>
                    <a:lnTo>
                      <a:pt x="59806" y="17818"/>
                    </a:lnTo>
                    <a:cubicBezTo>
                      <a:pt x="60019" y="17818"/>
                      <a:pt x="60186" y="17881"/>
                      <a:pt x="60313" y="18007"/>
                    </a:cubicBezTo>
                    <a:cubicBezTo>
                      <a:pt x="60463" y="18134"/>
                      <a:pt x="60526" y="18292"/>
                      <a:pt x="60504" y="18481"/>
                    </a:cubicBezTo>
                    <a:cubicBezTo>
                      <a:pt x="60483" y="18817"/>
                      <a:pt x="60304" y="19228"/>
                      <a:pt x="59965" y="19713"/>
                    </a:cubicBezTo>
                    <a:cubicBezTo>
                      <a:pt x="59647" y="20198"/>
                      <a:pt x="59183" y="20672"/>
                      <a:pt x="58569" y="21135"/>
                    </a:cubicBezTo>
                    <a:cubicBezTo>
                      <a:pt x="57958" y="21597"/>
                      <a:pt x="57185" y="21988"/>
                      <a:pt x="56254" y="22304"/>
                    </a:cubicBezTo>
                    <a:cubicBezTo>
                      <a:pt x="55346" y="22599"/>
                      <a:pt x="54299" y="22746"/>
                      <a:pt x="53115" y="22746"/>
                    </a:cubicBezTo>
                    <a:close/>
                    <a:moveTo>
                      <a:pt x="49626" y="12795"/>
                    </a:moveTo>
                    <a:lnTo>
                      <a:pt x="56635" y="12795"/>
                    </a:lnTo>
                    <a:lnTo>
                      <a:pt x="56635" y="12700"/>
                    </a:lnTo>
                    <a:cubicBezTo>
                      <a:pt x="56635" y="11879"/>
                      <a:pt x="56499" y="11163"/>
                      <a:pt x="56222" y="10552"/>
                    </a:cubicBezTo>
                    <a:cubicBezTo>
                      <a:pt x="55948" y="9940"/>
                      <a:pt x="55547" y="9457"/>
                      <a:pt x="55017" y="9098"/>
                    </a:cubicBezTo>
                    <a:cubicBezTo>
                      <a:pt x="54490" y="8740"/>
                      <a:pt x="53855" y="8561"/>
                      <a:pt x="53115" y="8561"/>
                    </a:cubicBezTo>
                    <a:cubicBezTo>
                      <a:pt x="52376" y="8561"/>
                      <a:pt x="51742" y="8740"/>
                      <a:pt x="51212" y="9098"/>
                    </a:cubicBezTo>
                    <a:cubicBezTo>
                      <a:pt x="50684" y="9457"/>
                      <a:pt x="50283" y="9940"/>
                      <a:pt x="50007" y="10552"/>
                    </a:cubicBezTo>
                    <a:cubicBezTo>
                      <a:pt x="49753" y="11163"/>
                      <a:pt x="49626" y="11879"/>
                      <a:pt x="49626" y="12700"/>
                    </a:cubicBezTo>
                    <a:lnTo>
                      <a:pt x="49626" y="12795"/>
                    </a:lnTo>
                    <a:close/>
                    <a:moveTo>
                      <a:pt x="65077" y="22430"/>
                    </a:moveTo>
                    <a:cubicBezTo>
                      <a:pt x="64864" y="22430"/>
                      <a:pt x="64685" y="22356"/>
                      <a:pt x="64538" y="22209"/>
                    </a:cubicBezTo>
                    <a:cubicBezTo>
                      <a:pt x="64388" y="22062"/>
                      <a:pt x="64316" y="21882"/>
                      <a:pt x="64316" y="21672"/>
                    </a:cubicBezTo>
                    <a:lnTo>
                      <a:pt x="64316" y="6761"/>
                    </a:lnTo>
                    <a:cubicBezTo>
                      <a:pt x="64316" y="6551"/>
                      <a:pt x="64388" y="6370"/>
                      <a:pt x="64538" y="6224"/>
                    </a:cubicBezTo>
                    <a:cubicBezTo>
                      <a:pt x="64685" y="6077"/>
                      <a:pt x="64864" y="6002"/>
                      <a:pt x="65077" y="6002"/>
                    </a:cubicBezTo>
                    <a:lnTo>
                      <a:pt x="67678" y="6002"/>
                    </a:lnTo>
                    <a:cubicBezTo>
                      <a:pt x="67888" y="6002"/>
                      <a:pt x="68067" y="6077"/>
                      <a:pt x="68217" y="6224"/>
                    </a:cubicBezTo>
                    <a:cubicBezTo>
                      <a:pt x="68364" y="6370"/>
                      <a:pt x="68439" y="6551"/>
                      <a:pt x="68439" y="6761"/>
                    </a:cubicBezTo>
                    <a:lnTo>
                      <a:pt x="68439" y="8056"/>
                    </a:lnTo>
                    <a:cubicBezTo>
                      <a:pt x="68987" y="7381"/>
                      <a:pt x="69685" y="6824"/>
                      <a:pt x="70532" y="6382"/>
                    </a:cubicBezTo>
                    <a:cubicBezTo>
                      <a:pt x="71397" y="5919"/>
                      <a:pt x="72466" y="5686"/>
                      <a:pt x="73735" y="5686"/>
                    </a:cubicBezTo>
                    <a:cubicBezTo>
                      <a:pt x="75024" y="5686"/>
                      <a:pt x="76145" y="5982"/>
                      <a:pt x="77096" y="6571"/>
                    </a:cubicBezTo>
                    <a:cubicBezTo>
                      <a:pt x="78048" y="7140"/>
                      <a:pt x="78777" y="7950"/>
                      <a:pt x="79284" y="9004"/>
                    </a:cubicBezTo>
                    <a:cubicBezTo>
                      <a:pt x="79812" y="10057"/>
                      <a:pt x="80077" y="11321"/>
                      <a:pt x="80077" y="12795"/>
                    </a:cubicBezTo>
                    <a:lnTo>
                      <a:pt x="80077" y="21672"/>
                    </a:lnTo>
                    <a:cubicBezTo>
                      <a:pt x="80077" y="21882"/>
                      <a:pt x="80003" y="22062"/>
                      <a:pt x="79855" y="22209"/>
                    </a:cubicBezTo>
                    <a:cubicBezTo>
                      <a:pt x="79706" y="22356"/>
                      <a:pt x="79527" y="22430"/>
                      <a:pt x="79316" y="22430"/>
                    </a:cubicBezTo>
                    <a:lnTo>
                      <a:pt x="76525" y="22430"/>
                    </a:lnTo>
                    <a:cubicBezTo>
                      <a:pt x="76313" y="22430"/>
                      <a:pt x="76134" y="22356"/>
                      <a:pt x="75986" y="22209"/>
                    </a:cubicBezTo>
                    <a:cubicBezTo>
                      <a:pt x="75837" y="22062"/>
                      <a:pt x="75764" y="21882"/>
                      <a:pt x="75764" y="21672"/>
                    </a:cubicBezTo>
                    <a:lnTo>
                      <a:pt x="75764" y="12984"/>
                    </a:lnTo>
                    <a:cubicBezTo>
                      <a:pt x="75764" y="11763"/>
                      <a:pt x="75456" y="10804"/>
                      <a:pt x="74845" y="10109"/>
                    </a:cubicBezTo>
                    <a:cubicBezTo>
                      <a:pt x="74251" y="9414"/>
                      <a:pt x="73386" y="9067"/>
                      <a:pt x="72244" y="9067"/>
                    </a:cubicBezTo>
                    <a:cubicBezTo>
                      <a:pt x="71143" y="9067"/>
                      <a:pt x="70267" y="9414"/>
                      <a:pt x="69612" y="10109"/>
                    </a:cubicBezTo>
                    <a:cubicBezTo>
                      <a:pt x="68955" y="10804"/>
                      <a:pt x="68629" y="11763"/>
                      <a:pt x="68629" y="12984"/>
                    </a:cubicBezTo>
                    <a:lnTo>
                      <a:pt x="68629" y="21672"/>
                    </a:lnTo>
                    <a:cubicBezTo>
                      <a:pt x="68629" y="21882"/>
                      <a:pt x="68554" y="22062"/>
                      <a:pt x="68407" y="22209"/>
                    </a:cubicBezTo>
                    <a:cubicBezTo>
                      <a:pt x="68257" y="22356"/>
                      <a:pt x="68078" y="22430"/>
                      <a:pt x="67868" y="22430"/>
                    </a:cubicBezTo>
                    <a:lnTo>
                      <a:pt x="65077" y="22430"/>
                    </a:lnTo>
                    <a:close/>
                    <a:moveTo>
                      <a:pt x="91372" y="22430"/>
                    </a:moveTo>
                    <a:cubicBezTo>
                      <a:pt x="90103" y="22430"/>
                      <a:pt x="89036" y="22209"/>
                      <a:pt x="88169" y="21767"/>
                    </a:cubicBezTo>
                    <a:cubicBezTo>
                      <a:pt x="87301" y="21324"/>
                      <a:pt x="86658" y="20672"/>
                      <a:pt x="86234" y="19808"/>
                    </a:cubicBezTo>
                    <a:cubicBezTo>
                      <a:pt x="85811" y="18923"/>
                      <a:pt x="85600" y="17829"/>
                      <a:pt x="85600" y="16522"/>
                    </a:cubicBezTo>
                    <a:lnTo>
                      <a:pt x="85600" y="9351"/>
                    </a:lnTo>
                    <a:lnTo>
                      <a:pt x="83095" y="9351"/>
                    </a:lnTo>
                    <a:cubicBezTo>
                      <a:pt x="82884" y="9351"/>
                      <a:pt x="82703" y="9277"/>
                      <a:pt x="82555" y="9130"/>
                    </a:cubicBezTo>
                    <a:cubicBezTo>
                      <a:pt x="82408" y="8983"/>
                      <a:pt x="82333" y="8803"/>
                      <a:pt x="82333" y="8593"/>
                    </a:cubicBezTo>
                    <a:lnTo>
                      <a:pt x="82333" y="6761"/>
                    </a:lnTo>
                    <a:cubicBezTo>
                      <a:pt x="82333" y="6551"/>
                      <a:pt x="82408" y="6370"/>
                      <a:pt x="82555" y="6224"/>
                    </a:cubicBezTo>
                    <a:cubicBezTo>
                      <a:pt x="82703" y="6077"/>
                      <a:pt x="82884" y="6002"/>
                      <a:pt x="83095" y="6002"/>
                    </a:cubicBezTo>
                    <a:lnTo>
                      <a:pt x="85600" y="6002"/>
                    </a:lnTo>
                    <a:lnTo>
                      <a:pt x="85600" y="758"/>
                    </a:lnTo>
                    <a:cubicBezTo>
                      <a:pt x="85600" y="548"/>
                      <a:pt x="85663" y="368"/>
                      <a:pt x="85790" y="221"/>
                    </a:cubicBezTo>
                    <a:cubicBezTo>
                      <a:pt x="85937" y="74"/>
                      <a:pt x="86128" y="0"/>
                      <a:pt x="86361" y="0"/>
                    </a:cubicBezTo>
                    <a:lnTo>
                      <a:pt x="88930" y="0"/>
                    </a:lnTo>
                    <a:cubicBezTo>
                      <a:pt x="89140" y="0"/>
                      <a:pt x="89322" y="74"/>
                      <a:pt x="89469" y="221"/>
                    </a:cubicBezTo>
                    <a:cubicBezTo>
                      <a:pt x="89616" y="368"/>
                      <a:pt x="89691" y="548"/>
                      <a:pt x="89691" y="758"/>
                    </a:cubicBezTo>
                    <a:lnTo>
                      <a:pt x="89691" y="6002"/>
                    </a:lnTo>
                    <a:lnTo>
                      <a:pt x="93655" y="6002"/>
                    </a:lnTo>
                    <a:cubicBezTo>
                      <a:pt x="93866" y="6002"/>
                      <a:pt x="94047" y="6077"/>
                      <a:pt x="94194" y="6224"/>
                    </a:cubicBezTo>
                    <a:cubicBezTo>
                      <a:pt x="94341" y="6370"/>
                      <a:pt x="94416" y="6551"/>
                      <a:pt x="94416" y="6761"/>
                    </a:cubicBezTo>
                    <a:lnTo>
                      <a:pt x="94416" y="8593"/>
                    </a:lnTo>
                    <a:cubicBezTo>
                      <a:pt x="94416" y="8803"/>
                      <a:pt x="94341" y="8983"/>
                      <a:pt x="94194" y="9130"/>
                    </a:cubicBezTo>
                    <a:cubicBezTo>
                      <a:pt x="94047" y="9277"/>
                      <a:pt x="93866" y="9351"/>
                      <a:pt x="93655" y="9351"/>
                    </a:cubicBezTo>
                    <a:lnTo>
                      <a:pt x="89691" y="9351"/>
                    </a:lnTo>
                    <a:lnTo>
                      <a:pt x="89691" y="16207"/>
                    </a:lnTo>
                    <a:cubicBezTo>
                      <a:pt x="89691" y="17071"/>
                      <a:pt x="89838" y="17743"/>
                      <a:pt x="90135" y="18228"/>
                    </a:cubicBezTo>
                    <a:cubicBezTo>
                      <a:pt x="90452" y="18714"/>
                      <a:pt x="90991" y="18955"/>
                      <a:pt x="91752" y="18955"/>
                    </a:cubicBezTo>
                    <a:lnTo>
                      <a:pt x="93940" y="18955"/>
                    </a:lnTo>
                    <a:cubicBezTo>
                      <a:pt x="94151" y="18955"/>
                      <a:pt x="94332" y="19030"/>
                      <a:pt x="94479" y="19176"/>
                    </a:cubicBezTo>
                    <a:cubicBezTo>
                      <a:pt x="94627" y="19323"/>
                      <a:pt x="94701" y="19503"/>
                      <a:pt x="94701" y="19713"/>
                    </a:cubicBezTo>
                    <a:lnTo>
                      <a:pt x="94701" y="21672"/>
                    </a:lnTo>
                    <a:cubicBezTo>
                      <a:pt x="94701" y="21882"/>
                      <a:pt x="94627" y="22062"/>
                      <a:pt x="94479" y="22209"/>
                    </a:cubicBezTo>
                    <a:cubicBezTo>
                      <a:pt x="94332" y="22356"/>
                      <a:pt x="94151" y="22430"/>
                      <a:pt x="93940" y="22430"/>
                    </a:cubicBezTo>
                    <a:lnTo>
                      <a:pt x="91372" y="22430"/>
                    </a:lnTo>
                    <a:close/>
                    <a:moveTo>
                      <a:pt x="104809" y="22746"/>
                    </a:moveTo>
                    <a:cubicBezTo>
                      <a:pt x="103117" y="22746"/>
                      <a:pt x="101690" y="22450"/>
                      <a:pt x="100528" y="21861"/>
                    </a:cubicBezTo>
                    <a:cubicBezTo>
                      <a:pt x="99386" y="21273"/>
                      <a:pt x="98507" y="20440"/>
                      <a:pt x="97895" y="19366"/>
                    </a:cubicBezTo>
                    <a:cubicBezTo>
                      <a:pt x="97302" y="18292"/>
                      <a:pt x="96964" y="17039"/>
                      <a:pt x="96881" y="15606"/>
                    </a:cubicBezTo>
                    <a:cubicBezTo>
                      <a:pt x="96858" y="15227"/>
                      <a:pt x="96849" y="14765"/>
                      <a:pt x="96849" y="14216"/>
                    </a:cubicBezTo>
                    <a:cubicBezTo>
                      <a:pt x="96849" y="13668"/>
                      <a:pt x="96858" y="13205"/>
                      <a:pt x="96881" y="12826"/>
                    </a:cubicBezTo>
                    <a:cubicBezTo>
                      <a:pt x="96964" y="11373"/>
                      <a:pt x="97313" y="10121"/>
                      <a:pt x="97927" y="9067"/>
                    </a:cubicBezTo>
                    <a:cubicBezTo>
                      <a:pt x="98561" y="7993"/>
                      <a:pt x="99449" y="7160"/>
                      <a:pt x="100591" y="6571"/>
                    </a:cubicBezTo>
                    <a:cubicBezTo>
                      <a:pt x="101753" y="5982"/>
                      <a:pt x="103160" y="5686"/>
                      <a:pt x="104809" y="5686"/>
                    </a:cubicBezTo>
                    <a:cubicBezTo>
                      <a:pt x="106458" y="5686"/>
                      <a:pt x="107853" y="5982"/>
                      <a:pt x="108995" y="6571"/>
                    </a:cubicBezTo>
                    <a:cubicBezTo>
                      <a:pt x="110157" y="7160"/>
                      <a:pt x="111045" y="7993"/>
                      <a:pt x="111659" y="9067"/>
                    </a:cubicBezTo>
                    <a:cubicBezTo>
                      <a:pt x="112293" y="10121"/>
                      <a:pt x="112651" y="11373"/>
                      <a:pt x="112737" y="12826"/>
                    </a:cubicBezTo>
                    <a:cubicBezTo>
                      <a:pt x="112757" y="13205"/>
                      <a:pt x="112769" y="13668"/>
                      <a:pt x="112769" y="14216"/>
                    </a:cubicBezTo>
                    <a:cubicBezTo>
                      <a:pt x="112769" y="14765"/>
                      <a:pt x="112757" y="15227"/>
                      <a:pt x="112737" y="15606"/>
                    </a:cubicBezTo>
                    <a:cubicBezTo>
                      <a:pt x="112651" y="17039"/>
                      <a:pt x="112302" y="18292"/>
                      <a:pt x="111691" y="19366"/>
                    </a:cubicBezTo>
                    <a:cubicBezTo>
                      <a:pt x="111097" y="20440"/>
                      <a:pt x="110220" y="21273"/>
                      <a:pt x="109058" y="21861"/>
                    </a:cubicBezTo>
                    <a:cubicBezTo>
                      <a:pt x="107917" y="22450"/>
                      <a:pt x="106499" y="22746"/>
                      <a:pt x="104809" y="22746"/>
                    </a:cubicBezTo>
                    <a:close/>
                    <a:moveTo>
                      <a:pt x="104809" y="19618"/>
                    </a:moveTo>
                    <a:cubicBezTo>
                      <a:pt x="105928" y="19618"/>
                      <a:pt x="106795" y="19271"/>
                      <a:pt x="107409" y="18576"/>
                    </a:cubicBezTo>
                    <a:cubicBezTo>
                      <a:pt x="108021" y="17861"/>
                      <a:pt x="108361" y="16818"/>
                      <a:pt x="108424" y="15448"/>
                    </a:cubicBezTo>
                    <a:cubicBezTo>
                      <a:pt x="108445" y="15132"/>
                      <a:pt x="108456" y="14722"/>
                      <a:pt x="108456" y="14216"/>
                    </a:cubicBezTo>
                    <a:cubicBezTo>
                      <a:pt x="108456" y="13711"/>
                      <a:pt x="108445" y="13300"/>
                      <a:pt x="108424" y="12984"/>
                    </a:cubicBezTo>
                    <a:cubicBezTo>
                      <a:pt x="108361" y="11637"/>
                      <a:pt x="108021" y="10604"/>
                      <a:pt x="107409" y="9888"/>
                    </a:cubicBezTo>
                    <a:cubicBezTo>
                      <a:pt x="106795" y="9173"/>
                      <a:pt x="105928" y="8814"/>
                      <a:pt x="104809" y="8814"/>
                    </a:cubicBezTo>
                    <a:cubicBezTo>
                      <a:pt x="103688" y="8814"/>
                      <a:pt x="102820" y="9173"/>
                      <a:pt x="102208" y="9888"/>
                    </a:cubicBezTo>
                    <a:cubicBezTo>
                      <a:pt x="101594" y="10604"/>
                      <a:pt x="101257" y="11637"/>
                      <a:pt x="101194" y="12984"/>
                    </a:cubicBezTo>
                    <a:cubicBezTo>
                      <a:pt x="101171" y="13300"/>
                      <a:pt x="101162" y="13711"/>
                      <a:pt x="101162" y="14216"/>
                    </a:cubicBezTo>
                    <a:cubicBezTo>
                      <a:pt x="101162" y="14722"/>
                      <a:pt x="101171" y="15132"/>
                      <a:pt x="101194" y="15448"/>
                    </a:cubicBezTo>
                    <a:cubicBezTo>
                      <a:pt x="101257" y="16818"/>
                      <a:pt x="101594" y="17861"/>
                      <a:pt x="102208" y="18576"/>
                    </a:cubicBezTo>
                    <a:cubicBezTo>
                      <a:pt x="102820" y="19271"/>
                      <a:pt x="103688" y="19618"/>
                      <a:pt x="104809" y="19618"/>
                    </a:cubicBezTo>
                    <a:close/>
                    <a:moveTo>
                      <a:pt x="117043" y="22430"/>
                    </a:moveTo>
                    <a:cubicBezTo>
                      <a:pt x="116833" y="22430"/>
                      <a:pt x="116651" y="22356"/>
                      <a:pt x="116504" y="22209"/>
                    </a:cubicBezTo>
                    <a:cubicBezTo>
                      <a:pt x="116357" y="22062"/>
                      <a:pt x="116282" y="21882"/>
                      <a:pt x="116282" y="21672"/>
                    </a:cubicBezTo>
                    <a:lnTo>
                      <a:pt x="116282" y="6792"/>
                    </a:lnTo>
                    <a:cubicBezTo>
                      <a:pt x="116282" y="6560"/>
                      <a:pt x="116357" y="6370"/>
                      <a:pt x="116504" y="6224"/>
                    </a:cubicBezTo>
                    <a:cubicBezTo>
                      <a:pt x="116651" y="6077"/>
                      <a:pt x="116833" y="6002"/>
                      <a:pt x="117043" y="6002"/>
                    </a:cubicBezTo>
                    <a:lnTo>
                      <a:pt x="119612" y="6002"/>
                    </a:lnTo>
                    <a:cubicBezTo>
                      <a:pt x="119823" y="6002"/>
                      <a:pt x="120004" y="6077"/>
                      <a:pt x="120151" y="6224"/>
                    </a:cubicBezTo>
                    <a:cubicBezTo>
                      <a:pt x="120321" y="6370"/>
                      <a:pt x="120405" y="6560"/>
                      <a:pt x="120405" y="6792"/>
                    </a:cubicBezTo>
                    <a:lnTo>
                      <a:pt x="120405" y="8088"/>
                    </a:lnTo>
                    <a:cubicBezTo>
                      <a:pt x="120892" y="7413"/>
                      <a:pt x="121515" y="6898"/>
                      <a:pt x="122276" y="6540"/>
                    </a:cubicBezTo>
                    <a:cubicBezTo>
                      <a:pt x="123057" y="6181"/>
                      <a:pt x="123957" y="6002"/>
                      <a:pt x="124971" y="6002"/>
                    </a:cubicBezTo>
                    <a:lnTo>
                      <a:pt x="126272" y="6002"/>
                    </a:lnTo>
                    <a:cubicBezTo>
                      <a:pt x="126505" y="6002"/>
                      <a:pt x="126684" y="6077"/>
                      <a:pt x="126811" y="6224"/>
                    </a:cubicBezTo>
                    <a:cubicBezTo>
                      <a:pt x="126958" y="6370"/>
                      <a:pt x="127033" y="6551"/>
                      <a:pt x="127033" y="6761"/>
                    </a:cubicBezTo>
                    <a:lnTo>
                      <a:pt x="127033" y="9035"/>
                    </a:lnTo>
                    <a:cubicBezTo>
                      <a:pt x="127033" y="9245"/>
                      <a:pt x="126958" y="9426"/>
                      <a:pt x="126811" y="9572"/>
                    </a:cubicBezTo>
                    <a:cubicBezTo>
                      <a:pt x="126684" y="9719"/>
                      <a:pt x="126505" y="9793"/>
                      <a:pt x="126272" y="9793"/>
                    </a:cubicBezTo>
                    <a:lnTo>
                      <a:pt x="123798" y="9793"/>
                    </a:lnTo>
                    <a:cubicBezTo>
                      <a:pt x="122783" y="9793"/>
                      <a:pt x="121990" y="10078"/>
                      <a:pt x="121420" y="10646"/>
                    </a:cubicBezTo>
                    <a:cubicBezTo>
                      <a:pt x="120869" y="11215"/>
                      <a:pt x="120595" y="11994"/>
                      <a:pt x="120595" y="12984"/>
                    </a:cubicBezTo>
                    <a:lnTo>
                      <a:pt x="120595" y="21672"/>
                    </a:lnTo>
                    <a:cubicBezTo>
                      <a:pt x="120595" y="21882"/>
                      <a:pt x="120520" y="22062"/>
                      <a:pt x="120373" y="22209"/>
                    </a:cubicBezTo>
                    <a:cubicBezTo>
                      <a:pt x="120226" y="22356"/>
                      <a:pt x="120036" y="22430"/>
                      <a:pt x="119802" y="22430"/>
                    </a:cubicBezTo>
                    <a:lnTo>
                      <a:pt x="117043" y="22430"/>
                    </a:lnTo>
                    <a:close/>
                    <a:moveTo>
                      <a:pt x="132487" y="28433"/>
                    </a:moveTo>
                    <a:cubicBezTo>
                      <a:pt x="132318" y="28433"/>
                      <a:pt x="132170" y="28369"/>
                      <a:pt x="132043" y="28243"/>
                    </a:cubicBezTo>
                    <a:cubicBezTo>
                      <a:pt x="131917" y="28117"/>
                      <a:pt x="131853" y="27970"/>
                      <a:pt x="131853" y="27801"/>
                    </a:cubicBezTo>
                    <a:cubicBezTo>
                      <a:pt x="131853" y="27717"/>
                      <a:pt x="131853" y="27631"/>
                      <a:pt x="131853" y="27548"/>
                    </a:cubicBezTo>
                    <a:cubicBezTo>
                      <a:pt x="131874" y="27485"/>
                      <a:pt x="131917" y="27401"/>
                      <a:pt x="131980" y="27295"/>
                    </a:cubicBezTo>
                    <a:lnTo>
                      <a:pt x="134454" y="21451"/>
                    </a:lnTo>
                    <a:lnTo>
                      <a:pt x="128365" y="7140"/>
                    </a:lnTo>
                    <a:cubicBezTo>
                      <a:pt x="128281" y="6930"/>
                      <a:pt x="128238" y="6781"/>
                      <a:pt x="128238" y="6697"/>
                    </a:cubicBezTo>
                    <a:cubicBezTo>
                      <a:pt x="128258" y="6508"/>
                      <a:pt x="128333" y="6350"/>
                      <a:pt x="128460" y="6224"/>
                    </a:cubicBezTo>
                    <a:cubicBezTo>
                      <a:pt x="128587" y="6077"/>
                      <a:pt x="128745" y="6002"/>
                      <a:pt x="128936" y="6002"/>
                    </a:cubicBezTo>
                    <a:lnTo>
                      <a:pt x="131504" y="6002"/>
                    </a:lnTo>
                    <a:cubicBezTo>
                      <a:pt x="131758" y="6002"/>
                      <a:pt x="131948" y="6066"/>
                      <a:pt x="132075" y="6192"/>
                    </a:cubicBezTo>
                    <a:cubicBezTo>
                      <a:pt x="132202" y="6318"/>
                      <a:pt x="132297" y="6456"/>
                      <a:pt x="132361" y="6603"/>
                    </a:cubicBezTo>
                    <a:lnTo>
                      <a:pt x="136578" y="16933"/>
                    </a:lnTo>
                    <a:lnTo>
                      <a:pt x="140923" y="6603"/>
                    </a:lnTo>
                    <a:cubicBezTo>
                      <a:pt x="140986" y="6433"/>
                      <a:pt x="141082" y="6298"/>
                      <a:pt x="141208" y="6192"/>
                    </a:cubicBezTo>
                    <a:cubicBezTo>
                      <a:pt x="141335" y="6066"/>
                      <a:pt x="141526" y="6002"/>
                      <a:pt x="141779" y="6002"/>
                    </a:cubicBezTo>
                    <a:lnTo>
                      <a:pt x="144316" y="6002"/>
                    </a:lnTo>
                    <a:cubicBezTo>
                      <a:pt x="144486" y="6002"/>
                      <a:pt x="144633" y="6066"/>
                      <a:pt x="144760" y="6192"/>
                    </a:cubicBezTo>
                    <a:cubicBezTo>
                      <a:pt x="144908" y="6318"/>
                      <a:pt x="144982" y="6465"/>
                      <a:pt x="144982" y="6634"/>
                    </a:cubicBezTo>
                    <a:cubicBezTo>
                      <a:pt x="144982" y="6761"/>
                      <a:pt x="144939" y="6930"/>
                      <a:pt x="144855" y="7140"/>
                    </a:cubicBezTo>
                    <a:lnTo>
                      <a:pt x="135881" y="27832"/>
                    </a:lnTo>
                    <a:cubicBezTo>
                      <a:pt x="135797" y="28002"/>
                      <a:pt x="135690" y="28137"/>
                      <a:pt x="135564" y="28243"/>
                    </a:cubicBezTo>
                    <a:cubicBezTo>
                      <a:pt x="135437" y="28369"/>
                      <a:pt x="135246" y="28433"/>
                      <a:pt x="134993" y="28433"/>
                    </a:cubicBezTo>
                    <a:lnTo>
                      <a:pt x="132487" y="28433"/>
                    </a:lnTo>
                    <a:close/>
                    <a:moveTo>
                      <a:pt x="156659" y="22746"/>
                    </a:moveTo>
                    <a:cubicBezTo>
                      <a:pt x="154693" y="22746"/>
                      <a:pt x="153024" y="22410"/>
                      <a:pt x="151649" y="21735"/>
                    </a:cubicBezTo>
                    <a:cubicBezTo>
                      <a:pt x="150296" y="21040"/>
                      <a:pt x="149259" y="20061"/>
                      <a:pt x="148541" y="18797"/>
                    </a:cubicBezTo>
                    <a:cubicBezTo>
                      <a:pt x="147823" y="17513"/>
                      <a:pt x="147420" y="15974"/>
                      <a:pt x="147336" y="14185"/>
                    </a:cubicBezTo>
                    <a:cubicBezTo>
                      <a:pt x="147315" y="13320"/>
                      <a:pt x="147304" y="12395"/>
                      <a:pt x="147304" y="11405"/>
                    </a:cubicBezTo>
                    <a:cubicBezTo>
                      <a:pt x="147304" y="10414"/>
                      <a:pt x="147315" y="9466"/>
                      <a:pt x="147336" y="8561"/>
                    </a:cubicBezTo>
                    <a:cubicBezTo>
                      <a:pt x="147420" y="6792"/>
                      <a:pt x="147823" y="5265"/>
                      <a:pt x="148541" y="3981"/>
                    </a:cubicBezTo>
                    <a:cubicBezTo>
                      <a:pt x="149282" y="2697"/>
                      <a:pt x="150328" y="1717"/>
                      <a:pt x="151680" y="1043"/>
                    </a:cubicBezTo>
                    <a:cubicBezTo>
                      <a:pt x="153055" y="347"/>
                      <a:pt x="154714" y="0"/>
                      <a:pt x="156659" y="0"/>
                    </a:cubicBezTo>
                    <a:cubicBezTo>
                      <a:pt x="158098" y="0"/>
                      <a:pt x="159387" y="190"/>
                      <a:pt x="160528" y="569"/>
                    </a:cubicBezTo>
                    <a:cubicBezTo>
                      <a:pt x="161670" y="948"/>
                      <a:pt x="162642" y="1474"/>
                      <a:pt x="163446" y="2148"/>
                    </a:cubicBezTo>
                    <a:cubicBezTo>
                      <a:pt x="164250" y="2800"/>
                      <a:pt x="164873" y="3570"/>
                      <a:pt x="165317" y="4454"/>
                    </a:cubicBezTo>
                    <a:cubicBezTo>
                      <a:pt x="165761" y="5339"/>
                      <a:pt x="165994" y="6298"/>
                      <a:pt x="166015" y="7329"/>
                    </a:cubicBezTo>
                    <a:cubicBezTo>
                      <a:pt x="166035" y="7519"/>
                      <a:pt x="165972" y="7677"/>
                      <a:pt x="165824" y="7803"/>
                    </a:cubicBezTo>
                    <a:cubicBezTo>
                      <a:pt x="165698" y="7930"/>
                      <a:pt x="165539" y="7993"/>
                      <a:pt x="165349" y="7993"/>
                    </a:cubicBezTo>
                    <a:lnTo>
                      <a:pt x="162336" y="7993"/>
                    </a:lnTo>
                    <a:cubicBezTo>
                      <a:pt x="162103" y="7993"/>
                      <a:pt x="161912" y="7941"/>
                      <a:pt x="161765" y="7835"/>
                    </a:cubicBezTo>
                    <a:cubicBezTo>
                      <a:pt x="161618" y="7708"/>
                      <a:pt x="161512" y="7508"/>
                      <a:pt x="161448" y="7234"/>
                    </a:cubicBezTo>
                    <a:cubicBezTo>
                      <a:pt x="161111" y="5844"/>
                      <a:pt x="160528" y="4897"/>
                      <a:pt x="159704" y="4391"/>
                    </a:cubicBezTo>
                    <a:cubicBezTo>
                      <a:pt x="158879" y="3886"/>
                      <a:pt x="157853" y="3633"/>
                      <a:pt x="156628" y="3633"/>
                    </a:cubicBezTo>
                    <a:cubicBezTo>
                      <a:pt x="155212" y="3633"/>
                      <a:pt x="154079" y="4032"/>
                      <a:pt x="153234" y="4834"/>
                    </a:cubicBezTo>
                    <a:cubicBezTo>
                      <a:pt x="152390" y="5612"/>
                      <a:pt x="151934" y="6907"/>
                      <a:pt x="151871" y="8719"/>
                    </a:cubicBezTo>
                    <a:cubicBezTo>
                      <a:pt x="151807" y="10446"/>
                      <a:pt x="151807" y="12215"/>
                      <a:pt x="151871" y="14027"/>
                    </a:cubicBezTo>
                    <a:cubicBezTo>
                      <a:pt x="151934" y="15839"/>
                      <a:pt x="152390" y="17143"/>
                      <a:pt x="153234" y="17944"/>
                    </a:cubicBezTo>
                    <a:cubicBezTo>
                      <a:pt x="154079" y="18723"/>
                      <a:pt x="155212" y="19113"/>
                      <a:pt x="156628" y="19113"/>
                    </a:cubicBezTo>
                    <a:cubicBezTo>
                      <a:pt x="157853" y="19113"/>
                      <a:pt x="158879" y="18860"/>
                      <a:pt x="159704" y="18355"/>
                    </a:cubicBezTo>
                    <a:cubicBezTo>
                      <a:pt x="160528" y="17829"/>
                      <a:pt x="161111" y="16881"/>
                      <a:pt x="161448" y="15512"/>
                    </a:cubicBezTo>
                    <a:cubicBezTo>
                      <a:pt x="161512" y="15216"/>
                      <a:pt x="161618" y="15017"/>
                      <a:pt x="161765" y="14911"/>
                    </a:cubicBezTo>
                    <a:cubicBezTo>
                      <a:pt x="161912" y="14805"/>
                      <a:pt x="162103" y="14753"/>
                      <a:pt x="162336" y="14753"/>
                    </a:cubicBezTo>
                    <a:lnTo>
                      <a:pt x="165349" y="14753"/>
                    </a:lnTo>
                    <a:cubicBezTo>
                      <a:pt x="165539" y="14753"/>
                      <a:pt x="165698" y="14817"/>
                      <a:pt x="165824" y="14943"/>
                    </a:cubicBezTo>
                    <a:cubicBezTo>
                      <a:pt x="165972" y="15069"/>
                      <a:pt x="166035" y="15227"/>
                      <a:pt x="166015" y="15417"/>
                    </a:cubicBezTo>
                    <a:cubicBezTo>
                      <a:pt x="165994" y="16448"/>
                      <a:pt x="165761" y="17407"/>
                      <a:pt x="165317" y="18292"/>
                    </a:cubicBezTo>
                    <a:cubicBezTo>
                      <a:pt x="164873" y="19176"/>
                      <a:pt x="164250" y="19955"/>
                      <a:pt x="163446" y="20629"/>
                    </a:cubicBezTo>
                    <a:cubicBezTo>
                      <a:pt x="162642" y="21282"/>
                      <a:pt x="161670" y="21798"/>
                      <a:pt x="160528" y="22177"/>
                    </a:cubicBezTo>
                    <a:cubicBezTo>
                      <a:pt x="159387" y="22556"/>
                      <a:pt x="158098" y="22746"/>
                      <a:pt x="156659" y="22746"/>
                    </a:cubicBezTo>
                    <a:close/>
                    <a:moveTo>
                      <a:pt x="170187" y="22430"/>
                    </a:moveTo>
                    <a:cubicBezTo>
                      <a:pt x="169977" y="22430"/>
                      <a:pt x="169798" y="22356"/>
                      <a:pt x="169648" y="22209"/>
                    </a:cubicBezTo>
                    <a:cubicBezTo>
                      <a:pt x="169501" y="22062"/>
                      <a:pt x="169426" y="21882"/>
                      <a:pt x="169426" y="21672"/>
                    </a:cubicBezTo>
                    <a:lnTo>
                      <a:pt x="169426" y="758"/>
                    </a:lnTo>
                    <a:cubicBezTo>
                      <a:pt x="169426" y="548"/>
                      <a:pt x="169501" y="368"/>
                      <a:pt x="169648" y="221"/>
                    </a:cubicBezTo>
                    <a:cubicBezTo>
                      <a:pt x="169798" y="74"/>
                      <a:pt x="169977" y="0"/>
                      <a:pt x="170187" y="0"/>
                    </a:cubicBezTo>
                    <a:lnTo>
                      <a:pt x="173010" y="0"/>
                    </a:lnTo>
                    <a:cubicBezTo>
                      <a:pt x="173243" y="0"/>
                      <a:pt x="173422" y="74"/>
                      <a:pt x="173549" y="221"/>
                    </a:cubicBezTo>
                    <a:cubicBezTo>
                      <a:pt x="173698" y="368"/>
                      <a:pt x="173771" y="548"/>
                      <a:pt x="173771" y="758"/>
                    </a:cubicBezTo>
                    <a:lnTo>
                      <a:pt x="173771" y="7961"/>
                    </a:lnTo>
                    <a:cubicBezTo>
                      <a:pt x="174342" y="7286"/>
                      <a:pt x="175039" y="6740"/>
                      <a:pt x="175864" y="6318"/>
                    </a:cubicBezTo>
                    <a:cubicBezTo>
                      <a:pt x="176688" y="5896"/>
                      <a:pt x="177703" y="5686"/>
                      <a:pt x="178908" y="5686"/>
                    </a:cubicBezTo>
                    <a:cubicBezTo>
                      <a:pt x="180199" y="5686"/>
                      <a:pt x="181319" y="5982"/>
                      <a:pt x="182270" y="6571"/>
                    </a:cubicBezTo>
                    <a:cubicBezTo>
                      <a:pt x="183244" y="7140"/>
                      <a:pt x="183994" y="7950"/>
                      <a:pt x="184522" y="9004"/>
                    </a:cubicBezTo>
                    <a:cubicBezTo>
                      <a:pt x="185051" y="10057"/>
                      <a:pt x="185314" y="11321"/>
                      <a:pt x="185314" y="12795"/>
                    </a:cubicBezTo>
                    <a:lnTo>
                      <a:pt x="185314" y="21672"/>
                    </a:lnTo>
                    <a:cubicBezTo>
                      <a:pt x="185314" y="21882"/>
                      <a:pt x="185242" y="22062"/>
                      <a:pt x="185092" y="22209"/>
                    </a:cubicBezTo>
                    <a:cubicBezTo>
                      <a:pt x="184945" y="22356"/>
                      <a:pt x="184766" y="22430"/>
                      <a:pt x="184553" y="22430"/>
                    </a:cubicBezTo>
                    <a:lnTo>
                      <a:pt x="181699" y="22430"/>
                    </a:lnTo>
                    <a:cubicBezTo>
                      <a:pt x="181488" y="22430"/>
                      <a:pt x="181309" y="22356"/>
                      <a:pt x="181160" y="22209"/>
                    </a:cubicBezTo>
                    <a:cubicBezTo>
                      <a:pt x="181013" y="22062"/>
                      <a:pt x="180938" y="21882"/>
                      <a:pt x="180938" y="21672"/>
                    </a:cubicBezTo>
                    <a:lnTo>
                      <a:pt x="180938" y="12984"/>
                    </a:lnTo>
                    <a:cubicBezTo>
                      <a:pt x="180938" y="11763"/>
                      <a:pt x="180632" y="10804"/>
                      <a:pt x="180018" y="10109"/>
                    </a:cubicBezTo>
                    <a:cubicBezTo>
                      <a:pt x="179427" y="9414"/>
                      <a:pt x="178559" y="9067"/>
                      <a:pt x="177418" y="9067"/>
                    </a:cubicBezTo>
                    <a:cubicBezTo>
                      <a:pt x="176319" y="9067"/>
                      <a:pt x="175431" y="9414"/>
                      <a:pt x="174754" y="10109"/>
                    </a:cubicBezTo>
                    <a:cubicBezTo>
                      <a:pt x="174099" y="10804"/>
                      <a:pt x="173771" y="11763"/>
                      <a:pt x="173771" y="12984"/>
                    </a:cubicBezTo>
                    <a:lnTo>
                      <a:pt x="173771" y="21672"/>
                    </a:lnTo>
                    <a:cubicBezTo>
                      <a:pt x="173771" y="21882"/>
                      <a:pt x="173698" y="22062"/>
                      <a:pt x="173549" y="22209"/>
                    </a:cubicBezTo>
                    <a:cubicBezTo>
                      <a:pt x="173422" y="22356"/>
                      <a:pt x="173243" y="22430"/>
                      <a:pt x="173010" y="22430"/>
                    </a:cubicBezTo>
                    <a:lnTo>
                      <a:pt x="170187" y="22430"/>
                    </a:lnTo>
                    <a:close/>
                    <a:moveTo>
                      <a:pt x="196443" y="22746"/>
                    </a:moveTo>
                    <a:cubicBezTo>
                      <a:pt x="194097" y="22746"/>
                      <a:pt x="192237" y="22071"/>
                      <a:pt x="190862" y="20724"/>
                    </a:cubicBezTo>
                    <a:cubicBezTo>
                      <a:pt x="189487" y="19377"/>
                      <a:pt x="188748" y="17459"/>
                      <a:pt x="188642" y="14975"/>
                    </a:cubicBezTo>
                    <a:cubicBezTo>
                      <a:pt x="188622" y="14765"/>
                      <a:pt x="188610" y="14501"/>
                      <a:pt x="188610" y="14185"/>
                    </a:cubicBezTo>
                    <a:cubicBezTo>
                      <a:pt x="188610" y="13848"/>
                      <a:pt x="188622" y="13584"/>
                      <a:pt x="188642" y="13395"/>
                    </a:cubicBezTo>
                    <a:cubicBezTo>
                      <a:pt x="188726" y="11815"/>
                      <a:pt x="189086" y="10446"/>
                      <a:pt x="189720" y="9288"/>
                    </a:cubicBezTo>
                    <a:cubicBezTo>
                      <a:pt x="190375" y="8130"/>
                      <a:pt x="191274" y="7246"/>
                      <a:pt x="192416" y="6634"/>
                    </a:cubicBezTo>
                    <a:cubicBezTo>
                      <a:pt x="193557" y="6002"/>
                      <a:pt x="194901" y="5686"/>
                      <a:pt x="196443" y="5686"/>
                    </a:cubicBezTo>
                    <a:cubicBezTo>
                      <a:pt x="198156" y="5686"/>
                      <a:pt x="199594" y="6045"/>
                      <a:pt x="200756" y="6761"/>
                    </a:cubicBezTo>
                    <a:cubicBezTo>
                      <a:pt x="201918" y="7456"/>
                      <a:pt x="202797" y="8435"/>
                      <a:pt x="203388" y="9699"/>
                    </a:cubicBezTo>
                    <a:cubicBezTo>
                      <a:pt x="203980" y="10942"/>
                      <a:pt x="204276" y="12384"/>
                      <a:pt x="204276" y="14027"/>
                    </a:cubicBezTo>
                    <a:lnTo>
                      <a:pt x="204276" y="14690"/>
                    </a:lnTo>
                    <a:cubicBezTo>
                      <a:pt x="204276" y="14900"/>
                      <a:pt x="204202" y="15081"/>
                      <a:pt x="204054" y="15227"/>
                    </a:cubicBezTo>
                    <a:cubicBezTo>
                      <a:pt x="203907" y="15374"/>
                      <a:pt x="203717" y="15448"/>
                      <a:pt x="203484" y="15448"/>
                    </a:cubicBezTo>
                    <a:lnTo>
                      <a:pt x="192955" y="15448"/>
                    </a:lnTo>
                    <a:cubicBezTo>
                      <a:pt x="192955" y="15448"/>
                      <a:pt x="192955" y="15480"/>
                      <a:pt x="192955" y="15543"/>
                    </a:cubicBezTo>
                    <a:cubicBezTo>
                      <a:pt x="192955" y="15606"/>
                      <a:pt x="192955" y="15658"/>
                      <a:pt x="192955" y="15701"/>
                    </a:cubicBezTo>
                    <a:cubicBezTo>
                      <a:pt x="192975" y="16439"/>
                      <a:pt x="193113" y="17123"/>
                      <a:pt x="193367" y="17755"/>
                    </a:cubicBezTo>
                    <a:cubicBezTo>
                      <a:pt x="193641" y="18366"/>
                      <a:pt x="194033" y="18860"/>
                      <a:pt x="194540" y="19239"/>
                    </a:cubicBezTo>
                    <a:cubicBezTo>
                      <a:pt x="195068" y="19618"/>
                      <a:pt x="195693" y="19808"/>
                      <a:pt x="196412" y="19808"/>
                    </a:cubicBezTo>
                    <a:cubicBezTo>
                      <a:pt x="197003" y="19808"/>
                      <a:pt x="197501" y="19725"/>
                      <a:pt x="197902" y="19555"/>
                    </a:cubicBezTo>
                    <a:cubicBezTo>
                      <a:pt x="198303" y="19366"/>
                      <a:pt x="198632" y="19156"/>
                      <a:pt x="198885" y="18923"/>
                    </a:cubicBezTo>
                    <a:cubicBezTo>
                      <a:pt x="199139" y="18691"/>
                      <a:pt x="199318" y="18501"/>
                      <a:pt x="199424" y="18355"/>
                    </a:cubicBezTo>
                    <a:cubicBezTo>
                      <a:pt x="199615" y="18102"/>
                      <a:pt x="199762" y="17955"/>
                      <a:pt x="199868" y="17912"/>
                    </a:cubicBezTo>
                    <a:cubicBezTo>
                      <a:pt x="199995" y="17849"/>
                      <a:pt x="200174" y="17818"/>
                      <a:pt x="200407" y="17818"/>
                    </a:cubicBezTo>
                    <a:lnTo>
                      <a:pt x="203135" y="17818"/>
                    </a:lnTo>
                    <a:cubicBezTo>
                      <a:pt x="203345" y="17818"/>
                      <a:pt x="203515" y="17881"/>
                      <a:pt x="203642" y="18007"/>
                    </a:cubicBezTo>
                    <a:cubicBezTo>
                      <a:pt x="203789" y="18134"/>
                      <a:pt x="203853" y="18292"/>
                      <a:pt x="203832" y="18481"/>
                    </a:cubicBezTo>
                    <a:cubicBezTo>
                      <a:pt x="203812" y="18817"/>
                      <a:pt x="203631" y="19228"/>
                      <a:pt x="203293" y="19713"/>
                    </a:cubicBezTo>
                    <a:cubicBezTo>
                      <a:pt x="202976" y="20198"/>
                      <a:pt x="202512" y="20672"/>
                      <a:pt x="201898" y="21135"/>
                    </a:cubicBezTo>
                    <a:cubicBezTo>
                      <a:pt x="201284" y="21597"/>
                      <a:pt x="200514" y="21988"/>
                      <a:pt x="199583" y="22304"/>
                    </a:cubicBezTo>
                    <a:cubicBezTo>
                      <a:pt x="198675" y="22599"/>
                      <a:pt x="197628" y="22746"/>
                      <a:pt x="196443" y="22746"/>
                    </a:cubicBezTo>
                    <a:close/>
                    <a:moveTo>
                      <a:pt x="192955" y="12795"/>
                    </a:moveTo>
                    <a:lnTo>
                      <a:pt x="199963" y="12795"/>
                    </a:lnTo>
                    <a:lnTo>
                      <a:pt x="199963" y="12700"/>
                    </a:lnTo>
                    <a:cubicBezTo>
                      <a:pt x="199963" y="11879"/>
                      <a:pt x="199825" y="11163"/>
                      <a:pt x="199551" y="10552"/>
                    </a:cubicBezTo>
                    <a:cubicBezTo>
                      <a:pt x="199277" y="9940"/>
                      <a:pt x="198874" y="9457"/>
                      <a:pt x="198346" y="9098"/>
                    </a:cubicBezTo>
                    <a:cubicBezTo>
                      <a:pt x="197818" y="8740"/>
                      <a:pt x="197184" y="8561"/>
                      <a:pt x="196443" y="8561"/>
                    </a:cubicBezTo>
                    <a:cubicBezTo>
                      <a:pt x="195703" y="8561"/>
                      <a:pt x="195068" y="8740"/>
                      <a:pt x="194540" y="9098"/>
                    </a:cubicBezTo>
                    <a:cubicBezTo>
                      <a:pt x="194013" y="9457"/>
                      <a:pt x="193609" y="9940"/>
                      <a:pt x="193335" y="10552"/>
                    </a:cubicBezTo>
                    <a:cubicBezTo>
                      <a:pt x="193082" y="11163"/>
                      <a:pt x="192955" y="11879"/>
                      <a:pt x="192955" y="12700"/>
                    </a:cubicBezTo>
                    <a:lnTo>
                      <a:pt x="192955" y="12795"/>
                    </a:lnTo>
                    <a:close/>
                    <a:moveTo>
                      <a:pt x="214778" y="22746"/>
                    </a:moveTo>
                    <a:cubicBezTo>
                      <a:pt x="213256" y="22746"/>
                      <a:pt x="211912" y="22462"/>
                      <a:pt x="210750" y="21893"/>
                    </a:cubicBezTo>
                    <a:cubicBezTo>
                      <a:pt x="209609" y="21324"/>
                      <a:pt x="208709" y="20503"/>
                      <a:pt x="208055" y="19429"/>
                    </a:cubicBezTo>
                    <a:cubicBezTo>
                      <a:pt x="207420" y="18334"/>
                      <a:pt x="207072" y="17017"/>
                      <a:pt x="207008" y="15480"/>
                    </a:cubicBezTo>
                    <a:cubicBezTo>
                      <a:pt x="206988" y="15164"/>
                      <a:pt x="206976" y="14753"/>
                      <a:pt x="206976" y="14248"/>
                    </a:cubicBezTo>
                    <a:cubicBezTo>
                      <a:pt x="206976" y="13722"/>
                      <a:pt x="206988" y="13289"/>
                      <a:pt x="207008" y="12953"/>
                    </a:cubicBezTo>
                    <a:cubicBezTo>
                      <a:pt x="207072" y="11416"/>
                      <a:pt x="207420" y="10109"/>
                      <a:pt x="208055" y="9035"/>
                    </a:cubicBezTo>
                    <a:cubicBezTo>
                      <a:pt x="208709" y="7941"/>
                      <a:pt x="209609" y="7108"/>
                      <a:pt x="210750" y="6540"/>
                    </a:cubicBezTo>
                    <a:cubicBezTo>
                      <a:pt x="211912" y="5971"/>
                      <a:pt x="213256" y="5686"/>
                      <a:pt x="214778" y="5686"/>
                    </a:cubicBezTo>
                    <a:cubicBezTo>
                      <a:pt x="216130" y="5686"/>
                      <a:pt x="217283" y="5876"/>
                      <a:pt x="218235" y="6255"/>
                    </a:cubicBezTo>
                    <a:cubicBezTo>
                      <a:pt x="219186" y="6634"/>
                      <a:pt x="219967" y="7108"/>
                      <a:pt x="220581" y="7677"/>
                    </a:cubicBezTo>
                    <a:cubicBezTo>
                      <a:pt x="221195" y="8245"/>
                      <a:pt x="221648" y="8846"/>
                      <a:pt x="221945" y="9478"/>
                    </a:cubicBezTo>
                    <a:cubicBezTo>
                      <a:pt x="222262" y="10089"/>
                      <a:pt x="222432" y="10646"/>
                      <a:pt x="222452" y="11152"/>
                    </a:cubicBezTo>
                    <a:cubicBezTo>
                      <a:pt x="222473" y="11384"/>
                      <a:pt x="222400" y="11574"/>
                      <a:pt x="222230" y="11721"/>
                    </a:cubicBezTo>
                    <a:cubicBezTo>
                      <a:pt x="222083" y="11847"/>
                      <a:pt x="221902" y="11910"/>
                      <a:pt x="221691" y="11910"/>
                    </a:cubicBezTo>
                    <a:lnTo>
                      <a:pt x="218901" y="11910"/>
                    </a:lnTo>
                    <a:cubicBezTo>
                      <a:pt x="218690" y="11910"/>
                      <a:pt x="218520" y="11858"/>
                      <a:pt x="218393" y="11752"/>
                    </a:cubicBezTo>
                    <a:cubicBezTo>
                      <a:pt x="218287" y="11646"/>
                      <a:pt x="218182" y="11488"/>
                      <a:pt x="218076" y="11278"/>
                    </a:cubicBezTo>
                    <a:cubicBezTo>
                      <a:pt x="217759" y="10437"/>
                      <a:pt x="217335" y="9845"/>
                      <a:pt x="216808" y="9509"/>
                    </a:cubicBezTo>
                    <a:cubicBezTo>
                      <a:pt x="216300" y="9150"/>
                      <a:pt x="215645" y="8972"/>
                      <a:pt x="214841" y="8972"/>
                    </a:cubicBezTo>
                    <a:cubicBezTo>
                      <a:pt x="213783" y="8972"/>
                      <a:pt x="212939" y="9308"/>
                      <a:pt x="212304" y="9983"/>
                    </a:cubicBezTo>
                    <a:cubicBezTo>
                      <a:pt x="211690" y="10635"/>
                      <a:pt x="211364" y="11678"/>
                      <a:pt x="211321" y="13111"/>
                    </a:cubicBezTo>
                    <a:cubicBezTo>
                      <a:pt x="211278" y="13912"/>
                      <a:pt x="211278" y="14647"/>
                      <a:pt x="211321" y="15322"/>
                    </a:cubicBezTo>
                    <a:cubicBezTo>
                      <a:pt x="211364" y="16775"/>
                      <a:pt x="211690" y="17829"/>
                      <a:pt x="212304" y="18481"/>
                    </a:cubicBezTo>
                    <a:cubicBezTo>
                      <a:pt x="212939" y="19133"/>
                      <a:pt x="213783" y="19460"/>
                      <a:pt x="214841" y="19460"/>
                    </a:cubicBezTo>
                    <a:cubicBezTo>
                      <a:pt x="215666" y="19460"/>
                      <a:pt x="216332" y="19291"/>
                      <a:pt x="216839" y="18955"/>
                    </a:cubicBezTo>
                    <a:cubicBezTo>
                      <a:pt x="217347" y="18596"/>
                      <a:pt x="217759" y="17996"/>
                      <a:pt x="218076" y="17154"/>
                    </a:cubicBezTo>
                    <a:cubicBezTo>
                      <a:pt x="218182" y="16944"/>
                      <a:pt x="218287" y="16786"/>
                      <a:pt x="218393" y="16680"/>
                    </a:cubicBezTo>
                    <a:cubicBezTo>
                      <a:pt x="218520" y="16574"/>
                      <a:pt x="218690" y="16522"/>
                      <a:pt x="218901" y="16522"/>
                    </a:cubicBezTo>
                    <a:lnTo>
                      <a:pt x="221691" y="16522"/>
                    </a:lnTo>
                    <a:cubicBezTo>
                      <a:pt x="221902" y="16522"/>
                      <a:pt x="222083" y="16597"/>
                      <a:pt x="222230" y="16744"/>
                    </a:cubicBezTo>
                    <a:cubicBezTo>
                      <a:pt x="222400" y="16870"/>
                      <a:pt x="222473" y="17048"/>
                      <a:pt x="222452" y="17281"/>
                    </a:cubicBezTo>
                    <a:cubicBezTo>
                      <a:pt x="222432" y="17660"/>
                      <a:pt x="222325" y="18091"/>
                      <a:pt x="222135" y="18576"/>
                    </a:cubicBezTo>
                    <a:cubicBezTo>
                      <a:pt x="221965" y="19039"/>
                      <a:pt x="221680" y="19524"/>
                      <a:pt x="221279" y="20029"/>
                    </a:cubicBezTo>
                    <a:cubicBezTo>
                      <a:pt x="220898" y="20514"/>
                      <a:pt x="220411" y="20966"/>
                      <a:pt x="219820" y="21388"/>
                    </a:cubicBezTo>
                    <a:cubicBezTo>
                      <a:pt x="219229" y="21787"/>
                      <a:pt x="218509" y="22114"/>
                      <a:pt x="217664" y="22367"/>
                    </a:cubicBezTo>
                    <a:cubicBezTo>
                      <a:pt x="216839" y="22620"/>
                      <a:pt x="215876" y="22746"/>
                      <a:pt x="214778" y="22746"/>
                    </a:cubicBezTo>
                    <a:close/>
                    <a:moveTo>
                      <a:pt x="226552" y="22430"/>
                    </a:moveTo>
                    <a:cubicBezTo>
                      <a:pt x="226342" y="22430"/>
                      <a:pt x="226160" y="22356"/>
                      <a:pt x="226013" y="22209"/>
                    </a:cubicBezTo>
                    <a:cubicBezTo>
                      <a:pt x="225866" y="22062"/>
                      <a:pt x="225791" y="21882"/>
                      <a:pt x="225791" y="21672"/>
                    </a:cubicBezTo>
                    <a:lnTo>
                      <a:pt x="225791" y="758"/>
                    </a:lnTo>
                    <a:cubicBezTo>
                      <a:pt x="225791" y="548"/>
                      <a:pt x="225866" y="368"/>
                      <a:pt x="226013" y="221"/>
                    </a:cubicBezTo>
                    <a:cubicBezTo>
                      <a:pt x="226160" y="74"/>
                      <a:pt x="226342" y="0"/>
                      <a:pt x="226552" y="0"/>
                    </a:cubicBezTo>
                    <a:lnTo>
                      <a:pt x="229121" y="0"/>
                    </a:lnTo>
                    <a:cubicBezTo>
                      <a:pt x="229354" y="0"/>
                      <a:pt x="229533" y="74"/>
                      <a:pt x="229660" y="221"/>
                    </a:cubicBezTo>
                    <a:cubicBezTo>
                      <a:pt x="229808" y="368"/>
                      <a:pt x="229882" y="548"/>
                      <a:pt x="229882" y="758"/>
                    </a:cubicBezTo>
                    <a:lnTo>
                      <a:pt x="229882" y="11563"/>
                    </a:lnTo>
                    <a:lnTo>
                      <a:pt x="235210" y="6540"/>
                    </a:lnTo>
                    <a:cubicBezTo>
                      <a:pt x="235400" y="6370"/>
                      <a:pt x="235570" y="6244"/>
                      <a:pt x="235717" y="6160"/>
                    </a:cubicBezTo>
                    <a:cubicBezTo>
                      <a:pt x="235865" y="6054"/>
                      <a:pt x="236087" y="6002"/>
                      <a:pt x="236383" y="6002"/>
                    </a:cubicBezTo>
                    <a:lnTo>
                      <a:pt x="239333" y="6002"/>
                    </a:lnTo>
                    <a:cubicBezTo>
                      <a:pt x="239543" y="6002"/>
                      <a:pt x="239713" y="6066"/>
                      <a:pt x="239840" y="6192"/>
                    </a:cubicBezTo>
                    <a:cubicBezTo>
                      <a:pt x="239967" y="6318"/>
                      <a:pt x="240030" y="6488"/>
                      <a:pt x="240030" y="6697"/>
                    </a:cubicBezTo>
                    <a:cubicBezTo>
                      <a:pt x="240030" y="6781"/>
                      <a:pt x="240010" y="6876"/>
                      <a:pt x="239967" y="6982"/>
                    </a:cubicBezTo>
                    <a:cubicBezTo>
                      <a:pt x="239924" y="7088"/>
                      <a:pt x="239840" y="7183"/>
                      <a:pt x="239713" y="7266"/>
                    </a:cubicBezTo>
                    <a:lnTo>
                      <a:pt x="233180" y="13363"/>
                    </a:lnTo>
                    <a:lnTo>
                      <a:pt x="240506" y="21198"/>
                    </a:lnTo>
                    <a:cubicBezTo>
                      <a:pt x="240717" y="21408"/>
                      <a:pt x="240823" y="21588"/>
                      <a:pt x="240823" y="21735"/>
                    </a:cubicBezTo>
                    <a:cubicBezTo>
                      <a:pt x="240823" y="21945"/>
                      <a:pt x="240748" y="22114"/>
                      <a:pt x="240601" y="22241"/>
                    </a:cubicBezTo>
                    <a:cubicBezTo>
                      <a:pt x="240474" y="22367"/>
                      <a:pt x="240316" y="22430"/>
                      <a:pt x="240126" y="22430"/>
                    </a:cubicBezTo>
                    <a:lnTo>
                      <a:pt x="237113" y="22430"/>
                    </a:lnTo>
                    <a:cubicBezTo>
                      <a:pt x="236796" y="22430"/>
                      <a:pt x="236562" y="22387"/>
                      <a:pt x="236415" y="22304"/>
                    </a:cubicBezTo>
                    <a:cubicBezTo>
                      <a:pt x="236288" y="22198"/>
                      <a:pt x="236130" y="22062"/>
                      <a:pt x="235939" y="21893"/>
                    </a:cubicBezTo>
                    <a:lnTo>
                      <a:pt x="229882" y="15543"/>
                    </a:lnTo>
                    <a:lnTo>
                      <a:pt x="229882" y="21672"/>
                    </a:lnTo>
                    <a:cubicBezTo>
                      <a:pt x="229882" y="21882"/>
                      <a:pt x="229808" y="22062"/>
                      <a:pt x="229660" y="22209"/>
                    </a:cubicBezTo>
                    <a:cubicBezTo>
                      <a:pt x="229533" y="22356"/>
                      <a:pt x="229354" y="22430"/>
                      <a:pt x="229121" y="22430"/>
                    </a:cubicBezTo>
                    <a:lnTo>
                      <a:pt x="226552" y="22430"/>
                    </a:lnTo>
                    <a:close/>
                    <a:moveTo>
                      <a:pt x="249526" y="22746"/>
                    </a:moveTo>
                    <a:cubicBezTo>
                      <a:pt x="247179" y="22746"/>
                      <a:pt x="245317" y="22071"/>
                      <a:pt x="243945" y="20724"/>
                    </a:cubicBezTo>
                    <a:cubicBezTo>
                      <a:pt x="242570" y="19377"/>
                      <a:pt x="241829" y="17459"/>
                      <a:pt x="241725" y="14975"/>
                    </a:cubicBezTo>
                    <a:cubicBezTo>
                      <a:pt x="241702" y="14765"/>
                      <a:pt x="241693" y="14501"/>
                      <a:pt x="241693" y="14185"/>
                    </a:cubicBezTo>
                    <a:cubicBezTo>
                      <a:pt x="241693" y="13848"/>
                      <a:pt x="241702" y="13584"/>
                      <a:pt x="241725" y="13395"/>
                    </a:cubicBezTo>
                    <a:cubicBezTo>
                      <a:pt x="241809" y="11815"/>
                      <a:pt x="242169" y="10446"/>
                      <a:pt x="242803" y="9288"/>
                    </a:cubicBezTo>
                    <a:cubicBezTo>
                      <a:pt x="243458" y="8130"/>
                      <a:pt x="244357" y="7246"/>
                      <a:pt x="245499" y="6634"/>
                    </a:cubicBezTo>
                    <a:cubicBezTo>
                      <a:pt x="246640" y="6002"/>
                      <a:pt x="247981" y="5686"/>
                      <a:pt x="249526" y="5686"/>
                    </a:cubicBezTo>
                    <a:cubicBezTo>
                      <a:pt x="251239" y="5686"/>
                      <a:pt x="252675" y="6045"/>
                      <a:pt x="253839" y="6761"/>
                    </a:cubicBezTo>
                    <a:cubicBezTo>
                      <a:pt x="255001" y="7456"/>
                      <a:pt x="255878" y="8435"/>
                      <a:pt x="256471" y="9699"/>
                    </a:cubicBezTo>
                    <a:cubicBezTo>
                      <a:pt x="257062" y="10942"/>
                      <a:pt x="257359" y="12384"/>
                      <a:pt x="257359" y="14027"/>
                    </a:cubicBezTo>
                    <a:lnTo>
                      <a:pt x="257359" y="14690"/>
                    </a:lnTo>
                    <a:cubicBezTo>
                      <a:pt x="257359" y="14900"/>
                      <a:pt x="257284" y="15081"/>
                      <a:pt x="257137" y="15227"/>
                    </a:cubicBezTo>
                    <a:cubicBezTo>
                      <a:pt x="256988" y="15374"/>
                      <a:pt x="256797" y="15448"/>
                      <a:pt x="256566" y="15448"/>
                    </a:cubicBezTo>
                    <a:lnTo>
                      <a:pt x="246038" y="15448"/>
                    </a:lnTo>
                    <a:cubicBezTo>
                      <a:pt x="246038" y="15448"/>
                      <a:pt x="246038" y="15480"/>
                      <a:pt x="246038" y="15543"/>
                    </a:cubicBezTo>
                    <a:cubicBezTo>
                      <a:pt x="246038" y="15606"/>
                      <a:pt x="246038" y="15658"/>
                      <a:pt x="246038" y="15701"/>
                    </a:cubicBezTo>
                    <a:cubicBezTo>
                      <a:pt x="246058" y="16439"/>
                      <a:pt x="246196" y="17123"/>
                      <a:pt x="246450" y="17755"/>
                    </a:cubicBezTo>
                    <a:cubicBezTo>
                      <a:pt x="246724" y="18366"/>
                      <a:pt x="247116" y="18860"/>
                      <a:pt x="247623" y="19239"/>
                    </a:cubicBezTo>
                    <a:cubicBezTo>
                      <a:pt x="248151" y="19618"/>
                      <a:pt x="248774" y="19808"/>
                      <a:pt x="249494" y="19808"/>
                    </a:cubicBezTo>
                    <a:cubicBezTo>
                      <a:pt x="250086" y="19808"/>
                      <a:pt x="250582" y="19725"/>
                      <a:pt x="250985" y="19555"/>
                    </a:cubicBezTo>
                    <a:cubicBezTo>
                      <a:pt x="251386" y="19366"/>
                      <a:pt x="251714" y="19156"/>
                      <a:pt x="251968" y="18923"/>
                    </a:cubicBezTo>
                    <a:cubicBezTo>
                      <a:pt x="252222" y="18691"/>
                      <a:pt x="252401" y="18501"/>
                      <a:pt x="252507" y="18355"/>
                    </a:cubicBezTo>
                    <a:cubicBezTo>
                      <a:pt x="252697" y="18102"/>
                      <a:pt x="252845" y="17955"/>
                      <a:pt x="252951" y="17912"/>
                    </a:cubicBezTo>
                    <a:cubicBezTo>
                      <a:pt x="253078" y="17849"/>
                      <a:pt x="253257" y="17818"/>
                      <a:pt x="253490" y="17818"/>
                    </a:cubicBezTo>
                    <a:lnTo>
                      <a:pt x="256218" y="17818"/>
                    </a:lnTo>
                    <a:cubicBezTo>
                      <a:pt x="256428" y="17818"/>
                      <a:pt x="256598" y="17881"/>
                      <a:pt x="256725" y="18007"/>
                    </a:cubicBezTo>
                    <a:cubicBezTo>
                      <a:pt x="256872" y="18134"/>
                      <a:pt x="256936" y="18292"/>
                      <a:pt x="256915" y="18481"/>
                    </a:cubicBezTo>
                    <a:cubicBezTo>
                      <a:pt x="256893" y="18817"/>
                      <a:pt x="256714" y="19228"/>
                      <a:pt x="256376" y="19713"/>
                    </a:cubicBezTo>
                    <a:cubicBezTo>
                      <a:pt x="256059" y="20198"/>
                      <a:pt x="255592" y="20672"/>
                      <a:pt x="254981" y="21135"/>
                    </a:cubicBezTo>
                    <a:cubicBezTo>
                      <a:pt x="254367" y="21597"/>
                      <a:pt x="253594" y="21988"/>
                      <a:pt x="252666" y="22304"/>
                    </a:cubicBezTo>
                    <a:cubicBezTo>
                      <a:pt x="251755" y="22599"/>
                      <a:pt x="250709" y="22746"/>
                      <a:pt x="249526" y="22746"/>
                    </a:cubicBezTo>
                    <a:close/>
                    <a:moveTo>
                      <a:pt x="246038" y="12795"/>
                    </a:moveTo>
                    <a:lnTo>
                      <a:pt x="253046" y="12795"/>
                    </a:lnTo>
                    <a:lnTo>
                      <a:pt x="253046" y="12700"/>
                    </a:lnTo>
                    <a:cubicBezTo>
                      <a:pt x="253046" y="11879"/>
                      <a:pt x="252908" y="11163"/>
                      <a:pt x="252634" y="10552"/>
                    </a:cubicBezTo>
                    <a:cubicBezTo>
                      <a:pt x="252358" y="9940"/>
                      <a:pt x="251957" y="9457"/>
                      <a:pt x="251429" y="9098"/>
                    </a:cubicBezTo>
                    <a:cubicBezTo>
                      <a:pt x="250899" y="8740"/>
                      <a:pt x="250265" y="8561"/>
                      <a:pt x="249526" y="8561"/>
                    </a:cubicBezTo>
                    <a:cubicBezTo>
                      <a:pt x="248785" y="8561"/>
                      <a:pt x="248151" y="8740"/>
                      <a:pt x="247623" y="9098"/>
                    </a:cubicBezTo>
                    <a:cubicBezTo>
                      <a:pt x="247093" y="9457"/>
                      <a:pt x="246692" y="9940"/>
                      <a:pt x="246418" y="10552"/>
                    </a:cubicBezTo>
                    <a:cubicBezTo>
                      <a:pt x="246164" y="11163"/>
                      <a:pt x="246038" y="11879"/>
                      <a:pt x="246038" y="12700"/>
                    </a:cubicBezTo>
                    <a:lnTo>
                      <a:pt x="246038" y="12795"/>
                    </a:lnTo>
                    <a:close/>
                    <a:moveTo>
                      <a:pt x="261486" y="22430"/>
                    </a:moveTo>
                    <a:cubicBezTo>
                      <a:pt x="261274" y="22430"/>
                      <a:pt x="261094" y="22356"/>
                      <a:pt x="260947" y="22209"/>
                    </a:cubicBezTo>
                    <a:cubicBezTo>
                      <a:pt x="260798" y="22062"/>
                      <a:pt x="260725" y="21882"/>
                      <a:pt x="260725" y="21672"/>
                    </a:cubicBezTo>
                    <a:lnTo>
                      <a:pt x="260725" y="6792"/>
                    </a:lnTo>
                    <a:cubicBezTo>
                      <a:pt x="260725" y="6560"/>
                      <a:pt x="260798" y="6370"/>
                      <a:pt x="260947" y="6224"/>
                    </a:cubicBezTo>
                    <a:cubicBezTo>
                      <a:pt x="261094" y="6077"/>
                      <a:pt x="261274" y="6002"/>
                      <a:pt x="261486" y="6002"/>
                    </a:cubicBezTo>
                    <a:lnTo>
                      <a:pt x="264055" y="6002"/>
                    </a:lnTo>
                    <a:cubicBezTo>
                      <a:pt x="264266" y="6002"/>
                      <a:pt x="264445" y="6077"/>
                      <a:pt x="264594" y="6224"/>
                    </a:cubicBezTo>
                    <a:cubicBezTo>
                      <a:pt x="264762" y="6370"/>
                      <a:pt x="264848" y="6560"/>
                      <a:pt x="264848" y="6792"/>
                    </a:cubicBezTo>
                    <a:lnTo>
                      <a:pt x="264848" y="8088"/>
                    </a:lnTo>
                    <a:cubicBezTo>
                      <a:pt x="265333" y="7413"/>
                      <a:pt x="265958" y="6898"/>
                      <a:pt x="266719" y="6540"/>
                    </a:cubicBezTo>
                    <a:cubicBezTo>
                      <a:pt x="267501" y="6181"/>
                      <a:pt x="268400" y="6002"/>
                      <a:pt x="269415" y="6002"/>
                    </a:cubicBezTo>
                    <a:lnTo>
                      <a:pt x="270715" y="6002"/>
                    </a:lnTo>
                    <a:cubicBezTo>
                      <a:pt x="270946" y="6002"/>
                      <a:pt x="271127" y="6077"/>
                      <a:pt x="271254" y="6224"/>
                    </a:cubicBezTo>
                    <a:cubicBezTo>
                      <a:pt x="271401" y="6370"/>
                      <a:pt x="271476" y="6551"/>
                      <a:pt x="271476" y="6761"/>
                    </a:cubicBezTo>
                    <a:lnTo>
                      <a:pt x="271476" y="9035"/>
                    </a:lnTo>
                    <a:cubicBezTo>
                      <a:pt x="271476" y="9245"/>
                      <a:pt x="271401" y="9426"/>
                      <a:pt x="271254" y="9572"/>
                    </a:cubicBezTo>
                    <a:cubicBezTo>
                      <a:pt x="271127" y="9719"/>
                      <a:pt x="270946" y="9793"/>
                      <a:pt x="270715" y="9793"/>
                    </a:cubicBezTo>
                    <a:lnTo>
                      <a:pt x="268241" y="9793"/>
                    </a:lnTo>
                    <a:cubicBezTo>
                      <a:pt x="267226" y="9793"/>
                      <a:pt x="266434" y="10078"/>
                      <a:pt x="265863" y="10646"/>
                    </a:cubicBezTo>
                    <a:cubicBezTo>
                      <a:pt x="265312" y="11215"/>
                      <a:pt x="265038" y="11994"/>
                      <a:pt x="265038" y="12984"/>
                    </a:cubicBezTo>
                    <a:lnTo>
                      <a:pt x="265038" y="21672"/>
                    </a:lnTo>
                    <a:cubicBezTo>
                      <a:pt x="265038" y="21882"/>
                      <a:pt x="264963" y="22062"/>
                      <a:pt x="264816" y="22209"/>
                    </a:cubicBezTo>
                    <a:cubicBezTo>
                      <a:pt x="264667" y="22356"/>
                      <a:pt x="264477" y="22430"/>
                      <a:pt x="264245" y="22430"/>
                    </a:cubicBezTo>
                    <a:lnTo>
                      <a:pt x="261486" y="22430"/>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8" name="Freeform 147">
                <a:extLst>
                  <a:ext uri="{FF2B5EF4-FFF2-40B4-BE49-F238E27FC236}">
                    <a16:creationId xmlns:a16="http://schemas.microsoft.com/office/drawing/2014/main" id="{8B001C6D-6493-6B48-92DD-37122410AF93}"/>
                  </a:ext>
                </a:extLst>
              </p:cNvPr>
              <p:cNvSpPr/>
              <p:nvPr/>
            </p:nvSpPr>
            <p:spPr>
              <a:xfrm>
                <a:off x="1915490" y="5740227"/>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49" name="Freeform 148">
                <a:extLst>
                  <a:ext uri="{FF2B5EF4-FFF2-40B4-BE49-F238E27FC236}">
                    <a16:creationId xmlns:a16="http://schemas.microsoft.com/office/drawing/2014/main" id="{64CAFE13-A9E6-9C80-4AC2-ECDF662772C4}"/>
                  </a:ext>
                </a:extLst>
              </p:cNvPr>
              <p:cNvSpPr/>
              <p:nvPr/>
            </p:nvSpPr>
            <p:spPr>
              <a:xfrm>
                <a:off x="1906429" y="5749253"/>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0" name="Freeform 149">
                <a:extLst>
                  <a:ext uri="{FF2B5EF4-FFF2-40B4-BE49-F238E27FC236}">
                    <a16:creationId xmlns:a16="http://schemas.microsoft.com/office/drawing/2014/main" id="{EB4964DA-5F65-348F-67C3-6B31299737BE}"/>
                  </a:ext>
                </a:extLst>
              </p:cNvPr>
              <p:cNvSpPr/>
              <p:nvPr/>
            </p:nvSpPr>
            <p:spPr>
              <a:xfrm>
                <a:off x="1901899" y="576279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1" name="Freeform 150">
                <a:extLst>
                  <a:ext uri="{FF2B5EF4-FFF2-40B4-BE49-F238E27FC236}">
                    <a16:creationId xmlns:a16="http://schemas.microsoft.com/office/drawing/2014/main" id="{C5D67691-F4E7-2287-EC5F-D273C4D29A68}"/>
                  </a:ext>
                </a:extLst>
              </p:cNvPr>
              <p:cNvSpPr/>
              <p:nvPr/>
            </p:nvSpPr>
            <p:spPr>
              <a:xfrm>
                <a:off x="1942673" y="5762792"/>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2" name="Freeform 151">
                <a:extLst>
                  <a:ext uri="{FF2B5EF4-FFF2-40B4-BE49-F238E27FC236}">
                    <a16:creationId xmlns:a16="http://schemas.microsoft.com/office/drawing/2014/main" id="{903A2BFC-5CE8-D8F3-999F-F155DE07D538}"/>
                  </a:ext>
                </a:extLst>
              </p:cNvPr>
              <p:cNvSpPr/>
              <p:nvPr/>
            </p:nvSpPr>
            <p:spPr>
              <a:xfrm>
                <a:off x="1931347" y="5760536"/>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3" name="Freeform 152">
                <a:extLst>
                  <a:ext uri="{FF2B5EF4-FFF2-40B4-BE49-F238E27FC236}">
                    <a16:creationId xmlns:a16="http://schemas.microsoft.com/office/drawing/2014/main" id="{42885CD9-A00C-1A60-AA16-54A82FF06565}"/>
                  </a:ext>
                </a:extLst>
              </p:cNvPr>
              <p:cNvSpPr/>
              <p:nvPr/>
            </p:nvSpPr>
            <p:spPr>
              <a:xfrm>
                <a:off x="1917755" y="5760536"/>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4" name="Rectangle 153">
                <a:extLst>
                  <a:ext uri="{FF2B5EF4-FFF2-40B4-BE49-F238E27FC236}">
                    <a16:creationId xmlns:a16="http://schemas.microsoft.com/office/drawing/2014/main" id="{568E0F44-E755-0A31-F51F-90C9DC13D209}"/>
                  </a:ext>
                </a:extLst>
              </p:cNvPr>
              <p:cNvSpPr/>
              <p:nvPr/>
            </p:nvSpPr>
            <p:spPr>
              <a:xfrm>
                <a:off x="2151072" y="6252464"/>
                <a:ext cx="853983" cy="232424"/>
              </a:xfrm>
              <a:prstGeom prst="rect">
                <a:avLst/>
              </a:prstGeom>
              <a:solidFill>
                <a:srgbClr val="F3F4F6"/>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5" name="Rectangle 154">
                <a:extLst>
                  <a:ext uri="{FF2B5EF4-FFF2-40B4-BE49-F238E27FC236}">
                    <a16:creationId xmlns:a16="http://schemas.microsoft.com/office/drawing/2014/main" id="{55AADAC1-0899-4A81-B47F-E894002FE8B1}"/>
                  </a:ext>
                </a:extLst>
              </p:cNvPr>
              <p:cNvSpPr/>
              <p:nvPr/>
            </p:nvSpPr>
            <p:spPr>
              <a:xfrm>
                <a:off x="2334553" y="6189280"/>
                <a:ext cx="487019" cy="97031"/>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6" name="Freeform 155">
                <a:extLst>
                  <a:ext uri="{FF2B5EF4-FFF2-40B4-BE49-F238E27FC236}">
                    <a16:creationId xmlns:a16="http://schemas.microsoft.com/office/drawing/2014/main" id="{ED024D17-902A-A630-7B50-2E86ECB6046E}"/>
                  </a:ext>
                </a:extLst>
              </p:cNvPr>
              <p:cNvSpPr/>
              <p:nvPr/>
            </p:nvSpPr>
            <p:spPr>
              <a:xfrm>
                <a:off x="2445757" y="6225837"/>
                <a:ext cx="59361" cy="28116"/>
              </a:xfrm>
              <a:custGeom>
                <a:avLst/>
                <a:gdLst>
                  <a:gd name="csX0" fmla="*/ 793 w 59361"/>
                  <a:gd name="csY0" fmla="*/ 22114 h 28116"/>
                  <a:gd name="csX1" fmla="*/ 222 w 59361"/>
                  <a:gd name="csY1" fmla="*/ 21893 h 28116"/>
                  <a:gd name="csX2" fmla="*/ 0 w 59361"/>
                  <a:gd name="csY2" fmla="*/ 21356 h 28116"/>
                  <a:gd name="csX3" fmla="*/ 0 w 59361"/>
                  <a:gd name="csY3" fmla="*/ 790 h 28116"/>
                  <a:gd name="csX4" fmla="*/ 222 w 59361"/>
                  <a:gd name="csY4" fmla="*/ 221 h 28116"/>
                  <a:gd name="csX5" fmla="*/ 793 w 59361"/>
                  <a:gd name="csY5" fmla="*/ 0 h 28116"/>
                  <a:gd name="csX6" fmla="*/ 3298 w 59361"/>
                  <a:gd name="csY6" fmla="*/ 0 h 28116"/>
                  <a:gd name="csX7" fmla="*/ 3964 w 59361"/>
                  <a:gd name="csY7" fmla="*/ 253 h 28116"/>
                  <a:gd name="csX8" fmla="*/ 4249 w 59361"/>
                  <a:gd name="csY8" fmla="*/ 600 h 28116"/>
                  <a:gd name="csX9" fmla="*/ 10370 w 59361"/>
                  <a:gd name="csY9" fmla="*/ 11973 h 28116"/>
                  <a:gd name="csX10" fmla="*/ 16554 w 59361"/>
                  <a:gd name="csY10" fmla="*/ 600 h 28116"/>
                  <a:gd name="csX11" fmla="*/ 16840 w 59361"/>
                  <a:gd name="csY11" fmla="*/ 253 h 28116"/>
                  <a:gd name="csX12" fmla="*/ 17506 w 59361"/>
                  <a:gd name="csY12" fmla="*/ 0 h 28116"/>
                  <a:gd name="csX13" fmla="*/ 19979 w 59361"/>
                  <a:gd name="csY13" fmla="*/ 0 h 28116"/>
                  <a:gd name="csX14" fmla="*/ 20550 w 59361"/>
                  <a:gd name="csY14" fmla="*/ 221 h 28116"/>
                  <a:gd name="csX15" fmla="*/ 20772 w 59361"/>
                  <a:gd name="csY15" fmla="*/ 790 h 28116"/>
                  <a:gd name="csX16" fmla="*/ 20772 w 59361"/>
                  <a:gd name="csY16" fmla="*/ 21356 h 28116"/>
                  <a:gd name="csX17" fmla="*/ 20550 w 59361"/>
                  <a:gd name="csY17" fmla="*/ 21893 h 28116"/>
                  <a:gd name="csX18" fmla="*/ 19979 w 59361"/>
                  <a:gd name="csY18" fmla="*/ 22114 h 28116"/>
                  <a:gd name="csX19" fmla="*/ 17315 w 59361"/>
                  <a:gd name="csY19" fmla="*/ 22114 h 28116"/>
                  <a:gd name="csX20" fmla="*/ 16744 w 59361"/>
                  <a:gd name="csY20" fmla="*/ 21893 h 28116"/>
                  <a:gd name="csX21" fmla="*/ 16554 w 59361"/>
                  <a:gd name="csY21" fmla="*/ 21356 h 28116"/>
                  <a:gd name="csX22" fmla="*/ 16554 w 59361"/>
                  <a:gd name="csY22" fmla="*/ 7677 h 28116"/>
                  <a:gd name="csX23" fmla="*/ 12114 w 59361"/>
                  <a:gd name="csY23" fmla="*/ 16112 h 28116"/>
                  <a:gd name="csX24" fmla="*/ 11702 w 59361"/>
                  <a:gd name="csY24" fmla="*/ 16617 h 28116"/>
                  <a:gd name="csX25" fmla="*/ 11036 w 59361"/>
                  <a:gd name="csY25" fmla="*/ 16807 h 28116"/>
                  <a:gd name="csX26" fmla="*/ 9736 w 59361"/>
                  <a:gd name="csY26" fmla="*/ 16807 h 28116"/>
                  <a:gd name="csX27" fmla="*/ 9038 w 59361"/>
                  <a:gd name="csY27" fmla="*/ 16617 h 28116"/>
                  <a:gd name="csX28" fmla="*/ 8658 w 59361"/>
                  <a:gd name="csY28" fmla="*/ 16112 h 28116"/>
                  <a:gd name="csX29" fmla="*/ 4218 w 59361"/>
                  <a:gd name="csY29" fmla="*/ 7677 h 28116"/>
                  <a:gd name="csX30" fmla="*/ 4218 w 59361"/>
                  <a:gd name="csY30" fmla="*/ 21356 h 28116"/>
                  <a:gd name="csX31" fmla="*/ 3996 w 59361"/>
                  <a:gd name="csY31" fmla="*/ 21893 h 28116"/>
                  <a:gd name="csX32" fmla="*/ 3457 w 59361"/>
                  <a:gd name="csY32" fmla="*/ 22114 h 28116"/>
                  <a:gd name="csX33" fmla="*/ 793 w 59361"/>
                  <a:gd name="csY33" fmla="*/ 22114 h 28116"/>
                  <a:gd name="csX34" fmla="*/ 30114 w 59361"/>
                  <a:gd name="csY34" fmla="*/ 22430 h 28116"/>
                  <a:gd name="csX35" fmla="*/ 27133 w 59361"/>
                  <a:gd name="csY35" fmla="*/ 21798 h 28116"/>
                  <a:gd name="csX36" fmla="*/ 25008 w 59361"/>
                  <a:gd name="csY36" fmla="*/ 20061 h 28116"/>
                  <a:gd name="csX37" fmla="*/ 24247 w 59361"/>
                  <a:gd name="csY37" fmla="*/ 17597 h 28116"/>
                  <a:gd name="csX38" fmla="*/ 26023 w 59361"/>
                  <a:gd name="csY38" fmla="*/ 14090 h 28116"/>
                  <a:gd name="csX39" fmla="*/ 30780 w 59361"/>
                  <a:gd name="csY39" fmla="*/ 12321 h 28116"/>
                  <a:gd name="csX40" fmla="*/ 35124 w 59361"/>
                  <a:gd name="csY40" fmla="*/ 11689 h 28116"/>
                  <a:gd name="csX41" fmla="*/ 35124 w 59361"/>
                  <a:gd name="csY41" fmla="*/ 11025 h 28116"/>
                  <a:gd name="csX42" fmla="*/ 34458 w 59361"/>
                  <a:gd name="csY42" fmla="*/ 8972 h 28116"/>
                  <a:gd name="csX43" fmla="*/ 32175 w 59361"/>
                  <a:gd name="csY43" fmla="*/ 8245 h 28116"/>
                  <a:gd name="csX44" fmla="*/ 30304 w 59361"/>
                  <a:gd name="csY44" fmla="*/ 8719 h 28116"/>
                  <a:gd name="csX45" fmla="*/ 29257 w 59361"/>
                  <a:gd name="csY45" fmla="*/ 9920 h 28116"/>
                  <a:gd name="csX46" fmla="*/ 28528 w 59361"/>
                  <a:gd name="csY46" fmla="*/ 10330 h 28116"/>
                  <a:gd name="csX47" fmla="*/ 26023 w 59361"/>
                  <a:gd name="csY47" fmla="*/ 10330 h 28116"/>
                  <a:gd name="csX48" fmla="*/ 25484 w 59361"/>
                  <a:gd name="csY48" fmla="*/ 10141 h 28116"/>
                  <a:gd name="csX49" fmla="*/ 25325 w 59361"/>
                  <a:gd name="csY49" fmla="*/ 9635 h 28116"/>
                  <a:gd name="csX50" fmla="*/ 25737 w 59361"/>
                  <a:gd name="csY50" fmla="*/ 8403 h 28116"/>
                  <a:gd name="csX51" fmla="*/ 26942 w 59361"/>
                  <a:gd name="csY51" fmla="*/ 7013 h 28116"/>
                  <a:gd name="csX52" fmla="*/ 29067 w 59361"/>
                  <a:gd name="csY52" fmla="*/ 5844 h 28116"/>
                  <a:gd name="csX53" fmla="*/ 32207 w 59361"/>
                  <a:gd name="csY53" fmla="*/ 5371 h 28116"/>
                  <a:gd name="csX54" fmla="*/ 35568 w 59361"/>
                  <a:gd name="csY54" fmla="*/ 5876 h 28116"/>
                  <a:gd name="csX55" fmla="*/ 37788 w 59361"/>
                  <a:gd name="csY55" fmla="*/ 7171 h 28116"/>
                  <a:gd name="csX56" fmla="*/ 38993 w 59361"/>
                  <a:gd name="csY56" fmla="*/ 9098 h 28116"/>
                  <a:gd name="csX57" fmla="*/ 39374 w 59361"/>
                  <a:gd name="csY57" fmla="*/ 11436 h 28116"/>
                  <a:gd name="csX58" fmla="*/ 39374 w 59361"/>
                  <a:gd name="csY58" fmla="*/ 21356 h 28116"/>
                  <a:gd name="csX59" fmla="*/ 39152 w 59361"/>
                  <a:gd name="csY59" fmla="*/ 21893 h 28116"/>
                  <a:gd name="csX60" fmla="*/ 38613 w 59361"/>
                  <a:gd name="csY60" fmla="*/ 22114 h 28116"/>
                  <a:gd name="csX61" fmla="*/ 36044 w 59361"/>
                  <a:gd name="csY61" fmla="*/ 22114 h 28116"/>
                  <a:gd name="csX62" fmla="*/ 35473 w 59361"/>
                  <a:gd name="csY62" fmla="*/ 21893 h 28116"/>
                  <a:gd name="csX63" fmla="*/ 35283 w 59361"/>
                  <a:gd name="csY63" fmla="*/ 21356 h 28116"/>
                  <a:gd name="csX64" fmla="*/ 35283 w 59361"/>
                  <a:gd name="csY64" fmla="*/ 20124 h 28116"/>
                  <a:gd name="csX65" fmla="*/ 34173 w 59361"/>
                  <a:gd name="csY65" fmla="*/ 21261 h 28116"/>
                  <a:gd name="csX66" fmla="*/ 32460 w 59361"/>
                  <a:gd name="csY66" fmla="*/ 22114 h 28116"/>
                  <a:gd name="csX67" fmla="*/ 30114 w 59361"/>
                  <a:gd name="csY67" fmla="*/ 22430 h 28116"/>
                  <a:gd name="csX68" fmla="*/ 31192 w 59361"/>
                  <a:gd name="csY68" fmla="*/ 19429 h 28116"/>
                  <a:gd name="csX69" fmla="*/ 33190 w 59361"/>
                  <a:gd name="csY69" fmla="*/ 18955 h 28116"/>
                  <a:gd name="csX70" fmla="*/ 34617 w 59361"/>
                  <a:gd name="csY70" fmla="*/ 17502 h 28116"/>
                  <a:gd name="csX71" fmla="*/ 35156 w 59361"/>
                  <a:gd name="csY71" fmla="*/ 14974 h 28116"/>
                  <a:gd name="csX72" fmla="*/ 35156 w 59361"/>
                  <a:gd name="csY72" fmla="*/ 14311 h 28116"/>
                  <a:gd name="csX73" fmla="*/ 31985 w 59361"/>
                  <a:gd name="csY73" fmla="*/ 14816 h 28116"/>
                  <a:gd name="csX74" fmla="*/ 29194 w 59361"/>
                  <a:gd name="csY74" fmla="*/ 15733 h 28116"/>
                  <a:gd name="csX75" fmla="*/ 28274 w 59361"/>
                  <a:gd name="csY75" fmla="*/ 17281 h 28116"/>
                  <a:gd name="csX76" fmla="*/ 28687 w 59361"/>
                  <a:gd name="csY76" fmla="*/ 18481 h 28116"/>
                  <a:gd name="csX77" fmla="*/ 29797 w 59361"/>
                  <a:gd name="csY77" fmla="*/ 19208 h 28116"/>
                  <a:gd name="csX78" fmla="*/ 31192 w 59361"/>
                  <a:gd name="csY78" fmla="*/ 19429 h 28116"/>
                  <a:gd name="csX79" fmla="*/ 44235 w 59361"/>
                  <a:gd name="csY79" fmla="*/ 28117 h 28116"/>
                  <a:gd name="csX80" fmla="*/ 43696 w 59361"/>
                  <a:gd name="csY80" fmla="*/ 27895 h 28116"/>
                  <a:gd name="csX81" fmla="*/ 43474 w 59361"/>
                  <a:gd name="csY81" fmla="*/ 27358 h 28116"/>
                  <a:gd name="csX82" fmla="*/ 43474 w 59361"/>
                  <a:gd name="csY82" fmla="*/ 6445 h 28116"/>
                  <a:gd name="csX83" fmla="*/ 43696 w 59361"/>
                  <a:gd name="csY83" fmla="*/ 5908 h 28116"/>
                  <a:gd name="csX84" fmla="*/ 44235 w 59361"/>
                  <a:gd name="csY84" fmla="*/ 5686 h 28116"/>
                  <a:gd name="csX85" fmla="*/ 46740 w 59361"/>
                  <a:gd name="csY85" fmla="*/ 5686 h 28116"/>
                  <a:gd name="csX86" fmla="*/ 47279 w 59361"/>
                  <a:gd name="csY86" fmla="*/ 5908 h 28116"/>
                  <a:gd name="csX87" fmla="*/ 47501 w 59361"/>
                  <a:gd name="csY87" fmla="*/ 6445 h 28116"/>
                  <a:gd name="csX88" fmla="*/ 47501 w 59361"/>
                  <a:gd name="csY88" fmla="*/ 7708 h 28116"/>
                  <a:gd name="csX89" fmla="*/ 49499 w 59361"/>
                  <a:gd name="csY89" fmla="*/ 6034 h 28116"/>
                  <a:gd name="csX90" fmla="*/ 52575 w 59361"/>
                  <a:gd name="csY90" fmla="*/ 5371 h 28116"/>
                  <a:gd name="csX91" fmla="*/ 55493 w 59361"/>
                  <a:gd name="csY91" fmla="*/ 5908 h 28116"/>
                  <a:gd name="csX92" fmla="*/ 57554 w 59361"/>
                  <a:gd name="csY92" fmla="*/ 7456 h 28116"/>
                  <a:gd name="csX93" fmla="*/ 58823 w 59361"/>
                  <a:gd name="csY93" fmla="*/ 9793 h 28116"/>
                  <a:gd name="csX94" fmla="*/ 59330 w 59361"/>
                  <a:gd name="csY94" fmla="*/ 12795 h 28116"/>
                  <a:gd name="csX95" fmla="*/ 59362 w 59361"/>
                  <a:gd name="csY95" fmla="*/ 13900 h 28116"/>
                  <a:gd name="csX96" fmla="*/ 59330 w 59361"/>
                  <a:gd name="csY96" fmla="*/ 15038 h 28116"/>
                  <a:gd name="csX97" fmla="*/ 58855 w 59361"/>
                  <a:gd name="csY97" fmla="*/ 17976 h 28116"/>
                  <a:gd name="csX98" fmla="*/ 57554 w 59361"/>
                  <a:gd name="csY98" fmla="*/ 20314 h 28116"/>
                  <a:gd name="csX99" fmla="*/ 55493 w 59361"/>
                  <a:gd name="csY99" fmla="*/ 21861 h 28116"/>
                  <a:gd name="csX100" fmla="*/ 52575 w 59361"/>
                  <a:gd name="csY100" fmla="*/ 22430 h 28116"/>
                  <a:gd name="csX101" fmla="*/ 49658 w 59361"/>
                  <a:gd name="csY101" fmla="*/ 21830 h 28116"/>
                  <a:gd name="csX102" fmla="*/ 47692 w 59361"/>
                  <a:gd name="csY102" fmla="*/ 20187 h 28116"/>
                  <a:gd name="csX103" fmla="*/ 47692 w 59361"/>
                  <a:gd name="csY103" fmla="*/ 27358 h 28116"/>
                  <a:gd name="csX104" fmla="*/ 47470 w 59361"/>
                  <a:gd name="csY104" fmla="*/ 27895 h 28116"/>
                  <a:gd name="csX105" fmla="*/ 46931 w 59361"/>
                  <a:gd name="csY105" fmla="*/ 28117 h 28116"/>
                  <a:gd name="csX106" fmla="*/ 44235 w 59361"/>
                  <a:gd name="csY106" fmla="*/ 28117 h 28116"/>
                  <a:gd name="csX107" fmla="*/ 51402 w 59361"/>
                  <a:gd name="csY107" fmla="*/ 19050 h 28116"/>
                  <a:gd name="csX108" fmla="*/ 53527 w 59361"/>
                  <a:gd name="csY108" fmla="*/ 18481 h 28116"/>
                  <a:gd name="csX109" fmla="*/ 54605 w 59361"/>
                  <a:gd name="csY109" fmla="*/ 16933 h 28116"/>
                  <a:gd name="csX110" fmla="*/ 55017 w 59361"/>
                  <a:gd name="csY110" fmla="*/ 14848 h 28116"/>
                  <a:gd name="csX111" fmla="*/ 55017 w 59361"/>
                  <a:gd name="csY111" fmla="*/ 12953 h 28116"/>
                  <a:gd name="csX112" fmla="*/ 54605 w 59361"/>
                  <a:gd name="csY112" fmla="*/ 10868 h 28116"/>
                  <a:gd name="csX113" fmla="*/ 53527 w 59361"/>
                  <a:gd name="csY113" fmla="*/ 9351 h 28116"/>
                  <a:gd name="csX114" fmla="*/ 51402 w 59361"/>
                  <a:gd name="csY114" fmla="*/ 8751 h 28116"/>
                  <a:gd name="csX115" fmla="*/ 49277 w 59361"/>
                  <a:gd name="csY115" fmla="*/ 9351 h 28116"/>
                  <a:gd name="csX116" fmla="*/ 48104 w 59361"/>
                  <a:gd name="csY116" fmla="*/ 10899 h 28116"/>
                  <a:gd name="csX117" fmla="*/ 47692 w 59361"/>
                  <a:gd name="csY117" fmla="*/ 12795 h 28116"/>
                  <a:gd name="csX118" fmla="*/ 47660 w 59361"/>
                  <a:gd name="csY118" fmla="*/ 13995 h 28116"/>
                  <a:gd name="csX119" fmla="*/ 47692 w 59361"/>
                  <a:gd name="csY119" fmla="*/ 15227 h 28116"/>
                  <a:gd name="csX120" fmla="*/ 48136 w 59361"/>
                  <a:gd name="csY120" fmla="*/ 17060 h 28116"/>
                  <a:gd name="csX121" fmla="*/ 49341 w 59361"/>
                  <a:gd name="csY121" fmla="*/ 18481 h 28116"/>
                  <a:gd name="csX122" fmla="*/ 51402 w 59361"/>
                  <a:gd name="csY122" fmla="*/ 19050 h 281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Lst>
                <a:rect l="l" t="t" r="r" b="b"/>
                <a:pathLst>
                  <a:path w="59361" h="28116">
                    <a:moveTo>
                      <a:pt x="793" y="22114"/>
                    </a:moveTo>
                    <a:cubicBezTo>
                      <a:pt x="559" y="22114"/>
                      <a:pt x="369" y="22040"/>
                      <a:pt x="222" y="21893"/>
                    </a:cubicBezTo>
                    <a:cubicBezTo>
                      <a:pt x="75" y="21746"/>
                      <a:pt x="0" y="21566"/>
                      <a:pt x="0" y="21356"/>
                    </a:cubicBezTo>
                    <a:lnTo>
                      <a:pt x="0" y="790"/>
                    </a:lnTo>
                    <a:cubicBezTo>
                      <a:pt x="0" y="557"/>
                      <a:pt x="75" y="368"/>
                      <a:pt x="222" y="221"/>
                    </a:cubicBezTo>
                    <a:cubicBezTo>
                      <a:pt x="369" y="74"/>
                      <a:pt x="559" y="0"/>
                      <a:pt x="793" y="0"/>
                    </a:cubicBezTo>
                    <a:lnTo>
                      <a:pt x="3298" y="0"/>
                    </a:lnTo>
                    <a:cubicBezTo>
                      <a:pt x="3595" y="0"/>
                      <a:pt x="3817" y="83"/>
                      <a:pt x="3964" y="253"/>
                    </a:cubicBezTo>
                    <a:cubicBezTo>
                      <a:pt x="4111" y="399"/>
                      <a:pt x="4206" y="517"/>
                      <a:pt x="4249" y="600"/>
                    </a:cubicBezTo>
                    <a:lnTo>
                      <a:pt x="10370" y="11973"/>
                    </a:lnTo>
                    <a:lnTo>
                      <a:pt x="16554" y="600"/>
                    </a:lnTo>
                    <a:cubicBezTo>
                      <a:pt x="16597" y="517"/>
                      <a:pt x="16692" y="399"/>
                      <a:pt x="16840" y="253"/>
                    </a:cubicBezTo>
                    <a:cubicBezTo>
                      <a:pt x="16987" y="83"/>
                      <a:pt x="17209" y="0"/>
                      <a:pt x="17506" y="0"/>
                    </a:cubicBezTo>
                    <a:lnTo>
                      <a:pt x="19979" y="0"/>
                    </a:lnTo>
                    <a:cubicBezTo>
                      <a:pt x="20212" y="0"/>
                      <a:pt x="20403" y="74"/>
                      <a:pt x="20550" y="221"/>
                    </a:cubicBezTo>
                    <a:cubicBezTo>
                      <a:pt x="20697" y="368"/>
                      <a:pt x="20772" y="557"/>
                      <a:pt x="20772" y="790"/>
                    </a:cubicBezTo>
                    <a:lnTo>
                      <a:pt x="20772" y="21356"/>
                    </a:lnTo>
                    <a:cubicBezTo>
                      <a:pt x="20772" y="21566"/>
                      <a:pt x="20697" y="21746"/>
                      <a:pt x="20550" y="21893"/>
                    </a:cubicBezTo>
                    <a:cubicBezTo>
                      <a:pt x="20403" y="22040"/>
                      <a:pt x="20212" y="22114"/>
                      <a:pt x="19979" y="22114"/>
                    </a:cubicBezTo>
                    <a:lnTo>
                      <a:pt x="17315" y="22114"/>
                    </a:lnTo>
                    <a:cubicBezTo>
                      <a:pt x="17082" y="22114"/>
                      <a:pt x="16892" y="22040"/>
                      <a:pt x="16744" y="21893"/>
                    </a:cubicBezTo>
                    <a:cubicBezTo>
                      <a:pt x="16618" y="21746"/>
                      <a:pt x="16554" y="21566"/>
                      <a:pt x="16554" y="21356"/>
                    </a:cubicBezTo>
                    <a:lnTo>
                      <a:pt x="16554" y="7677"/>
                    </a:lnTo>
                    <a:lnTo>
                      <a:pt x="12114" y="16112"/>
                    </a:lnTo>
                    <a:cubicBezTo>
                      <a:pt x="12008" y="16301"/>
                      <a:pt x="11872" y="16471"/>
                      <a:pt x="11702" y="16617"/>
                    </a:cubicBezTo>
                    <a:cubicBezTo>
                      <a:pt x="11532" y="16744"/>
                      <a:pt x="11310" y="16807"/>
                      <a:pt x="11036" y="16807"/>
                    </a:cubicBezTo>
                    <a:lnTo>
                      <a:pt x="9736" y="16807"/>
                    </a:lnTo>
                    <a:cubicBezTo>
                      <a:pt x="9439" y="16807"/>
                      <a:pt x="9208" y="16744"/>
                      <a:pt x="9038" y="16617"/>
                    </a:cubicBezTo>
                    <a:cubicBezTo>
                      <a:pt x="8891" y="16471"/>
                      <a:pt x="8764" y="16301"/>
                      <a:pt x="8658" y="16112"/>
                    </a:cubicBezTo>
                    <a:lnTo>
                      <a:pt x="4218" y="7677"/>
                    </a:lnTo>
                    <a:lnTo>
                      <a:pt x="4218" y="21356"/>
                    </a:lnTo>
                    <a:cubicBezTo>
                      <a:pt x="4218" y="21566"/>
                      <a:pt x="4143" y="21746"/>
                      <a:pt x="3996" y="21893"/>
                    </a:cubicBezTo>
                    <a:cubicBezTo>
                      <a:pt x="3849" y="22040"/>
                      <a:pt x="3667" y="22114"/>
                      <a:pt x="3457" y="22114"/>
                    </a:cubicBezTo>
                    <a:lnTo>
                      <a:pt x="793" y="22114"/>
                    </a:lnTo>
                    <a:close/>
                    <a:moveTo>
                      <a:pt x="30114" y="22430"/>
                    </a:moveTo>
                    <a:cubicBezTo>
                      <a:pt x="29013" y="22430"/>
                      <a:pt x="28021" y="22220"/>
                      <a:pt x="27133" y="21798"/>
                    </a:cubicBezTo>
                    <a:cubicBezTo>
                      <a:pt x="26245" y="21356"/>
                      <a:pt x="25536" y="20776"/>
                      <a:pt x="25008" y="20061"/>
                    </a:cubicBezTo>
                    <a:cubicBezTo>
                      <a:pt x="24500" y="19323"/>
                      <a:pt x="24247" y="18501"/>
                      <a:pt x="24247" y="17597"/>
                    </a:cubicBezTo>
                    <a:cubicBezTo>
                      <a:pt x="24247" y="16123"/>
                      <a:pt x="24838" y="14954"/>
                      <a:pt x="26023" y="14090"/>
                    </a:cubicBezTo>
                    <a:cubicBezTo>
                      <a:pt x="27228" y="13205"/>
                      <a:pt x="28813" y="12616"/>
                      <a:pt x="30780" y="12321"/>
                    </a:cubicBezTo>
                    <a:lnTo>
                      <a:pt x="35124" y="11689"/>
                    </a:lnTo>
                    <a:lnTo>
                      <a:pt x="35124" y="11025"/>
                    </a:lnTo>
                    <a:cubicBezTo>
                      <a:pt x="35124" y="10141"/>
                      <a:pt x="34902" y="9457"/>
                      <a:pt x="34458" y="8972"/>
                    </a:cubicBezTo>
                    <a:cubicBezTo>
                      <a:pt x="34014" y="8487"/>
                      <a:pt x="33253" y="8245"/>
                      <a:pt x="32175" y="8245"/>
                    </a:cubicBezTo>
                    <a:cubicBezTo>
                      <a:pt x="31414" y="8245"/>
                      <a:pt x="30789" y="8403"/>
                      <a:pt x="30304" y="8719"/>
                    </a:cubicBezTo>
                    <a:cubicBezTo>
                      <a:pt x="29837" y="9015"/>
                      <a:pt x="29488" y="9414"/>
                      <a:pt x="29257" y="9920"/>
                    </a:cubicBezTo>
                    <a:cubicBezTo>
                      <a:pt x="29088" y="10193"/>
                      <a:pt x="28845" y="10330"/>
                      <a:pt x="28528" y="10330"/>
                    </a:cubicBezTo>
                    <a:lnTo>
                      <a:pt x="26023" y="10330"/>
                    </a:lnTo>
                    <a:cubicBezTo>
                      <a:pt x="25789" y="10330"/>
                      <a:pt x="25610" y="10267"/>
                      <a:pt x="25484" y="10141"/>
                    </a:cubicBezTo>
                    <a:cubicBezTo>
                      <a:pt x="25377" y="10015"/>
                      <a:pt x="25325" y="9845"/>
                      <a:pt x="25325" y="9635"/>
                    </a:cubicBezTo>
                    <a:cubicBezTo>
                      <a:pt x="25345" y="9299"/>
                      <a:pt x="25484" y="8888"/>
                      <a:pt x="25737" y="8403"/>
                    </a:cubicBezTo>
                    <a:cubicBezTo>
                      <a:pt x="25991" y="7918"/>
                      <a:pt x="26392" y="7456"/>
                      <a:pt x="26942" y="7013"/>
                    </a:cubicBezTo>
                    <a:cubicBezTo>
                      <a:pt x="27491" y="6551"/>
                      <a:pt x="28200" y="6160"/>
                      <a:pt x="29067" y="5844"/>
                    </a:cubicBezTo>
                    <a:cubicBezTo>
                      <a:pt x="29932" y="5529"/>
                      <a:pt x="30979" y="5371"/>
                      <a:pt x="32207" y="5371"/>
                    </a:cubicBezTo>
                    <a:cubicBezTo>
                      <a:pt x="33539" y="5371"/>
                      <a:pt x="34658" y="5540"/>
                      <a:pt x="35568" y="5876"/>
                    </a:cubicBezTo>
                    <a:cubicBezTo>
                      <a:pt x="36497" y="6192"/>
                      <a:pt x="37238" y="6623"/>
                      <a:pt x="37788" y="7171"/>
                    </a:cubicBezTo>
                    <a:cubicBezTo>
                      <a:pt x="38336" y="7720"/>
                      <a:pt x="38740" y="8361"/>
                      <a:pt x="38993" y="9098"/>
                    </a:cubicBezTo>
                    <a:cubicBezTo>
                      <a:pt x="39247" y="9836"/>
                      <a:pt x="39374" y="10615"/>
                      <a:pt x="39374" y="11436"/>
                    </a:cubicBezTo>
                    <a:lnTo>
                      <a:pt x="39374" y="21356"/>
                    </a:lnTo>
                    <a:cubicBezTo>
                      <a:pt x="39374" y="21566"/>
                      <a:pt x="39299" y="21746"/>
                      <a:pt x="39152" y="21893"/>
                    </a:cubicBezTo>
                    <a:cubicBezTo>
                      <a:pt x="39002" y="22040"/>
                      <a:pt x="38823" y="22114"/>
                      <a:pt x="38613" y="22114"/>
                    </a:cubicBezTo>
                    <a:lnTo>
                      <a:pt x="36044" y="22114"/>
                    </a:lnTo>
                    <a:cubicBezTo>
                      <a:pt x="35811" y="22114"/>
                      <a:pt x="35620" y="22040"/>
                      <a:pt x="35473" y="21893"/>
                    </a:cubicBezTo>
                    <a:cubicBezTo>
                      <a:pt x="35346" y="21746"/>
                      <a:pt x="35283" y="21566"/>
                      <a:pt x="35283" y="21356"/>
                    </a:cubicBezTo>
                    <a:lnTo>
                      <a:pt x="35283" y="20124"/>
                    </a:lnTo>
                    <a:cubicBezTo>
                      <a:pt x="35006" y="20523"/>
                      <a:pt x="34637" y="20902"/>
                      <a:pt x="34173" y="21261"/>
                    </a:cubicBezTo>
                    <a:cubicBezTo>
                      <a:pt x="33706" y="21597"/>
                      <a:pt x="33135" y="21882"/>
                      <a:pt x="32460" y="22114"/>
                    </a:cubicBezTo>
                    <a:cubicBezTo>
                      <a:pt x="31803" y="22324"/>
                      <a:pt x="31022" y="22430"/>
                      <a:pt x="30114" y="22430"/>
                    </a:cubicBezTo>
                    <a:close/>
                    <a:moveTo>
                      <a:pt x="31192" y="19429"/>
                    </a:moveTo>
                    <a:cubicBezTo>
                      <a:pt x="31930" y="19429"/>
                      <a:pt x="32596" y="19271"/>
                      <a:pt x="33190" y="18955"/>
                    </a:cubicBezTo>
                    <a:cubicBezTo>
                      <a:pt x="33801" y="18639"/>
                      <a:pt x="34277" y="18154"/>
                      <a:pt x="34617" y="17502"/>
                    </a:cubicBezTo>
                    <a:cubicBezTo>
                      <a:pt x="34975" y="16827"/>
                      <a:pt x="35156" y="15985"/>
                      <a:pt x="35156" y="14974"/>
                    </a:cubicBezTo>
                    <a:lnTo>
                      <a:pt x="35156" y="14311"/>
                    </a:lnTo>
                    <a:lnTo>
                      <a:pt x="31985" y="14816"/>
                    </a:lnTo>
                    <a:cubicBezTo>
                      <a:pt x="30737" y="15006"/>
                      <a:pt x="29806" y="15311"/>
                      <a:pt x="29194" y="15733"/>
                    </a:cubicBezTo>
                    <a:cubicBezTo>
                      <a:pt x="28580" y="16155"/>
                      <a:pt x="28274" y="16669"/>
                      <a:pt x="28274" y="17281"/>
                    </a:cubicBezTo>
                    <a:cubicBezTo>
                      <a:pt x="28274" y="17743"/>
                      <a:pt x="28410" y="18145"/>
                      <a:pt x="28687" y="18481"/>
                    </a:cubicBezTo>
                    <a:cubicBezTo>
                      <a:pt x="28981" y="18797"/>
                      <a:pt x="29353" y="19039"/>
                      <a:pt x="29797" y="19208"/>
                    </a:cubicBezTo>
                    <a:cubicBezTo>
                      <a:pt x="30240" y="19354"/>
                      <a:pt x="30705" y="19429"/>
                      <a:pt x="31192" y="19429"/>
                    </a:cubicBezTo>
                    <a:close/>
                    <a:moveTo>
                      <a:pt x="44235" y="28117"/>
                    </a:moveTo>
                    <a:cubicBezTo>
                      <a:pt x="44022" y="28117"/>
                      <a:pt x="43843" y="28042"/>
                      <a:pt x="43696" y="27895"/>
                    </a:cubicBezTo>
                    <a:cubicBezTo>
                      <a:pt x="43546" y="27749"/>
                      <a:pt x="43474" y="27568"/>
                      <a:pt x="43474" y="27358"/>
                    </a:cubicBezTo>
                    <a:lnTo>
                      <a:pt x="43474" y="6445"/>
                    </a:lnTo>
                    <a:cubicBezTo>
                      <a:pt x="43474" y="6235"/>
                      <a:pt x="43546" y="6054"/>
                      <a:pt x="43696" y="5908"/>
                    </a:cubicBezTo>
                    <a:cubicBezTo>
                      <a:pt x="43843" y="5761"/>
                      <a:pt x="44022" y="5686"/>
                      <a:pt x="44235" y="5686"/>
                    </a:cubicBezTo>
                    <a:lnTo>
                      <a:pt x="46740" y="5686"/>
                    </a:lnTo>
                    <a:cubicBezTo>
                      <a:pt x="46971" y="5686"/>
                      <a:pt x="47153" y="5761"/>
                      <a:pt x="47279" y="5908"/>
                    </a:cubicBezTo>
                    <a:cubicBezTo>
                      <a:pt x="47427" y="6054"/>
                      <a:pt x="47501" y="6235"/>
                      <a:pt x="47501" y="6445"/>
                    </a:cubicBezTo>
                    <a:lnTo>
                      <a:pt x="47501" y="7708"/>
                    </a:lnTo>
                    <a:cubicBezTo>
                      <a:pt x="48009" y="7034"/>
                      <a:pt x="48675" y="6476"/>
                      <a:pt x="49499" y="6034"/>
                    </a:cubicBezTo>
                    <a:cubicBezTo>
                      <a:pt x="50324" y="5592"/>
                      <a:pt x="51348" y="5371"/>
                      <a:pt x="52575" y="5371"/>
                    </a:cubicBezTo>
                    <a:cubicBezTo>
                      <a:pt x="53694" y="5371"/>
                      <a:pt x="54669" y="5549"/>
                      <a:pt x="55493" y="5908"/>
                    </a:cubicBezTo>
                    <a:cubicBezTo>
                      <a:pt x="56318" y="6266"/>
                      <a:pt x="57004" y="6781"/>
                      <a:pt x="57554" y="7456"/>
                    </a:cubicBezTo>
                    <a:cubicBezTo>
                      <a:pt x="58103" y="8108"/>
                      <a:pt x="58526" y="8888"/>
                      <a:pt x="58823" y="9793"/>
                    </a:cubicBezTo>
                    <a:cubicBezTo>
                      <a:pt x="59117" y="10698"/>
                      <a:pt x="59287" y="11700"/>
                      <a:pt x="59330" y="12795"/>
                    </a:cubicBezTo>
                    <a:cubicBezTo>
                      <a:pt x="59351" y="13153"/>
                      <a:pt x="59362" y="13521"/>
                      <a:pt x="59362" y="13900"/>
                    </a:cubicBezTo>
                    <a:cubicBezTo>
                      <a:pt x="59362" y="14279"/>
                      <a:pt x="59351" y="14658"/>
                      <a:pt x="59330" y="15038"/>
                    </a:cubicBezTo>
                    <a:cubicBezTo>
                      <a:pt x="59308" y="16091"/>
                      <a:pt x="59149" y="17071"/>
                      <a:pt x="58855" y="17976"/>
                    </a:cubicBezTo>
                    <a:cubicBezTo>
                      <a:pt x="58558" y="18860"/>
                      <a:pt x="58125" y="19639"/>
                      <a:pt x="57554" y="20314"/>
                    </a:cubicBezTo>
                    <a:cubicBezTo>
                      <a:pt x="57004" y="20966"/>
                      <a:pt x="56318" y="21482"/>
                      <a:pt x="55493" y="21861"/>
                    </a:cubicBezTo>
                    <a:cubicBezTo>
                      <a:pt x="54669" y="22241"/>
                      <a:pt x="53694" y="22430"/>
                      <a:pt x="52575" y="22430"/>
                    </a:cubicBezTo>
                    <a:cubicBezTo>
                      <a:pt x="51434" y="22430"/>
                      <a:pt x="50460" y="22229"/>
                      <a:pt x="49658" y="21830"/>
                    </a:cubicBezTo>
                    <a:cubicBezTo>
                      <a:pt x="48854" y="21408"/>
                      <a:pt x="48199" y="20862"/>
                      <a:pt x="47692" y="20187"/>
                    </a:cubicBezTo>
                    <a:lnTo>
                      <a:pt x="47692" y="27358"/>
                    </a:lnTo>
                    <a:cubicBezTo>
                      <a:pt x="47692" y="27568"/>
                      <a:pt x="47617" y="27749"/>
                      <a:pt x="47470" y="27895"/>
                    </a:cubicBezTo>
                    <a:cubicBezTo>
                      <a:pt x="47343" y="28042"/>
                      <a:pt x="47162" y="28117"/>
                      <a:pt x="46931" y="28117"/>
                    </a:cubicBezTo>
                    <a:lnTo>
                      <a:pt x="44235" y="28117"/>
                    </a:lnTo>
                    <a:close/>
                    <a:moveTo>
                      <a:pt x="51402" y="19050"/>
                    </a:moveTo>
                    <a:cubicBezTo>
                      <a:pt x="52310" y="19050"/>
                      <a:pt x="53019" y="18860"/>
                      <a:pt x="53527" y="18481"/>
                    </a:cubicBezTo>
                    <a:cubicBezTo>
                      <a:pt x="54034" y="18082"/>
                      <a:pt x="54392" y="17565"/>
                      <a:pt x="54605" y="16933"/>
                    </a:cubicBezTo>
                    <a:cubicBezTo>
                      <a:pt x="54836" y="16301"/>
                      <a:pt x="54974" y="15606"/>
                      <a:pt x="55017" y="14848"/>
                    </a:cubicBezTo>
                    <a:cubicBezTo>
                      <a:pt x="55058" y="14216"/>
                      <a:pt x="55058" y="13584"/>
                      <a:pt x="55017" y="12953"/>
                    </a:cubicBezTo>
                    <a:cubicBezTo>
                      <a:pt x="54974" y="12194"/>
                      <a:pt x="54836" y="11499"/>
                      <a:pt x="54605" y="10868"/>
                    </a:cubicBezTo>
                    <a:cubicBezTo>
                      <a:pt x="54392" y="10236"/>
                      <a:pt x="54034" y="9730"/>
                      <a:pt x="53527" y="9351"/>
                    </a:cubicBezTo>
                    <a:cubicBezTo>
                      <a:pt x="53019" y="8952"/>
                      <a:pt x="52310" y="8751"/>
                      <a:pt x="51402" y="8751"/>
                    </a:cubicBezTo>
                    <a:cubicBezTo>
                      <a:pt x="50534" y="8751"/>
                      <a:pt x="49825" y="8952"/>
                      <a:pt x="49277" y="9351"/>
                    </a:cubicBezTo>
                    <a:cubicBezTo>
                      <a:pt x="48747" y="9751"/>
                      <a:pt x="48358" y="10267"/>
                      <a:pt x="48104" y="10899"/>
                    </a:cubicBezTo>
                    <a:cubicBezTo>
                      <a:pt x="47871" y="11511"/>
                      <a:pt x="47732" y="12142"/>
                      <a:pt x="47692" y="12795"/>
                    </a:cubicBezTo>
                    <a:cubicBezTo>
                      <a:pt x="47669" y="13174"/>
                      <a:pt x="47660" y="13573"/>
                      <a:pt x="47660" y="13995"/>
                    </a:cubicBezTo>
                    <a:cubicBezTo>
                      <a:pt x="47660" y="14417"/>
                      <a:pt x="47669" y="14828"/>
                      <a:pt x="47692" y="15227"/>
                    </a:cubicBezTo>
                    <a:cubicBezTo>
                      <a:pt x="47712" y="15859"/>
                      <a:pt x="47859" y="16471"/>
                      <a:pt x="48136" y="17060"/>
                    </a:cubicBezTo>
                    <a:cubicBezTo>
                      <a:pt x="48410" y="17628"/>
                      <a:pt x="48811" y="18102"/>
                      <a:pt x="49341" y="18481"/>
                    </a:cubicBezTo>
                    <a:cubicBezTo>
                      <a:pt x="49868" y="18860"/>
                      <a:pt x="50555" y="19050"/>
                      <a:pt x="51402" y="19050"/>
                    </a:cubicBez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7" name="Freeform 156">
                <a:extLst>
                  <a:ext uri="{FF2B5EF4-FFF2-40B4-BE49-F238E27FC236}">
                    <a16:creationId xmlns:a16="http://schemas.microsoft.com/office/drawing/2014/main" id="{ED7D79BF-CC05-442B-5078-44100C01673F}"/>
                  </a:ext>
                </a:extLst>
              </p:cNvPr>
              <p:cNvSpPr/>
              <p:nvPr/>
            </p:nvSpPr>
            <p:spPr>
              <a:xfrm>
                <a:off x="2416735" y="5744875"/>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5 h 29380"/>
                  <a:gd name="csX38" fmla="*/ 27149 w 87810"/>
                  <a:gd name="csY38" fmla="*/ 26505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6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6 h 29380"/>
                  <a:gd name="csX55" fmla="*/ 31969 w 87810"/>
                  <a:gd name="csY55" fmla="*/ 6413 h 29380"/>
                  <a:gd name="csX56" fmla="*/ 34030 w 87810"/>
                  <a:gd name="csY56" fmla="*/ 8119 h 29380"/>
                  <a:gd name="csX57" fmla="*/ 34030 w 87810"/>
                  <a:gd name="csY57" fmla="*/ 6761 h 29380"/>
                  <a:gd name="csX58" fmla="*/ 34220 w 87810"/>
                  <a:gd name="csY58" fmla="*/ 6224 h 29380"/>
                  <a:gd name="csX59" fmla="*/ 34760 w 87810"/>
                  <a:gd name="csY59" fmla="*/ 6002 h 29380"/>
                  <a:gd name="csX60" fmla="*/ 36218 w 87810"/>
                  <a:gd name="csY60" fmla="*/ 6002 h 29380"/>
                  <a:gd name="csX61" fmla="*/ 36757 w 87810"/>
                  <a:gd name="csY61" fmla="*/ 6224 h 29380"/>
                  <a:gd name="csX62" fmla="*/ 36980 w 87810"/>
                  <a:gd name="csY62" fmla="*/ 6761 h 29380"/>
                  <a:gd name="csX63" fmla="*/ 36980 w 87810"/>
                  <a:gd name="csY63" fmla="*/ 22083 h 29380"/>
                  <a:gd name="csX64" fmla="*/ 36250 w 87810"/>
                  <a:gd name="csY64" fmla="*/ 25842 h 29380"/>
                  <a:gd name="csX65" fmla="*/ 33903 w 87810"/>
                  <a:gd name="csY65" fmla="*/ 28433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5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6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2 h 29380"/>
                  <a:gd name="csX101" fmla="*/ 45975 w 87810"/>
                  <a:gd name="csY101" fmla="*/ 19713 h 29380"/>
                  <a:gd name="csX102" fmla="*/ 48258 w 87810"/>
                  <a:gd name="csY102" fmla="*/ 20408 h 29380"/>
                  <a:gd name="csX103" fmla="*/ 50161 w 87810"/>
                  <a:gd name="csY103" fmla="*/ 20061 h 29380"/>
                  <a:gd name="csX104" fmla="*/ 51398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4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6 h 29380"/>
                  <a:gd name="csX137" fmla="*/ 71173 w 87810"/>
                  <a:gd name="csY137" fmla="*/ 6603 h 29380"/>
                  <a:gd name="csX138" fmla="*/ 73361 w 87810"/>
                  <a:gd name="csY138" fmla="*/ 9098 h 29380"/>
                  <a:gd name="csX139" fmla="*/ 74090 w 87810"/>
                  <a:gd name="csY139" fmla="*/ 12795 h 29380"/>
                  <a:gd name="csX140" fmla="*/ 74090 w 87810"/>
                  <a:gd name="csY140" fmla="*/ 21704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4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4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3 w 87810"/>
                  <a:gd name="csY158" fmla="*/ 16870 h 29380"/>
                  <a:gd name="csX159" fmla="*/ 79883 w 87810"/>
                  <a:gd name="csY159" fmla="*/ 8530 h 29380"/>
                  <a:gd name="csX160" fmla="*/ 77409 w 87810"/>
                  <a:gd name="csY160" fmla="*/ 8530 h 29380"/>
                  <a:gd name="csX161" fmla="*/ 76870 w 87810"/>
                  <a:gd name="csY161" fmla="*/ 8340 h 29380"/>
                  <a:gd name="csX162" fmla="*/ 76680 w 87810"/>
                  <a:gd name="csY162" fmla="*/ 7803 h 29380"/>
                  <a:gd name="csX163" fmla="*/ 76680 w 87810"/>
                  <a:gd name="csY163" fmla="*/ 6729 h 29380"/>
                  <a:gd name="csX164" fmla="*/ 76870 w 87810"/>
                  <a:gd name="csY164" fmla="*/ 6224 h 29380"/>
                  <a:gd name="csX165" fmla="*/ 77409 w 87810"/>
                  <a:gd name="csY165" fmla="*/ 6002 h 29380"/>
                  <a:gd name="csX166" fmla="*/ 79883 w 87810"/>
                  <a:gd name="csY166" fmla="*/ 6002 h 29380"/>
                  <a:gd name="csX167" fmla="*/ 79883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4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8"/>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8"/>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3"/>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5"/>
                    </a:cubicBezTo>
                    <a:cubicBezTo>
                      <a:pt x="26229" y="25894"/>
                      <a:pt x="26621" y="26232"/>
                      <a:pt x="27149" y="26505"/>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6"/>
                      <a:pt x="28829" y="22556"/>
                    </a:cubicBezTo>
                    <a:cubicBezTo>
                      <a:pt x="27645" y="22556"/>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6"/>
                      <a:pt x="28829" y="5686"/>
                    </a:cubicBezTo>
                    <a:cubicBezTo>
                      <a:pt x="30098" y="5686"/>
                      <a:pt x="31144" y="5928"/>
                      <a:pt x="31969" y="6413"/>
                    </a:cubicBezTo>
                    <a:cubicBezTo>
                      <a:pt x="32814" y="6876"/>
                      <a:pt x="33502" y="7444"/>
                      <a:pt x="34030" y="8119"/>
                    </a:cubicBezTo>
                    <a:lnTo>
                      <a:pt x="34030" y="6761"/>
                    </a:lnTo>
                    <a:cubicBezTo>
                      <a:pt x="34030" y="6551"/>
                      <a:pt x="34094" y="6370"/>
                      <a:pt x="34220" y="6224"/>
                    </a:cubicBezTo>
                    <a:cubicBezTo>
                      <a:pt x="34368" y="6077"/>
                      <a:pt x="34549" y="6002"/>
                      <a:pt x="34760" y="6002"/>
                    </a:cubicBezTo>
                    <a:lnTo>
                      <a:pt x="36218" y="6002"/>
                    </a:lnTo>
                    <a:cubicBezTo>
                      <a:pt x="36429" y="6002"/>
                      <a:pt x="36610" y="6077"/>
                      <a:pt x="36757" y="6224"/>
                    </a:cubicBezTo>
                    <a:cubicBezTo>
                      <a:pt x="36905" y="6370"/>
                      <a:pt x="36980" y="6551"/>
                      <a:pt x="36980" y="6761"/>
                    </a:cubicBezTo>
                    <a:lnTo>
                      <a:pt x="36980" y="22083"/>
                    </a:lnTo>
                    <a:cubicBezTo>
                      <a:pt x="36980" y="23493"/>
                      <a:pt x="36737" y="24748"/>
                      <a:pt x="36250" y="25842"/>
                    </a:cubicBezTo>
                    <a:cubicBezTo>
                      <a:pt x="35786" y="26936"/>
                      <a:pt x="35002" y="27801"/>
                      <a:pt x="33903" y="28433"/>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5" y="14932"/>
                      <a:pt x="33967" y="14575"/>
                      <a:pt x="33967" y="14153"/>
                    </a:cubicBezTo>
                    <a:cubicBezTo>
                      <a:pt x="33967" y="13711"/>
                      <a:pt x="33955"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7"/>
                      <a:pt x="25563" y="10836"/>
                    </a:cubicBezTo>
                    <a:cubicBezTo>
                      <a:pt x="25289" y="11594"/>
                      <a:pt x="25130" y="12416"/>
                      <a:pt x="25087" y="13300"/>
                    </a:cubicBezTo>
                    <a:cubicBezTo>
                      <a:pt x="25067" y="13848"/>
                      <a:pt x="25067" y="14406"/>
                      <a:pt x="25087" y="14975"/>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8"/>
                      <a:pt x="43429" y="7214"/>
                      <a:pt x="44484" y="6603"/>
                    </a:cubicBezTo>
                    <a:cubicBezTo>
                      <a:pt x="45562" y="5991"/>
                      <a:pt x="46822" y="5686"/>
                      <a:pt x="48258" y="5686"/>
                    </a:cubicBezTo>
                    <a:cubicBezTo>
                      <a:pt x="49866" y="5686"/>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2"/>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8"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4"/>
                    </a:cubicBezTo>
                    <a:lnTo>
                      <a:pt x="59439" y="6729"/>
                    </a:lnTo>
                    <a:cubicBezTo>
                      <a:pt x="59439" y="6519"/>
                      <a:pt x="59502" y="6350"/>
                      <a:pt x="59629" y="6224"/>
                    </a:cubicBezTo>
                    <a:cubicBezTo>
                      <a:pt x="59779" y="6077"/>
                      <a:pt x="59958" y="6002"/>
                      <a:pt x="60168" y="6002"/>
                    </a:cubicBezTo>
                    <a:lnTo>
                      <a:pt x="61659" y="6002"/>
                    </a:lnTo>
                    <a:cubicBezTo>
                      <a:pt x="61872" y="6002"/>
                      <a:pt x="62039" y="6077"/>
                      <a:pt x="62166" y="6224"/>
                    </a:cubicBezTo>
                    <a:cubicBezTo>
                      <a:pt x="62316" y="6350"/>
                      <a:pt x="62388" y="6519"/>
                      <a:pt x="62388" y="6729"/>
                    </a:cubicBezTo>
                    <a:lnTo>
                      <a:pt x="62388" y="8119"/>
                    </a:lnTo>
                    <a:cubicBezTo>
                      <a:pt x="62939" y="7404"/>
                      <a:pt x="63625" y="6824"/>
                      <a:pt x="64450" y="6382"/>
                    </a:cubicBezTo>
                    <a:cubicBezTo>
                      <a:pt x="65297" y="5919"/>
                      <a:pt x="66375" y="5686"/>
                      <a:pt x="67684" y="5686"/>
                    </a:cubicBezTo>
                    <a:cubicBezTo>
                      <a:pt x="69059" y="5686"/>
                      <a:pt x="70221" y="5991"/>
                      <a:pt x="71173" y="6603"/>
                    </a:cubicBezTo>
                    <a:cubicBezTo>
                      <a:pt x="72147" y="7192"/>
                      <a:pt x="72876" y="8024"/>
                      <a:pt x="73361" y="9098"/>
                    </a:cubicBezTo>
                    <a:cubicBezTo>
                      <a:pt x="73848" y="10152"/>
                      <a:pt x="74090" y="11384"/>
                      <a:pt x="74090" y="12795"/>
                    </a:cubicBezTo>
                    <a:lnTo>
                      <a:pt x="74090" y="21704"/>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4"/>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4"/>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7" y="20661"/>
                      <a:pt x="80390" y="19840"/>
                    </a:cubicBezTo>
                    <a:cubicBezTo>
                      <a:pt x="80052" y="18998"/>
                      <a:pt x="79883" y="18007"/>
                      <a:pt x="79883" y="16870"/>
                    </a:cubicBezTo>
                    <a:lnTo>
                      <a:pt x="79883" y="8530"/>
                    </a:lnTo>
                    <a:lnTo>
                      <a:pt x="77409" y="8530"/>
                    </a:lnTo>
                    <a:cubicBezTo>
                      <a:pt x="77198" y="8530"/>
                      <a:pt x="77017" y="8467"/>
                      <a:pt x="76870" y="8340"/>
                    </a:cubicBezTo>
                    <a:cubicBezTo>
                      <a:pt x="76743" y="8194"/>
                      <a:pt x="76680" y="8013"/>
                      <a:pt x="76680" y="7803"/>
                    </a:cubicBezTo>
                    <a:lnTo>
                      <a:pt x="76680" y="6729"/>
                    </a:lnTo>
                    <a:cubicBezTo>
                      <a:pt x="76680" y="6519"/>
                      <a:pt x="76743" y="6350"/>
                      <a:pt x="76870" y="6224"/>
                    </a:cubicBezTo>
                    <a:cubicBezTo>
                      <a:pt x="77017" y="6077"/>
                      <a:pt x="77198" y="6002"/>
                      <a:pt x="77409" y="6002"/>
                    </a:cubicBezTo>
                    <a:lnTo>
                      <a:pt x="79883" y="6002"/>
                    </a:lnTo>
                    <a:lnTo>
                      <a:pt x="79883" y="727"/>
                    </a:lnTo>
                    <a:cubicBezTo>
                      <a:pt x="79883" y="517"/>
                      <a:pt x="79946" y="347"/>
                      <a:pt x="80073" y="221"/>
                    </a:cubicBezTo>
                    <a:cubicBezTo>
                      <a:pt x="80220" y="74"/>
                      <a:pt x="80401" y="0"/>
                      <a:pt x="80612" y="0"/>
                    </a:cubicBezTo>
                    <a:lnTo>
                      <a:pt x="82102" y="0"/>
                    </a:lnTo>
                    <a:cubicBezTo>
                      <a:pt x="82313" y="0"/>
                      <a:pt x="82483" y="74"/>
                      <a:pt x="82610" y="221"/>
                    </a:cubicBezTo>
                    <a:cubicBezTo>
                      <a:pt x="82757" y="347"/>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4"/>
                      <a:pt x="87272" y="8340"/>
                    </a:cubicBezTo>
                    <a:cubicBezTo>
                      <a:pt x="87145" y="8467"/>
                      <a:pt x="86975" y="8530"/>
                      <a:pt x="86764" y="8530"/>
                    </a:cubicBezTo>
                    <a:lnTo>
                      <a:pt x="82832" y="8530"/>
                    </a:lnTo>
                    <a:lnTo>
                      <a:pt x="82832" y="16649"/>
                    </a:lnTo>
                    <a:cubicBezTo>
                      <a:pt x="82832" y="17640"/>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4"/>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8" name="Freeform 157">
                <a:extLst>
                  <a:ext uri="{FF2B5EF4-FFF2-40B4-BE49-F238E27FC236}">
                    <a16:creationId xmlns:a16="http://schemas.microsoft.com/office/drawing/2014/main" id="{D790A5C4-50A3-99BD-8506-75F4039EE5FB}"/>
                  </a:ext>
                </a:extLst>
              </p:cNvPr>
              <p:cNvSpPr/>
              <p:nvPr/>
            </p:nvSpPr>
            <p:spPr>
              <a:xfrm>
                <a:off x="2776903" y="6618161"/>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4 h 29380"/>
                  <a:gd name="csX38" fmla="*/ 27149 w 87810"/>
                  <a:gd name="csY38" fmla="*/ 26506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7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7 h 29380"/>
                  <a:gd name="csX55" fmla="*/ 31969 w 87810"/>
                  <a:gd name="csY55" fmla="*/ 6413 h 29380"/>
                  <a:gd name="csX56" fmla="*/ 34030 w 87810"/>
                  <a:gd name="csY56" fmla="*/ 8119 h 29380"/>
                  <a:gd name="csX57" fmla="*/ 34030 w 87810"/>
                  <a:gd name="csY57" fmla="*/ 6761 h 29380"/>
                  <a:gd name="csX58" fmla="*/ 34221 w 87810"/>
                  <a:gd name="csY58" fmla="*/ 6224 h 29380"/>
                  <a:gd name="csX59" fmla="*/ 34760 w 87810"/>
                  <a:gd name="csY59" fmla="*/ 6002 h 29380"/>
                  <a:gd name="csX60" fmla="*/ 36218 w 87810"/>
                  <a:gd name="csY60" fmla="*/ 6002 h 29380"/>
                  <a:gd name="csX61" fmla="*/ 36758 w 87810"/>
                  <a:gd name="csY61" fmla="*/ 6224 h 29380"/>
                  <a:gd name="csX62" fmla="*/ 36979 w 87810"/>
                  <a:gd name="csY62" fmla="*/ 6761 h 29380"/>
                  <a:gd name="csX63" fmla="*/ 36979 w 87810"/>
                  <a:gd name="csY63" fmla="*/ 22083 h 29380"/>
                  <a:gd name="csX64" fmla="*/ 36250 w 87810"/>
                  <a:gd name="csY64" fmla="*/ 25842 h 29380"/>
                  <a:gd name="csX65" fmla="*/ 33903 w 87810"/>
                  <a:gd name="csY65" fmla="*/ 28432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4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7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2 h 29380"/>
                  <a:gd name="csX101" fmla="*/ 45975 w 87810"/>
                  <a:gd name="csY101" fmla="*/ 19713 h 29380"/>
                  <a:gd name="csX102" fmla="*/ 48258 w 87810"/>
                  <a:gd name="csY102" fmla="*/ 20408 h 29380"/>
                  <a:gd name="csX103" fmla="*/ 50161 w 87810"/>
                  <a:gd name="csY103" fmla="*/ 20061 h 29380"/>
                  <a:gd name="csX104" fmla="*/ 51397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3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7 h 29380"/>
                  <a:gd name="csX137" fmla="*/ 71173 w 87810"/>
                  <a:gd name="csY137" fmla="*/ 6603 h 29380"/>
                  <a:gd name="csX138" fmla="*/ 73361 w 87810"/>
                  <a:gd name="csY138" fmla="*/ 9098 h 29380"/>
                  <a:gd name="csX139" fmla="*/ 74090 w 87810"/>
                  <a:gd name="csY139" fmla="*/ 12795 h 29380"/>
                  <a:gd name="csX140" fmla="*/ 74090 w 87810"/>
                  <a:gd name="csY140" fmla="*/ 21703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3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3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2 w 87810"/>
                  <a:gd name="csY158" fmla="*/ 16870 h 29380"/>
                  <a:gd name="csX159" fmla="*/ 79882 w 87810"/>
                  <a:gd name="csY159" fmla="*/ 8530 h 29380"/>
                  <a:gd name="csX160" fmla="*/ 77409 w 87810"/>
                  <a:gd name="csY160" fmla="*/ 8530 h 29380"/>
                  <a:gd name="csX161" fmla="*/ 76870 w 87810"/>
                  <a:gd name="csY161" fmla="*/ 8340 h 29380"/>
                  <a:gd name="csX162" fmla="*/ 76679 w 87810"/>
                  <a:gd name="csY162" fmla="*/ 7803 h 29380"/>
                  <a:gd name="csX163" fmla="*/ 76679 w 87810"/>
                  <a:gd name="csY163" fmla="*/ 6729 h 29380"/>
                  <a:gd name="csX164" fmla="*/ 76870 w 87810"/>
                  <a:gd name="csY164" fmla="*/ 6224 h 29380"/>
                  <a:gd name="csX165" fmla="*/ 77409 w 87810"/>
                  <a:gd name="csY165" fmla="*/ 6002 h 29380"/>
                  <a:gd name="csX166" fmla="*/ 79882 w 87810"/>
                  <a:gd name="csY166" fmla="*/ 6002 h 29380"/>
                  <a:gd name="csX167" fmla="*/ 79882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3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7"/>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7"/>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2"/>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4"/>
                    </a:cubicBezTo>
                    <a:cubicBezTo>
                      <a:pt x="26229" y="25894"/>
                      <a:pt x="26621" y="26232"/>
                      <a:pt x="27149" y="26506"/>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7"/>
                      <a:pt x="28829" y="22557"/>
                    </a:cubicBezTo>
                    <a:cubicBezTo>
                      <a:pt x="27645" y="22557"/>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7"/>
                      <a:pt x="28829" y="5687"/>
                    </a:cubicBezTo>
                    <a:cubicBezTo>
                      <a:pt x="30098" y="5687"/>
                      <a:pt x="31144" y="5928"/>
                      <a:pt x="31969" y="6413"/>
                    </a:cubicBezTo>
                    <a:cubicBezTo>
                      <a:pt x="32814" y="6876"/>
                      <a:pt x="33502" y="7444"/>
                      <a:pt x="34030" y="8119"/>
                    </a:cubicBezTo>
                    <a:lnTo>
                      <a:pt x="34030" y="6761"/>
                    </a:lnTo>
                    <a:cubicBezTo>
                      <a:pt x="34030" y="6551"/>
                      <a:pt x="34094" y="6370"/>
                      <a:pt x="34221" y="6224"/>
                    </a:cubicBezTo>
                    <a:cubicBezTo>
                      <a:pt x="34368" y="6077"/>
                      <a:pt x="34549" y="6002"/>
                      <a:pt x="34760" y="6002"/>
                    </a:cubicBezTo>
                    <a:lnTo>
                      <a:pt x="36218" y="6002"/>
                    </a:lnTo>
                    <a:cubicBezTo>
                      <a:pt x="36429" y="6002"/>
                      <a:pt x="36610" y="6077"/>
                      <a:pt x="36758" y="6224"/>
                    </a:cubicBezTo>
                    <a:cubicBezTo>
                      <a:pt x="36905" y="6370"/>
                      <a:pt x="36979" y="6551"/>
                      <a:pt x="36979" y="6761"/>
                    </a:cubicBezTo>
                    <a:lnTo>
                      <a:pt x="36979" y="22083"/>
                    </a:lnTo>
                    <a:cubicBezTo>
                      <a:pt x="36979" y="23493"/>
                      <a:pt x="36737" y="24748"/>
                      <a:pt x="36250" y="25842"/>
                    </a:cubicBezTo>
                    <a:cubicBezTo>
                      <a:pt x="35786" y="26936"/>
                      <a:pt x="35002" y="27801"/>
                      <a:pt x="33903" y="28432"/>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6" y="14932"/>
                      <a:pt x="33967" y="14575"/>
                      <a:pt x="33967" y="14153"/>
                    </a:cubicBezTo>
                    <a:cubicBezTo>
                      <a:pt x="33967" y="13711"/>
                      <a:pt x="33956"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8"/>
                      <a:pt x="25563" y="10836"/>
                    </a:cubicBezTo>
                    <a:cubicBezTo>
                      <a:pt x="25289" y="11594"/>
                      <a:pt x="25130" y="12416"/>
                      <a:pt x="25087" y="13300"/>
                    </a:cubicBezTo>
                    <a:cubicBezTo>
                      <a:pt x="25067" y="13849"/>
                      <a:pt x="25067" y="14406"/>
                      <a:pt x="25087" y="14974"/>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7"/>
                      <a:pt x="43429" y="7214"/>
                      <a:pt x="44484" y="6603"/>
                    </a:cubicBezTo>
                    <a:cubicBezTo>
                      <a:pt x="45562" y="5991"/>
                      <a:pt x="46822" y="5687"/>
                      <a:pt x="48258" y="5687"/>
                    </a:cubicBezTo>
                    <a:cubicBezTo>
                      <a:pt x="49866" y="5687"/>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2"/>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7"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3"/>
                    </a:cubicBezTo>
                    <a:lnTo>
                      <a:pt x="59439" y="6729"/>
                    </a:lnTo>
                    <a:cubicBezTo>
                      <a:pt x="59439" y="6519"/>
                      <a:pt x="59502" y="6350"/>
                      <a:pt x="59629" y="6224"/>
                    </a:cubicBezTo>
                    <a:cubicBezTo>
                      <a:pt x="59779" y="6077"/>
                      <a:pt x="59958" y="6002"/>
                      <a:pt x="60168" y="6002"/>
                    </a:cubicBezTo>
                    <a:lnTo>
                      <a:pt x="61659" y="6002"/>
                    </a:lnTo>
                    <a:cubicBezTo>
                      <a:pt x="61872" y="6002"/>
                      <a:pt x="62040" y="6077"/>
                      <a:pt x="62166" y="6224"/>
                    </a:cubicBezTo>
                    <a:cubicBezTo>
                      <a:pt x="62316" y="6350"/>
                      <a:pt x="62388" y="6519"/>
                      <a:pt x="62388" y="6729"/>
                    </a:cubicBezTo>
                    <a:lnTo>
                      <a:pt x="62388" y="8119"/>
                    </a:lnTo>
                    <a:cubicBezTo>
                      <a:pt x="62939" y="7404"/>
                      <a:pt x="63625" y="6824"/>
                      <a:pt x="64450" y="6382"/>
                    </a:cubicBezTo>
                    <a:cubicBezTo>
                      <a:pt x="65297" y="5919"/>
                      <a:pt x="66375" y="5687"/>
                      <a:pt x="67684" y="5687"/>
                    </a:cubicBezTo>
                    <a:cubicBezTo>
                      <a:pt x="69059" y="5687"/>
                      <a:pt x="70221" y="5991"/>
                      <a:pt x="71173" y="6603"/>
                    </a:cubicBezTo>
                    <a:cubicBezTo>
                      <a:pt x="72147" y="7192"/>
                      <a:pt x="72876" y="8024"/>
                      <a:pt x="73361" y="9098"/>
                    </a:cubicBezTo>
                    <a:cubicBezTo>
                      <a:pt x="73848" y="10152"/>
                      <a:pt x="74090" y="11384"/>
                      <a:pt x="74090" y="12795"/>
                    </a:cubicBezTo>
                    <a:lnTo>
                      <a:pt x="74090" y="21703"/>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3"/>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3"/>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8" y="20661"/>
                      <a:pt x="80390" y="19840"/>
                    </a:cubicBezTo>
                    <a:cubicBezTo>
                      <a:pt x="80052" y="18998"/>
                      <a:pt x="79882" y="18007"/>
                      <a:pt x="79882" y="16870"/>
                    </a:cubicBezTo>
                    <a:lnTo>
                      <a:pt x="79882" y="8530"/>
                    </a:lnTo>
                    <a:lnTo>
                      <a:pt x="77409" y="8530"/>
                    </a:lnTo>
                    <a:cubicBezTo>
                      <a:pt x="77198" y="8530"/>
                      <a:pt x="77017" y="8467"/>
                      <a:pt x="76870" y="8340"/>
                    </a:cubicBezTo>
                    <a:cubicBezTo>
                      <a:pt x="76743" y="8193"/>
                      <a:pt x="76679" y="8013"/>
                      <a:pt x="76679" y="7803"/>
                    </a:cubicBezTo>
                    <a:lnTo>
                      <a:pt x="76679" y="6729"/>
                    </a:lnTo>
                    <a:cubicBezTo>
                      <a:pt x="76679" y="6519"/>
                      <a:pt x="76743" y="6350"/>
                      <a:pt x="76870" y="6224"/>
                    </a:cubicBezTo>
                    <a:cubicBezTo>
                      <a:pt x="77017" y="6077"/>
                      <a:pt x="77198" y="6002"/>
                      <a:pt x="77409" y="6002"/>
                    </a:cubicBezTo>
                    <a:lnTo>
                      <a:pt x="79882" y="6002"/>
                    </a:lnTo>
                    <a:lnTo>
                      <a:pt x="79882" y="727"/>
                    </a:lnTo>
                    <a:cubicBezTo>
                      <a:pt x="79882" y="517"/>
                      <a:pt x="79946" y="347"/>
                      <a:pt x="80073" y="221"/>
                    </a:cubicBezTo>
                    <a:cubicBezTo>
                      <a:pt x="80220" y="75"/>
                      <a:pt x="80401" y="0"/>
                      <a:pt x="80612" y="0"/>
                    </a:cubicBezTo>
                    <a:lnTo>
                      <a:pt x="82102" y="0"/>
                    </a:lnTo>
                    <a:cubicBezTo>
                      <a:pt x="82313" y="0"/>
                      <a:pt x="82483" y="75"/>
                      <a:pt x="82610" y="221"/>
                    </a:cubicBezTo>
                    <a:cubicBezTo>
                      <a:pt x="82757" y="347"/>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3"/>
                      <a:pt x="87272" y="8340"/>
                    </a:cubicBezTo>
                    <a:cubicBezTo>
                      <a:pt x="87145" y="8467"/>
                      <a:pt x="86975" y="8530"/>
                      <a:pt x="86764" y="8530"/>
                    </a:cubicBezTo>
                    <a:lnTo>
                      <a:pt x="82832" y="8530"/>
                    </a:lnTo>
                    <a:lnTo>
                      <a:pt x="82832" y="16649"/>
                    </a:lnTo>
                    <a:cubicBezTo>
                      <a:pt x="82832" y="17640"/>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3"/>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59" name="Freeform 158">
                <a:extLst>
                  <a:ext uri="{FF2B5EF4-FFF2-40B4-BE49-F238E27FC236}">
                    <a16:creationId xmlns:a16="http://schemas.microsoft.com/office/drawing/2014/main" id="{D4885822-AA08-9C81-AF87-E608F422EC2B}"/>
                  </a:ext>
                </a:extLst>
              </p:cNvPr>
              <p:cNvSpPr/>
              <p:nvPr/>
            </p:nvSpPr>
            <p:spPr>
              <a:xfrm>
                <a:off x="2776903" y="6017918"/>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5 h 29380"/>
                  <a:gd name="csX38" fmla="*/ 27149 w 87810"/>
                  <a:gd name="csY38" fmla="*/ 26505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6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6 h 29380"/>
                  <a:gd name="csX55" fmla="*/ 31969 w 87810"/>
                  <a:gd name="csY55" fmla="*/ 6413 h 29380"/>
                  <a:gd name="csX56" fmla="*/ 34030 w 87810"/>
                  <a:gd name="csY56" fmla="*/ 8119 h 29380"/>
                  <a:gd name="csX57" fmla="*/ 34030 w 87810"/>
                  <a:gd name="csY57" fmla="*/ 6761 h 29380"/>
                  <a:gd name="csX58" fmla="*/ 34221 w 87810"/>
                  <a:gd name="csY58" fmla="*/ 6224 h 29380"/>
                  <a:gd name="csX59" fmla="*/ 34760 w 87810"/>
                  <a:gd name="csY59" fmla="*/ 6002 h 29380"/>
                  <a:gd name="csX60" fmla="*/ 36218 w 87810"/>
                  <a:gd name="csY60" fmla="*/ 6002 h 29380"/>
                  <a:gd name="csX61" fmla="*/ 36758 w 87810"/>
                  <a:gd name="csY61" fmla="*/ 6224 h 29380"/>
                  <a:gd name="csX62" fmla="*/ 36979 w 87810"/>
                  <a:gd name="csY62" fmla="*/ 6761 h 29380"/>
                  <a:gd name="csX63" fmla="*/ 36979 w 87810"/>
                  <a:gd name="csY63" fmla="*/ 22083 h 29380"/>
                  <a:gd name="csX64" fmla="*/ 36250 w 87810"/>
                  <a:gd name="csY64" fmla="*/ 25842 h 29380"/>
                  <a:gd name="csX65" fmla="*/ 33903 w 87810"/>
                  <a:gd name="csY65" fmla="*/ 28433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5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6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2 h 29380"/>
                  <a:gd name="csX101" fmla="*/ 45975 w 87810"/>
                  <a:gd name="csY101" fmla="*/ 19713 h 29380"/>
                  <a:gd name="csX102" fmla="*/ 48258 w 87810"/>
                  <a:gd name="csY102" fmla="*/ 20408 h 29380"/>
                  <a:gd name="csX103" fmla="*/ 50161 w 87810"/>
                  <a:gd name="csY103" fmla="*/ 20061 h 29380"/>
                  <a:gd name="csX104" fmla="*/ 51397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4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6 h 29380"/>
                  <a:gd name="csX137" fmla="*/ 71173 w 87810"/>
                  <a:gd name="csY137" fmla="*/ 6603 h 29380"/>
                  <a:gd name="csX138" fmla="*/ 73361 w 87810"/>
                  <a:gd name="csY138" fmla="*/ 9098 h 29380"/>
                  <a:gd name="csX139" fmla="*/ 74090 w 87810"/>
                  <a:gd name="csY139" fmla="*/ 12795 h 29380"/>
                  <a:gd name="csX140" fmla="*/ 74090 w 87810"/>
                  <a:gd name="csY140" fmla="*/ 21704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4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4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2 w 87810"/>
                  <a:gd name="csY158" fmla="*/ 16870 h 29380"/>
                  <a:gd name="csX159" fmla="*/ 79882 w 87810"/>
                  <a:gd name="csY159" fmla="*/ 8530 h 29380"/>
                  <a:gd name="csX160" fmla="*/ 77409 w 87810"/>
                  <a:gd name="csY160" fmla="*/ 8530 h 29380"/>
                  <a:gd name="csX161" fmla="*/ 76870 w 87810"/>
                  <a:gd name="csY161" fmla="*/ 8340 h 29380"/>
                  <a:gd name="csX162" fmla="*/ 76679 w 87810"/>
                  <a:gd name="csY162" fmla="*/ 7803 h 29380"/>
                  <a:gd name="csX163" fmla="*/ 76679 w 87810"/>
                  <a:gd name="csY163" fmla="*/ 6729 h 29380"/>
                  <a:gd name="csX164" fmla="*/ 76870 w 87810"/>
                  <a:gd name="csY164" fmla="*/ 6224 h 29380"/>
                  <a:gd name="csX165" fmla="*/ 77409 w 87810"/>
                  <a:gd name="csY165" fmla="*/ 6002 h 29380"/>
                  <a:gd name="csX166" fmla="*/ 79882 w 87810"/>
                  <a:gd name="csY166" fmla="*/ 6002 h 29380"/>
                  <a:gd name="csX167" fmla="*/ 79882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4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8"/>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8"/>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3"/>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5"/>
                    </a:cubicBezTo>
                    <a:cubicBezTo>
                      <a:pt x="26229" y="25894"/>
                      <a:pt x="26621" y="26232"/>
                      <a:pt x="27149" y="26505"/>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6"/>
                      <a:pt x="28829" y="22556"/>
                    </a:cubicBezTo>
                    <a:cubicBezTo>
                      <a:pt x="27645" y="22556"/>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6"/>
                      <a:pt x="28829" y="5686"/>
                    </a:cubicBezTo>
                    <a:cubicBezTo>
                      <a:pt x="30098" y="5686"/>
                      <a:pt x="31144" y="5928"/>
                      <a:pt x="31969" y="6413"/>
                    </a:cubicBezTo>
                    <a:cubicBezTo>
                      <a:pt x="32814" y="6876"/>
                      <a:pt x="33502" y="7444"/>
                      <a:pt x="34030" y="8119"/>
                    </a:cubicBezTo>
                    <a:lnTo>
                      <a:pt x="34030" y="6761"/>
                    </a:lnTo>
                    <a:cubicBezTo>
                      <a:pt x="34030" y="6551"/>
                      <a:pt x="34094" y="6370"/>
                      <a:pt x="34221" y="6224"/>
                    </a:cubicBezTo>
                    <a:cubicBezTo>
                      <a:pt x="34368" y="6077"/>
                      <a:pt x="34549" y="6002"/>
                      <a:pt x="34760" y="6002"/>
                    </a:cubicBezTo>
                    <a:lnTo>
                      <a:pt x="36218" y="6002"/>
                    </a:lnTo>
                    <a:cubicBezTo>
                      <a:pt x="36429" y="6002"/>
                      <a:pt x="36610" y="6077"/>
                      <a:pt x="36758" y="6224"/>
                    </a:cubicBezTo>
                    <a:cubicBezTo>
                      <a:pt x="36905" y="6370"/>
                      <a:pt x="36979" y="6551"/>
                      <a:pt x="36979" y="6761"/>
                    </a:cubicBezTo>
                    <a:lnTo>
                      <a:pt x="36979" y="22083"/>
                    </a:lnTo>
                    <a:cubicBezTo>
                      <a:pt x="36979" y="23493"/>
                      <a:pt x="36737" y="24748"/>
                      <a:pt x="36250" y="25842"/>
                    </a:cubicBezTo>
                    <a:cubicBezTo>
                      <a:pt x="35786" y="26936"/>
                      <a:pt x="35002" y="27801"/>
                      <a:pt x="33903" y="28433"/>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6" y="14932"/>
                      <a:pt x="33967" y="14575"/>
                      <a:pt x="33967" y="14153"/>
                    </a:cubicBezTo>
                    <a:cubicBezTo>
                      <a:pt x="33967" y="13711"/>
                      <a:pt x="33956"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7"/>
                      <a:pt x="25563" y="10836"/>
                    </a:cubicBezTo>
                    <a:cubicBezTo>
                      <a:pt x="25289" y="11594"/>
                      <a:pt x="25130" y="12416"/>
                      <a:pt x="25087" y="13300"/>
                    </a:cubicBezTo>
                    <a:cubicBezTo>
                      <a:pt x="25067" y="13848"/>
                      <a:pt x="25067" y="14406"/>
                      <a:pt x="25087" y="14975"/>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8"/>
                      <a:pt x="43429" y="7214"/>
                      <a:pt x="44484" y="6603"/>
                    </a:cubicBezTo>
                    <a:cubicBezTo>
                      <a:pt x="45562" y="5991"/>
                      <a:pt x="46822" y="5686"/>
                      <a:pt x="48258" y="5686"/>
                    </a:cubicBezTo>
                    <a:cubicBezTo>
                      <a:pt x="49866" y="5686"/>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2"/>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7"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4"/>
                    </a:cubicBezTo>
                    <a:lnTo>
                      <a:pt x="59439" y="6729"/>
                    </a:lnTo>
                    <a:cubicBezTo>
                      <a:pt x="59439" y="6519"/>
                      <a:pt x="59502" y="6350"/>
                      <a:pt x="59629" y="6224"/>
                    </a:cubicBezTo>
                    <a:cubicBezTo>
                      <a:pt x="59779" y="6077"/>
                      <a:pt x="59958" y="6002"/>
                      <a:pt x="60168" y="6002"/>
                    </a:cubicBezTo>
                    <a:lnTo>
                      <a:pt x="61659" y="6002"/>
                    </a:lnTo>
                    <a:cubicBezTo>
                      <a:pt x="61872" y="6002"/>
                      <a:pt x="62040" y="6077"/>
                      <a:pt x="62166" y="6224"/>
                    </a:cubicBezTo>
                    <a:cubicBezTo>
                      <a:pt x="62316" y="6350"/>
                      <a:pt x="62388" y="6519"/>
                      <a:pt x="62388" y="6729"/>
                    </a:cubicBezTo>
                    <a:lnTo>
                      <a:pt x="62388" y="8119"/>
                    </a:lnTo>
                    <a:cubicBezTo>
                      <a:pt x="62939" y="7404"/>
                      <a:pt x="63625" y="6824"/>
                      <a:pt x="64450" y="6382"/>
                    </a:cubicBezTo>
                    <a:cubicBezTo>
                      <a:pt x="65297" y="5919"/>
                      <a:pt x="66375" y="5686"/>
                      <a:pt x="67684" y="5686"/>
                    </a:cubicBezTo>
                    <a:cubicBezTo>
                      <a:pt x="69059" y="5686"/>
                      <a:pt x="70221" y="5991"/>
                      <a:pt x="71173" y="6603"/>
                    </a:cubicBezTo>
                    <a:cubicBezTo>
                      <a:pt x="72147" y="7192"/>
                      <a:pt x="72876" y="8024"/>
                      <a:pt x="73361" y="9098"/>
                    </a:cubicBezTo>
                    <a:cubicBezTo>
                      <a:pt x="73848" y="10152"/>
                      <a:pt x="74090" y="11384"/>
                      <a:pt x="74090" y="12795"/>
                    </a:cubicBezTo>
                    <a:lnTo>
                      <a:pt x="74090" y="21704"/>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4"/>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4"/>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8" y="20661"/>
                      <a:pt x="80390" y="19840"/>
                    </a:cubicBezTo>
                    <a:cubicBezTo>
                      <a:pt x="80052" y="18998"/>
                      <a:pt x="79882" y="18007"/>
                      <a:pt x="79882" y="16870"/>
                    </a:cubicBezTo>
                    <a:lnTo>
                      <a:pt x="79882" y="8530"/>
                    </a:lnTo>
                    <a:lnTo>
                      <a:pt x="77409" y="8530"/>
                    </a:lnTo>
                    <a:cubicBezTo>
                      <a:pt x="77198" y="8530"/>
                      <a:pt x="77017" y="8467"/>
                      <a:pt x="76870" y="8340"/>
                    </a:cubicBezTo>
                    <a:cubicBezTo>
                      <a:pt x="76743" y="8194"/>
                      <a:pt x="76679" y="8013"/>
                      <a:pt x="76679" y="7803"/>
                    </a:cubicBezTo>
                    <a:lnTo>
                      <a:pt x="76679" y="6729"/>
                    </a:lnTo>
                    <a:cubicBezTo>
                      <a:pt x="76679" y="6519"/>
                      <a:pt x="76743" y="6350"/>
                      <a:pt x="76870" y="6224"/>
                    </a:cubicBezTo>
                    <a:cubicBezTo>
                      <a:pt x="77017" y="6077"/>
                      <a:pt x="77198" y="6002"/>
                      <a:pt x="77409" y="6002"/>
                    </a:cubicBezTo>
                    <a:lnTo>
                      <a:pt x="79882" y="6002"/>
                    </a:lnTo>
                    <a:lnTo>
                      <a:pt x="79882" y="727"/>
                    </a:lnTo>
                    <a:cubicBezTo>
                      <a:pt x="79882" y="517"/>
                      <a:pt x="79946" y="347"/>
                      <a:pt x="80073" y="221"/>
                    </a:cubicBezTo>
                    <a:cubicBezTo>
                      <a:pt x="80220" y="74"/>
                      <a:pt x="80401" y="0"/>
                      <a:pt x="80612" y="0"/>
                    </a:cubicBezTo>
                    <a:lnTo>
                      <a:pt x="82102" y="0"/>
                    </a:lnTo>
                    <a:cubicBezTo>
                      <a:pt x="82313" y="0"/>
                      <a:pt x="82483" y="74"/>
                      <a:pt x="82610" y="221"/>
                    </a:cubicBezTo>
                    <a:cubicBezTo>
                      <a:pt x="82757" y="347"/>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4"/>
                      <a:pt x="87272" y="8340"/>
                    </a:cubicBezTo>
                    <a:cubicBezTo>
                      <a:pt x="87145" y="8467"/>
                      <a:pt x="86975" y="8530"/>
                      <a:pt x="86764" y="8530"/>
                    </a:cubicBezTo>
                    <a:lnTo>
                      <a:pt x="82832" y="8530"/>
                    </a:lnTo>
                    <a:lnTo>
                      <a:pt x="82832" y="16649"/>
                    </a:lnTo>
                    <a:cubicBezTo>
                      <a:pt x="82832" y="17640"/>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4"/>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0" name="Freeform 159">
                <a:extLst>
                  <a:ext uri="{FF2B5EF4-FFF2-40B4-BE49-F238E27FC236}">
                    <a16:creationId xmlns:a16="http://schemas.microsoft.com/office/drawing/2014/main" id="{AE41E015-BFAA-F59E-2052-158793B76E42}"/>
                  </a:ext>
                </a:extLst>
              </p:cNvPr>
              <p:cNvSpPr/>
              <p:nvPr/>
            </p:nvSpPr>
            <p:spPr>
              <a:xfrm>
                <a:off x="3092528" y="5743927"/>
                <a:ext cx="130981" cy="23693"/>
              </a:xfrm>
              <a:custGeom>
                <a:avLst/>
                <a:gdLst>
                  <a:gd name="csX0" fmla="*/ 5106 w 130981"/>
                  <a:gd name="csY0" fmla="*/ 23378 h 23693"/>
                  <a:gd name="csX1" fmla="*/ 4440 w 130981"/>
                  <a:gd name="csY1" fmla="*/ 23157 h 23693"/>
                  <a:gd name="csX2" fmla="*/ 4123 w 130981"/>
                  <a:gd name="csY2" fmla="*/ 22525 h 23693"/>
                  <a:gd name="csX3" fmla="*/ 32 w 130981"/>
                  <a:gd name="csY3" fmla="*/ 2243 h 23693"/>
                  <a:gd name="csX4" fmla="*/ 0 w 130981"/>
                  <a:gd name="csY4" fmla="*/ 2022 h 23693"/>
                  <a:gd name="csX5" fmla="*/ 0 w 130981"/>
                  <a:gd name="csY5" fmla="*/ 1895 h 23693"/>
                  <a:gd name="csX6" fmla="*/ 190 w 130981"/>
                  <a:gd name="csY6" fmla="*/ 1453 h 23693"/>
                  <a:gd name="csX7" fmla="*/ 634 w 130981"/>
                  <a:gd name="csY7" fmla="*/ 1264 h 23693"/>
                  <a:gd name="csX8" fmla="*/ 2283 w 130981"/>
                  <a:gd name="csY8" fmla="*/ 1264 h 23693"/>
                  <a:gd name="csX9" fmla="*/ 3044 w 130981"/>
                  <a:gd name="csY9" fmla="*/ 1801 h 23693"/>
                  <a:gd name="csX10" fmla="*/ 6279 w 130981"/>
                  <a:gd name="csY10" fmla="*/ 18102 h 23693"/>
                  <a:gd name="csX11" fmla="*/ 9704 w 130981"/>
                  <a:gd name="csY11" fmla="*/ 6919 h 23693"/>
                  <a:gd name="csX12" fmla="*/ 10021 w 130981"/>
                  <a:gd name="csY12" fmla="*/ 6413 h 23693"/>
                  <a:gd name="csX13" fmla="*/ 10719 w 130981"/>
                  <a:gd name="csY13" fmla="*/ 6160 h 23693"/>
                  <a:gd name="csX14" fmla="*/ 11892 w 130981"/>
                  <a:gd name="csY14" fmla="*/ 6160 h 23693"/>
                  <a:gd name="csX15" fmla="*/ 12590 w 130981"/>
                  <a:gd name="csY15" fmla="*/ 6413 h 23693"/>
                  <a:gd name="csX16" fmla="*/ 12875 w 130981"/>
                  <a:gd name="csY16" fmla="*/ 6919 h 23693"/>
                  <a:gd name="csX17" fmla="*/ 16332 w 130981"/>
                  <a:gd name="csY17" fmla="*/ 18102 h 23693"/>
                  <a:gd name="csX18" fmla="*/ 19535 w 130981"/>
                  <a:gd name="csY18" fmla="*/ 1801 h 23693"/>
                  <a:gd name="csX19" fmla="*/ 20328 w 130981"/>
                  <a:gd name="csY19" fmla="*/ 1264 h 23693"/>
                  <a:gd name="csX20" fmla="*/ 21977 w 130981"/>
                  <a:gd name="csY20" fmla="*/ 1264 h 23693"/>
                  <a:gd name="csX21" fmla="*/ 22421 w 130981"/>
                  <a:gd name="csY21" fmla="*/ 1453 h 23693"/>
                  <a:gd name="csX22" fmla="*/ 22611 w 130981"/>
                  <a:gd name="csY22" fmla="*/ 1895 h 23693"/>
                  <a:gd name="csX23" fmla="*/ 22579 w 130981"/>
                  <a:gd name="csY23" fmla="*/ 2022 h 23693"/>
                  <a:gd name="csX24" fmla="*/ 22579 w 130981"/>
                  <a:gd name="csY24" fmla="*/ 2243 h 23693"/>
                  <a:gd name="csX25" fmla="*/ 18489 w 130981"/>
                  <a:gd name="csY25" fmla="*/ 22525 h 23693"/>
                  <a:gd name="csX26" fmla="*/ 18140 w 130981"/>
                  <a:gd name="csY26" fmla="*/ 23157 h 23693"/>
                  <a:gd name="csX27" fmla="*/ 17505 w 130981"/>
                  <a:gd name="csY27" fmla="*/ 23378 h 23693"/>
                  <a:gd name="csX28" fmla="*/ 16269 w 130981"/>
                  <a:gd name="csY28" fmla="*/ 23378 h 23693"/>
                  <a:gd name="csX29" fmla="*/ 15571 w 130981"/>
                  <a:gd name="csY29" fmla="*/ 23157 h 23693"/>
                  <a:gd name="csX30" fmla="*/ 15222 w 130981"/>
                  <a:gd name="csY30" fmla="*/ 22588 h 23693"/>
                  <a:gd name="csX31" fmla="*/ 11290 w 130981"/>
                  <a:gd name="csY31" fmla="*/ 10552 h 23693"/>
                  <a:gd name="csX32" fmla="*/ 7389 w 130981"/>
                  <a:gd name="csY32" fmla="*/ 22588 h 23693"/>
                  <a:gd name="csX33" fmla="*/ 7009 w 130981"/>
                  <a:gd name="csY33" fmla="*/ 23157 h 23693"/>
                  <a:gd name="csX34" fmla="*/ 6343 w 130981"/>
                  <a:gd name="csY34" fmla="*/ 23378 h 23693"/>
                  <a:gd name="csX35" fmla="*/ 5106 w 130981"/>
                  <a:gd name="csY35" fmla="*/ 23378 h 23693"/>
                  <a:gd name="csX36" fmla="*/ 32420 w 130981"/>
                  <a:gd name="csY36" fmla="*/ 23694 h 23693"/>
                  <a:gd name="csX37" fmla="*/ 28392 w 130981"/>
                  <a:gd name="csY37" fmla="*/ 22778 h 23693"/>
                  <a:gd name="csX38" fmla="*/ 25918 w 130981"/>
                  <a:gd name="csY38" fmla="*/ 20250 h 23693"/>
                  <a:gd name="csX39" fmla="*/ 24967 w 130981"/>
                  <a:gd name="csY39" fmla="*/ 16522 h 23693"/>
                  <a:gd name="csX40" fmla="*/ 24935 w 130981"/>
                  <a:gd name="csY40" fmla="*/ 15164 h 23693"/>
                  <a:gd name="csX41" fmla="*/ 24967 w 130981"/>
                  <a:gd name="csY41" fmla="*/ 13806 h 23693"/>
                  <a:gd name="csX42" fmla="*/ 25918 w 130981"/>
                  <a:gd name="csY42" fmla="*/ 10078 h 23693"/>
                  <a:gd name="csX43" fmla="*/ 28424 w 130981"/>
                  <a:gd name="csY43" fmla="*/ 7550 h 23693"/>
                  <a:gd name="csX44" fmla="*/ 32420 w 130981"/>
                  <a:gd name="csY44" fmla="*/ 6634 h 23693"/>
                  <a:gd name="csX45" fmla="*/ 36415 w 130981"/>
                  <a:gd name="csY45" fmla="*/ 7550 h 23693"/>
                  <a:gd name="csX46" fmla="*/ 38889 w 130981"/>
                  <a:gd name="csY46" fmla="*/ 10078 h 23693"/>
                  <a:gd name="csX47" fmla="*/ 39872 w 130981"/>
                  <a:gd name="csY47" fmla="*/ 13806 h 23693"/>
                  <a:gd name="csX48" fmla="*/ 39904 w 130981"/>
                  <a:gd name="csY48" fmla="*/ 15164 h 23693"/>
                  <a:gd name="csX49" fmla="*/ 39872 w 130981"/>
                  <a:gd name="csY49" fmla="*/ 16522 h 23693"/>
                  <a:gd name="csX50" fmla="*/ 38921 w 130981"/>
                  <a:gd name="csY50" fmla="*/ 20250 h 23693"/>
                  <a:gd name="csX51" fmla="*/ 36447 w 130981"/>
                  <a:gd name="csY51" fmla="*/ 22778 h 23693"/>
                  <a:gd name="csX52" fmla="*/ 32420 w 130981"/>
                  <a:gd name="csY52" fmla="*/ 23694 h 23693"/>
                  <a:gd name="csX53" fmla="*/ 32420 w 130981"/>
                  <a:gd name="csY53" fmla="*/ 21261 h 23693"/>
                  <a:gd name="csX54" fmla="*/ 35559 w 130981"/>
                  <a:gd name="csY54" fmla="*/ 20029 h 23693"/>
                  <a:gd name="csX55" fmla="*/ 36828 w 130981"/>
                  <a:gd name="csY55" fmla="*/ 16364 h 23693"/>
                  <a:gd name="csX56" fmla="*/ 36859 w 130981"/>
                  <a:gd name="csY56" fmla="*/ 15164 h 23693"/>
                  <a:gd name="csX57" fmla="*/ 36828 w 130981"/>
                  <a:gd name="csY57" fmla="*/ 13964 h 23693"/>
                  <a:gd name="csX58" fmla="*/ 35559 w 130981"/>
                  <a:gd name="csY58" fmla="*/ 10330 h 23693"/>
                  <a:gd name="csX59" fmla="*/ 32420 w 130981"/>
                  <a:gd name="csY59" fmla="*/ 9067 h 23693"/>
                  <a:gd name="csX60" fmla="*/ 29248 w 130981"/>
                  <a:gd name="csY60" fmla="*/ 10330 h 23693"/>
                  <a:gd name="csX61" fmla="*/ 28011 w 130981"/>
                  <a:gd name="csY61" fmla="*/ 13964 h 23693"/>
                  <a:gd name="csX62" fmla="*/ 27980 w 130981"/>
                  <a:gd name="csY62" fmla="*/ 15164 h 23693"/>
                  <a:gd name="csX63" fmla="*/ 28011 w 130981"/>
                  <a:gd name="csY63" fmla="*/ 16364 h 23693"/>
                  <a:gd name="csX64" fmla="*/ 29248 w 130981"/>
                  <a:gd name="csY64" fmla="*/ 20029 h 23693"/>
                  <a:gd name="csX65" fmla="*/ 32420 w 130981"/>
                  <a:gd name="csY65" fmla="*/ 21261 h 23693"/>
                  <a:gd name="csX66" fmla="*/ 44604 w 130981"/>
                  <a:gd name="csY66" fmla="*/ 23378 h 23693"/>
                  <a:gd name="csX67" fmla="*/ 44065 w 130981"/>
                  <a:gd name="csY67" fmla="*/ 23188 h 23693"/>
                  <a:gd name="csX68" fmla="*/ 43875 w 130981"/>
                  <a:gd name="csY68" fmla="*/ 22651 h 23693"/>
                  <a:gd name="csX69" fmla="*/ 43875 w 130981"/>
                  <a:gd name="csY69" fmla="*/ 7708 h 23693"/>
                  <a:gd name="csX70" fmla="*/ 44065 w 130981"/>
                  <a:gd name="csY70" fmla="*/ 7171 h 23693"/>
                  <a:gd name="csX71" fmla="*/ 44604 w 130981"/>
                  <a:gd name="csY71" fmla="*/ 6950 h 23693"/>
                  <a:gd name="csX72" fmla="*/ 46063 w 130981"/>
                  <a:gd name="csY72" fmla="*/ 6950 h 23693"/>
                  <a:gd name="csX73" fmla="*/ 46602 w 130981"/>
                  <a:gd name="csY73" fmla="*/ 7171 h 23693"/>
                  <a:gd name="csX74" fmla="*/ 46824 w 130981"/>
                  <a:gd name="csY74" fmla="*/ 7708 h 23693"/>
                  <a:gd name="csX75" fmla="*/ 46824 w 130981"/>
                  <a:gd name="csY75" fmla="*/ 9098 h 23693"/>
                  <a:gd name="csX76" fmla="*/ 48568 w 130981"/>
                  <a:gd name="csY76" fmla="*/ 7487 h 23693"/>
                  <a:gd name="csX77" fmla="*/ 51232 w 130981"/>
                  <a:gd name="csY77" fmla="*/ 6950 h 23693"/>
                  <a:gd name="csX78" fmla="*/ 52501 w 130981"/>
                  <a:gd name="csY78" fmla="*/ 6950 h 23693"/>
                  <a:gd name="csX79" fmla="*/ 53008 w 130981"/>
                  <a:gd name="csY79" fmla="*/ 7171 h 23693"/>
                  <a:gd name="csX80" fmla="*/ 53198 w 130981"/>
                  <a:gd name="csY80" fmla="*/ 7677 h 23693"/>
                  <a:gd name="csX81" fmla="*/ 53198 w 130981"/>
                  <a:gd name="csY81" fmla="*/ 8972 h 23693"/>
                  <a:gd name="csX82" fmla="*/ 53008 w 130981"/>
                  <a:gd name="csY82" fmla="*/ 9477 h 23693"/>
                  <a:gd name="csX83" fmla="*/ 52501 w 130981"/>
                  <a:gd name="csY83" fmla="*/ 9667 h 23693"/>
                  <a:gd name="csX84" fmla="*/ 50598 w 130981"/>
                  <a:gd name="csY84" fmla="*/ 9667 h 23693"/>
                  <a:gd name="csX85" fmla="*/ 47902 w 130981"/>
                  <a:gd name="csY85" fmla="*/ 10678 h 23693"/>
                  <a:gd name="csX86" fmla="*/ 46919 w 130981"/>
                  <a:gd name="csY86" fmla="*/ 13363 h 23693"/>
                  <a:gd name="csX87" fmla="*/ 46919 w 130981"/>
                  <a:gd name="csY87" fmla="*/ 22651 h 23693"/>
                  <a:gd name="csX88" fmla="*/ 46697 w 130981"/>
                  <a:gd name="csY88" fmla="*/ 23188 h 23693"/>
                  <a:gd name="csX89" fmla="*/ 46158 w 130981"/>
                  <a:gd name="csY89" fmla="*/ 23378 h 23693"/>
                  <a:gd name="csX90" fmla="*/ 44604 w 130981"/>
                  <a:gd name="csY90" fmla="*/ 23378 h 23693"/>
                  <a:gd name="csX91" fmla="*/ 56685 w 130981"/>
                  <a:gd name="csY91" fmla="*/ 23378 h 23693"/>
                  <a:gd name="csX92" fmla="*/ 56145 w 130981"/>
                  <a:gd name="csY92" fmla="*/ 23188 h 23693"/>
                  <a:gd name="csX93" fmla="*/ 55955 w 130981"/>
                  <a:gd name="csY93" fmla="*/ 22651 h 23693"/>
                  <a:gd name="csX94" fmla="*/ 55955 w 130981"/>
                  <a:gd name="csY94" fmla="*/ 1674 h 23693"/>
                  <a:gd name="csX95" fmla="*/ 56145 w 130981"/>
                  <a:gd name="csY95" fmla="*/ 1169 h 23693"/>
                  <a:gd name="csX96" fmla="*/ 56685 w 130981"/>
                  <a:gd name="csY96" fmla="*/ 948 h 23693"/>
                  <a:gd name="csX97" fmla="*/ 58175 w 130981"/>
                  <a:gd name="csY97" fmla="*/ 948 h 23693"/>
                  <a:gd name="csX98" fmla="*/ 58682 w 130981"/>
                  <a:gd name="csY98" fmla="*/ 1169 h 23693"/>
                  <a:gd name="csX99" fmla="*/ 58904 w 130981"/>
                  <a:gd name="csY99" fmla="*/ 1674 h 23693"/>
                  <a:gd name="csX100" fmla="*/ 58904 w 130981"/>
                  <a:gd name="csY100" fmla="*/ 12668 h 23693"/>
                  <a:gd name="csX101" fmla="*/ 65152 w 130981"/>
                  <a:gd name="csY101" fmla="*/ 7487 h 23693"/>
                  <a:gd name="csX102" fmla="*/ 65723 w 130981"/>
                  <a:gd name="csY102" fmla="*/ 7077 h 23693"/>
                  <a:gd name="csX103" fmla="*/ 66420 w 130981"/>
                  <a:gd name="csY103" fmla="*/ 6950 h 23693"/>
                  <a:gd name="csX104" fmla="*/ 68101 w 130981"/>
                  <a:gd name="csY104" fmla="*/ 6950 h 23693"/>
                  <a:gd name="csX105" fmla="*/ 68577 w 130981"/>
                  <a:gd name="csY105" fmla="*/ 7140 h 23693"/>
                  <a:gd name="csX106" fmla="*/ 68767 w 130981"/>
                  <a:gd name="csY106" fmla="*/ 7614 h 23693"/>
                  <a:gd name="csX107" fmla="*/ 68672 w 130981"/>
                  <a:gd name="csY107" fmla="*/ 7898 h 23693"/>
                  <a:gd name="csX108" fmla="*/ 68387 w 130981"/>
                  <a:gd name="csY108" fmla="*/ 8214 h 23693"/>
                  <a:gd name="csX109" fmla="*/ 61061 w 130981"/>
                  <a:gd name="csY109" fmla="*/ 14279 h 23693"/>
                  <a:gd name="csX110" fmla="*/ 69179 w 130981"/>
                  <a:gd name="csY110" fmla="*/ 22146 h 23693"/>
                  <a:gd name="csX111" fmla="*/ 69560 w 130981"/>
                  <a:gd name="csY111" fmla="*/ 22714 h 23693"/>
                  <a:gd name="csX112" fmla="*/ 69370 w 130981"/>
                  <a:gd name="csY112" fmla="*/ 23188 h 23693"/>
                  <a:gd name="csX113" fmla="*/ 68894 w 130981"/>
                  <a:gd name="csY113" fmla="*/ 23378 h 23693"/>
                  <a:gd name="csX114" fmla="*/ 67245 w 130981"/>
                  <a:gd name="csY114" fmla="*/ 23378 h 23693"/>
                  <a:gd name="csX115" fmla="*/ 66547 w 130981"/>
                  <a:gd name="csY115" fmla="*/ 23283 h 23693"/>
                  <a:gd name="csX116" fmla="*/ 65976 w 130981"/>
                  <a:gd name="csY116" fmla="*/ 22841 h 23693"/>
                  <a:gd name="csX117" fmla="*/ 58904 w 130981"/>
                  <a:gd name="csY117" fmla="*/ 16112 h 23693"/>
                  <a:gd name="csX118" fmla="*/ 58904 w 130981"/>
                  <a:gd name="csY118" fmla="*/ 22651 h 23693"/>
                  <a:gd name="csX119" fmla="*/ 58682 w 130981"/>
                  <a:gd name="csY119" fmla="*/ 23188 h 23693"/>
                  <a:gd name="csX120" fmla="*/ 58175 w 130981"/>
                  <a:gd name="csY120" fmla="*/ 23378 h 23693"/>
                  <a:gd name="csX121" fmla="*/ 56685 w 130981"/>
                  <a:gd name="csY121" fmla="*/ 23378 h 23693"/>
                  <a:gd name="csX122" fmla="*/ 74652 w 130981"/>
                  <a:gd name="csY122" fmla="*/ 23378 h 23693"/>
                  <a:gd name="csX123" fmla="*/ 74113 w 130981"/>
                  <a:gd name="csY123" fmla="*/ 23188 h 23693"/>
                  <a:gd name="csX124" fmla="*/ 73923 w 130981"/>
                  <a:gd name="csY124" fmla="*/ 22651 h 23693"/>
                  <a:gd name="csX125" fmla="*/ 73923 w 130981"/>
                  <a:gd name="csY125" fmla="*/ 9477 h 23693"/>
                  <a:gd name="csX126" fmla="*/ 71227 w 130981"/>
                  <a:gd name="csY126" fmla="*/ 9477 h 23693"/>
                  <a:gd name="csX127" fmla="*/ 70688 w 130981"/>
                  <a:gd name="csY127" fmla="*/ 9288 h 23693"/>
                  <a:gd name="csX128" fmla="*/ 70498 w 130981"/>
                  <a:gd name="csY128" fmla="*/ 8751 h 23693"/>
                  <a:gd name="csX129" fmla="*/ 70498 w 130981"/>
                  <a:gd name="csY129" fmla="*/ 7677 h 23693"/>
                  <a:gd name="csX130" fmla="*/ 70688 w 130981"/>
                  <a:gd name="csY130" fmla="*/ 7171 h 23693"/>
                  <a:gd name="csX131" fmla="*/ 71227 w 130981"/>
                  <a:gd name="csY131" fmla="*/ 6950 h 23693"/>
                  <a:gd name="csX132" fmla="*/ 73923 w 130981"/>
                  <a:gd name="csY132" fmla="*/ 6950 h 23693"/>
                  <a:gd name="csX133" fmla="*/ 73923 w 130981"/>
                  <a:gd name="csY133" fmla="*/ 5371 h 23693"/>
                  <a:gd name="csX134" fmla="*/ 74462 w 130981"/>
                  <a:gd name="csY134" fmla="*/ 2559 h 23693"/>
                  <a:gd name="csX135" fmla="*/ 76174 w 130981"/>
                  <a:gd name="csY135" fmla="*/ 663 h 23693"/>
                  <a:gd name="csX136" fmla="*/ 79377 w 130981"/>
                  <a:gd name="csY136" fmla="*/ 0 h 23693"/>
                  <a:gd name="csX137" fmla="*/ 81153 w 130981"/>
                  <a:gd name="csY137" fmla="*/ 0 h 23693"/>
                  <a:gd name="csX138" fmla="*/ 81661 w 130981"/>
                  <a:gd name="csY138" fmla="*/ 221 h 23693"/>
                  <a:gd name="csX139" fmla="*/ 81883 w 130981"/>
                  <a:gd name="csY139" fmla="*/ 727 h 23693"/>
                  <a:gd name="csX140" fmla="*/ 81883 w 130981"/>
                  <a:gd name="csY140" fmla="*/ 1801 h 23693"/>
                  <a:gd name="csX141" fmla="*/ 81661 w 130981"/>
                  <a:gd name="csY141" fmla="*/ 2338 h 23693"/>
                  <a:gd name="csX142" fmla="*/ 81153 w 130981"/>
                  <a:gd name="csY142" fmla="*/ 2527 h 23693"/>
                  <a:gd name="csX143" fmla="*/ 79441 w 130981"/>
                  <a:gd name="csY143" fmla="*/ 2527 h 23693"/>
                  <a:gd name="csX144" fmla="*/ 77411 w 130981"/>
                  <a:gd name="csY144" fmla="*/ 3317 h 23693"/>
                  <a:gd name="csX145" fmla="*/ 76872 w 130981"/>
                  <a:gd name="csY145" fmla="*/ 5529 h 23693"/>
                  <a:gd name="csX146" fmla="*/ 76872 w 130981"/>
                  <a:gd name="csY146" fmla="*/ 6950 h 23693"/>
                  <a:gd name="csX147" fmla="*/ 83659 w 130981"/>
                  <a:gd name="csY147" fmla="*/ 6950 h 23693"/>
                  <a:gd name="csX148" fmla="*/ 83659 w 130981"/>
                  <a:gd name="csY148" fmla="*/ 727 h 23693"/>
                  <a:gd name="csX149" fmla="*/ 83849 w 130981"/>
                  <a:gd name="csY149" fmla="*/ 221 h 23693"/>
                  <a:gd name="csX150" fmla="*/ 84388 w 130981"/>
                  <a:gd name="csY150" fmla="*/ 0 h 23693"/>
                  <a:gd name="csX151" fmla="*/ 85847 w 130981"/>
                  <a:gd name="csY151" fmla="*/ 0 h 23693"/>
                  <a:gd name="csX152" fmla="*/ 86386 w 130981"/>
                  <a:gd name="csY152" fmla="*/ 221 h 23693"/>
                  <a:gd name="csX153" fmla="*/ 86576 w 130981"/>
                  <a:gd name="csY153" fmla="*/ 727 h 23693"/>
                  <a:gd name="csX154" fmla="*/ 86576 w 130981"/>
                  <a:gd name="csY154" fmla="*/ 22651 h 23693"/>
                  <a:gd name="csX155" fmla="*/ 86386 w 130981"/>
                  <a:gd name="csY155" fmla="*/ 23188 h 23693"/>
                  <a:gd name="csX156" fmla="*/ 85847 w 130981"/>
                  <a:gd name="csY156" fmla="*/ 23378 h 23693"/>
                  <a:gd name="csX157" fmla="*/ 84388 w 130981"/>
                  <a:gd name="csY157" fmla="*/ 23378 h 23693"/>
                  <a:gd name="csX158" fmla="*/ 83849 w 130981"/>
                  <a:gd name="csY158" fmla="*/ 23188 h 23693"/>
                  <a:gd name="csX159" fmla="*/ 83659 w 130981"/>
                  <a:gd name="csY159" fmla="*/ 22651 h 23693"/>
                  <a:gd name="csX160" fmla="*/ 83659 w 130981"/>
                  <a:gd name="csY160" fmla="*/ 9477 h 23693"/>
                  <a:gd name="csX161" fmla="*/ 76872 w 130981"/>
                  <a:gd name="csY161" fmla="*/ 9477 h 23693"/>
                  <a:gd name="csX162" fmla="*/ 76872 w 130981"/>
                  <a:gd name="csY162" fmla="*/ 22651 h 23693"/>
                  <a:gd name="csX163" fmla="*/ 76650 w 130981"/>
                  <a:gd name="csY163" fmla="*/ 23188 h 23693"/>
                  <a:gd name="csX164" fmla="*/ 76143 w 130981"/>
                  <a:gd name="csY164" fmla="*/ 23378 h 23693"/>
                  <a:gd name="csX165" fmla="*/ 74652 w 130981"/>
                  <a:gd name="csY165" fmla="*/ 23378 h 23693"/>
                  <a:gd name="csX166" fmla="*/ 98045 w 130981"/>
                  <a:gd name="csY166" fmla="*/ 23694 h 23693"/>
                  <a:gd name="csX167" fmla="*/ 94017 w 130981"/>
                  <a:gd name="csY167" fmla="*/ 22778 h 23693"/>
                  <a:gd name="csX168" fmla="*/ 91544 w 130981"/>
                  <a:gd name="csY168" fmla="*/ 20250 h 23693"/>
                  <a:gd name="csX169" fmla="*/ 90592 w 130981"/>
                  <a:gd name="csY169" fmla="*/ 16522 h 23693"/>
                  <a:gd name="csX170" fmla="*/ 90561 w 130981"/>
                  <a:gd name="csY170" fmla="*/ 15164 h 23693"/>
                  <a:gd name="csX171" fmla="*/ 90592 w 130981"/>
                  <a:gd name="csY171" fmla="*/ 13806 h 23693"/>
                  <a:gd name="csX172" fmla="*/ 91544 w 130981"/>
                  <a:gd name="csY172" fmla="*/ 10078 h 23693"/>
                  <a:gd name="csX173" fmla="*/ 94049 w 130981"/>
                  <a:gd name="csY173" fmla="*/ 7550 h 23693"/>
                  <a:gd name="csX174" fmla="*/ 98045 w 130981"/>
                  <a:gd name="csY174" fmla="*/ 6634 h 23693"/>
                  <a:gd name="csX175" fmla="*/ 102041 w 130981"/>
                  <a:gd name="csY175" fmla="*/ 7550 h 23693"/>
                  <a:gd name="csX176" fmla="*/ 104514 w 130981"/>
                  <a:gd name="csY176" fmla="*/ 10078 h 23693"/>
                  <a:gd name="csX177" fmla="*/ 105497 w 130981"/>
                  <a:gd name="csY177" fmla="*/ 13806 h 23693"/>
                  <a:gd name="csX178" fmla="*/ 105529 w 130981"/>
                  <a:gd name="csY178" fmla="*/ 15164 h 23693"/>
                  <a:gd name="csX179" fmla="*/ 105497 w 130981"/>
                  <a:gd name="csY179" fmla="*/ 16522 h 23693"/>
                  <a:gd name="csX180" fmla="*/ 104546 w 130981"/>
                  <a:gd name="csY180" fmla="*/ 20250 h 23693"/>
                  <a:gd name="csX181" fmla="*/ 102072 w 130981"/>
                  <a:gd name="csY181" fmla="*/ 22778 h 23693"/>
                  <a:gd name="csX182" fmla="*/ 98045 w 130981"/>
                  <a:gd name="csY182" fmla="*/ 23694 h 23693"/>
                  <a:gd name="csX183" fmla="*/ 98045 w 130981"/>
                  <a:gd name="csY183" fmla="*/ 21261 h 23693"/>
                  <a:gd name="csX184" fmla="*/ 101184 w 130981"/>
                  <a:gd name="csY184" fmla="*/ 20029 h 23693"/>
                  <a:gd name="csX185" fmla="*/ 102453 w 130981"/>
                  <a:gd name="csY185" fmla="*/ 16364 h 23693"/>
                  <a:gd name="csX186" fmla="*/ 102485 w 130981"/>
                  <a:gd name="csY186" fmla="*/ 15164 h 23693"/>
                  <a:gd name="csX187" fmla="*/ 102453 w 130981"/>
                  <a:gd name="csY187" fmla="*/ 13964 h 23693"/>
                  <a:gd name="csX188" fmla="*/ 101184 w 130981"/>
                  <a:gd name="csY188" fmla="*/ 10330 h 23693"/>
                  <a:gd name="csX189" fmla="*/ 98045 w 130981"/>
                  <a:gd name="csY189" fmla="*/ 9067 h 23693"/>
                  <a:gd name="csX190" fmla="*/ 94874 w 130981"/>
                  <a:gd name="csY190" fmla="*/ 10330 h 23693"/>
                  <a:gd name="csX191" fmla="*/ 93637 w 130981"/>
                  <a:gd name="csY191" fmla="*/ 13964 h 23693"/>
                  <a:gd name="csX192" fmla="*/ 93605 w 130981"/>
                  <a:gd name="csY192" fmla="*/ 15164 h 23693"/>
                  <a:gd name="csX193" fmla="*/ 93637 w 130981"/>
                  <a:gd name="csY193" fmla="*/ 16364 h 23693"/>
                  <a:gd name="csX194" fmla="*/ 94874 w 130981"/>
                  <a:gd name="csY194" fmla="*/ 20029 h 23693"/>
                  <a:gd name="csX195" fmla="*/ 98045 w 130981"/>
                  <a:gd name="csY195" fmla="*/ 21261 h 23693"/>
                  <a:gd name="csX196" fmla="*/ 113444 w 130981"/>
                  <a:gd name="csY196" fmla="*/ 23378 h 23693"/>
                  <a:gd name="csX197" fmla="*/ 112809 w 130981"/>
                  <a:gd name="csY197" fmla="*/ 23188 h 23693"/>
                  <a:gd name="csX198" fmla="*/ 112429 w 130981"/>
                  <a:gd name="csY198" fmla="*/ 22588 h 23693"/>
                  <a:gd name="csX199" fmla="*/ 107926 w 130981"/>
                  <a:gd name="csY199" fmla="*/ 7929 h 23693"/>
                  <a:gd name="csX200" fmla="*/ 107862 w 130981"/>
                  <a:gd name="csY200" fmla="*/ 7614 h 23693"/>
                  <a:gd name="csX201" fmla="*/ 108053 w 130981"/>
                  <a:gd name="csY201" fmla="*/ 7140 h 23693"/>
                  <a:gd name="csX202" fmla="*/ 108528 w 130981"/>
                  <a:gd name="csY202" fmla="*/ 6950 h 23693"/>
                  <a:gd name="csX203" fmla="*/ 109924 w 130981"/>
                  <a:gd name="csY203" fmla="*/ 6950 h 23693"/>
                  <a:gd name="csX204" fmla="*/ 110463 w 130981"/>
                  <a:gd name="csY204" fmla="*/ 7140 h 23693"/>
                  <a:gd name="csX205" fmla="*/ 110716 w 130981"/>
                  <a:gd name="csY205" fmla="*/ 7487 h 23693"/>
                  <a:gd name="csX206" fmla="*/ 114237 w 130981"/>
                  <a:gd name="csY206" fmla="*/ 19397 h 23693"/>
                  <a:gd name="csX207" fmla="*/ 118010 w 130981"/>
                  <a:gd name="csY207" fmla="*/ 7614 h 23693"/>
                  <a:gd name="csX208" fmla="*/ 118264 w 130981"/>
                  <a:gd name="csY208" fmla="*/ 7171 h 23693"/>
                  <a:gd name="csX209" fmla="*/ 118898 w 130981"/>
                  <a:gd name="csY209" fmla="*/ 6950 h 23693"/>
                  <a:gd name="csX210" fmla="*/ 119977 w 130981"/>
                  <a:gd name="csY210" fmla="*/ 6950 h 23693"/>
                  <a:gd name="csX211" fmla="*/ 120611 w 130981"/>
                  <a:gd name="csY211" fmla="*/ 7171 h 23693"/>
                  <a:gd name="csX212" fmla="*/ 120865 w 130981"/>
                  <a:gd name="csY212" fmla="*/ 7614 h 23693"/>
                  <a:gd name="csX213" fmla="*/ 124638 w 130981"/>
                  <a:gd name="csY213" fmla="*/ 19397 h 23693"/>
                  <a:gd name="csX214" fmla="*/ 128159 w 130981"/>
                  <a:gd name="csY214" fmla="*/ 7487 h 23693"/>
                  <a:gd name="csX215" fmla="*/ 128381 w 130981"/>
                  <a:gd name="csY215" fmla="*/ 7140 h 23693"/>
                  <a:gd name="csX216" fmla="*/ 128920 w 130981"/>
                  <a:gd name="csY216" fmla="*/ 6950 h 23693"/>
                  <a:gd name="csX217" fmla="*/ 130315 w 130981"/>
                  <a:gd name="csY217" fmla="*/ 6950 h 23693"/>
                  <a:gd name="csX218" fmla="*/ 130791 w 130981"/>
                  <a:gd name="csY218" fmla="*/ 7140 h 23693"/>
                  <a:gd name="csX219" fmla="*/ 130981 w 130981"/>
                  <a:gd name="csY219" fmla="*/ 7614 h 23693"/>
                  <a:gd name="csX220" fmla="*/ 130918 w 130981"/>
                  <a:gd name="csY220" fmla="*/ 7929 h 23693"/>
                  <a:gd name="csX221" fmla="*/ 126414 w 130981"/>
                  <a:gd name="csY221" fmla="*/ 22588 h 23693"/>
                  <a:gd name="csX222" fmla="*/ 126065 w 130981"/>
                  <a:gd name="csY222" fmla="*/ 23188 h 23693"/>
                  <a:gd name="csX223" fmla="*/ 125399 w 130981"/>
                  <a:gd name="csY223" fmla="*/ 23378 h 23693"/>
                  <a:gd name="csX224" fmla="*/ 124163 w 130981"/>
                  <a:gd name="csY224" fmla="*/ 23378 h 23693"/>
                  <a:gd name="csX225" fmla="*/ 123465 w 130981"/>
                  <a:gd name="csY225" fmla="*/ 23188 h 23693"/>
                  <a:gd name="csX226" fmla="*/ 123116 w 130981"/>
                  <a:gd name="csY226" fmla="*/ 22588 h 23693"/>
                  <a:gd name="csX227" fmla="*/ 119438 w 130981"/>
                  <a:gd name="csY227" fmla="*/ 11278 h 23693"/>
                  <a:gd name="csX228" fmla="*/ 115759 w 130981"/>
                  <a:gd name="csY228" fmla="*/ 22588 h 23693"/>
                  <a:gd name="csX229" fmla="*/ 115378 w 130981"/>
                  <a:gd name="csY229" fmla="*/ 23188 h 23693"/>
                  <a:gd name="csX230" fmla="*/ 114681 w 130981"/>
                  <a:gd name="csY230" fmla="*/ 23378 h 23693"/>
                  <a:gd name="csX231" fmla="*/ 113444 w 130981"/>
                  <a:gd name="csY231" fmla="*/ 23378 h 2369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Lst>
                <a:rect l="l" t="t" r="r" b="b"/>
                <a:pathLst>
                  <a:path w="130981" h="23693">
                    <a:moveTo>
                      <a:pt x="5106" y="23378"/>
                    </a:moveTo>
                    <a:cubicBezTo>
                      <a:pt x="4832" y="23378"/>
                      <a:pt x="4610" y="23303"/>
                      <a:pt x="4440" y="23157"/>
                    </a:cubicBezTo>
                    <a:cubicBezTo>
                      <a:pt x="4292" y="23010"/>
                      <a:pt x="4186" y="22798"/>
                      <a:pt x="4123" y="22525"/>
                    </a:cubicBezTo>
                    <a:lnTo>
                      <a:pt x="32" y="2243"/>
                    </a:lnTo>
                    <a:cubicBezTo>
                      <a:pt x="11" y="2159"/>
                      <a:pt x="0" y="2085"/>
                      <a:pt x="0" y="2022"/>
                    </a:cubicBezTo>
                    <a:cubicBezTo>
                      <a:pt x="0" y="1959"/>
                      <a:pt x="0" y="1916"/>
                      <a:pt x="0" y="1895"/>
                    </a:cubicBezTo>
                    <a:cubicBezTo>
                      <a:pt x="0" y="1726"/>
                      <a:pt x="63" y="1580"/>
                      <a:pt x="190" y="1453"/>
                    </a:cubicBezTo>
                    <a:cubicBezTo>
                      <a:pt x="317" y="1327"/>
                      <a:pt x="464" y="1264"/>
                      <a:pt x="634" y="1264"/>
                    </a:cubicBezTo>
                    <a:lnTo>
                      <a:pt x="2283" y="1264"/>
                    </a:lnTo>
                    <a:cubicBezTo>
                      <a:pt x="2727" y="1264"/>
                      <a:pt x="2981" y="1442"/>
                      <a:pt x="3044" y="1801"/>
                    </a:cubicBezTo>
                    <a:lnTo>
                      <a:pt x="6279" y="18102"/>
                    </a:lnTo>
                    <a:lnTo>
                      <a:pt x="9704" y="6919"/>
                    </a:lnTo>
                    <a:cubicBezTo>
                      <a:pt x="9767" y="6729"/>
                      <a:pt x="9874" y="6560"/>
                      <a:pt x="10021" y="6413"/>
                    </a:cubicBezTo>
                    <a:cubicBezTo>
                      <a:pt x="10191" y="6244"/>
                      <a:pt x="10422" y="6160"/>
                      <a:pt x="10719" y="6160"/>
                    </a:cubicBezTo>
                    <a:lnTo>
                      <a:pt x="11892" y="6160"/>
                    </a:lnTo>
                    <a:cubicBezTo>
                      <a:pt x="12209" y="6160"/>
                      <a:pt x="12443" y="6244"/>
                      <a:pt x="12590" y="6413"/>
                    </a:cubicBezTo>
                    <a:cubicBezTo>
                      <a:pt x="12737" y="6560"/>
                      <a:pt x="12832" y="6729"/>
                      <a:pt x="12875" y="6919"/>
                    </a:cubicBezTo>
                    <a:lnTo>
                      <a:pt x="16332" y="18102"/>
                    </a:lnTo>
                    <a:lnTo>
                      <a:pt x="19535" y="1801"/>
                    </a:lnTo>
                    <a:cubicBezTo>
                      <a:pt x="19599" y="1442"/>
                      <a:pt x="19864" y="1264"/>
                      <a:pt x="20328" y="1264"/>
                    </a:cubicBezTo>
                    <a:lnTo>
                      <a:pt x="21977" y="1264"/>
                    </a:lnTo>
                    <a:cubicBezTo>
                      <a:pt x="22147" y="1264"/>
                      <a:pt x="22294" y="1327"/>
                      <a:pt x="22421" y="1453"/>
                    </a:cubicBezTo>
                    <a:cubicBezTo>
                      <a:pt x="22548" y="1580"/>
                      <a:pt x="22611" y="1726"/>
                      <a:pt x="22611" y="1895"/>
                    </a:cubicBezTo>
                    <a:cubicBezTo>
                      <a:pt x="22611" y="1916"/>
                      <a:pt x="22600" y="1959"/>
                      <a:pt x="22579" y="2022"/>
                    </a:cubicBezTo>
                    <a:cubicBezTo>
                      <a:pt x="22579" y="2085"/>
                      <a:pt x="22579" y="2159"/>
                      <a:pt x="22579" y="2243"/>
                    </a:cubicBezTo>
                    <a:lnTo>
                      <a:pt x="18489" y="22525"/>
                    </a:lnTo>
                    <a:cubicBezTo>
                      <a:pt x="18425" y="22798"/>
                      <a:pt x="18310" y="23010"/>
                      <a:pt x="18140" y="23157"/>
                    </a:cubicBezTo>
                    <a:cubicBezTo>
                      <a:pt x="17993" y="23303"/>
                      <a:pt x="17780" y="23378"/>
                      <a:pt x="17505" y="23378"/>
                    </a:cubicBezTo>
                    <a:lnTo>
                      <a:pt x="16269" y="23378"/>
                    </a:lnTo>
                    <a:cubicBezTo>
                      <a:pt x="15972" y="23378"/>
                      <a:pt x="15741" y="23303"/>
                      <a:pt x="15571" y="23157"/>
                    </a:cubicBezTo>
                    <a:cubicBezTo>
                      <a:pt x="15401" y="23010"/>
                      <a:pt x="15286" y="22820"/>
                      <a:pt x="15222" y="22588"/>
                    </a:cubicBezTo>
                    <a:lnTo>
                      <a:pt x="11290" y="10552"/>
                    </a:lnTo>
                    <a:lnTo>
                      <a:pt x="7389" y="22588"/>
                    </a:lnTo>
                    <a:cubicBezTo>
                      <a:pt x="7305" y="22820"/>
                      <a:pt x="7178" y="23010"/>
                      <a:pt x="7009" y="23157"/>
                    </a:cubicBezTo>
                    <a:cubicBezTo>
                      <a:pt x="6861" y="23303"/>
                      <a:pt x="6639" y="23378"/>
                      <a:pt x="6343" y="23378"/>
                    </a:cubicBezTo>
                    <a:lnTo>
                      <a:pt x="5106" y="23378"/>
                    </a:lnTo>
                    <a:close/>
                    <a:moveTo>
                      <a:pt x="32420" y="23694"/>
                    </a:moveTo>
                    <a:cubicBezTo>
                      <a:pt x="30814" y="23694"/>
                      <a:pt x="29470" y="23389"/>
                      <a:pt x="28392" y="22778"/>
                    </a:cubicBezTo>
                    <a:cubicBezTo>
                      <a:pt x="27314" y="22166"/>
                      <a:pt x="26489" y="21324"/>
                      <a:pt x="25918" y="20250"/>
                    </a:cubicBezTo>
                    <a:cubicBezTo>
                      <a:pt x="25348" y="19156"/>
                      <a:pt x="25031" y="17912"/>
                      <a:pt x="24967" y="16522"/>
                    </a:cubicBezTo>
                    <a:cubicBezTo>
                      <a:pt x="24947" y="16164"/>
                      <a:pt x="24935" y="15712"/>
                      <a:pt x="24935" y="15164"/>
                    </a:cubicBezTo>
                    <a:cubicBezTo>
                      <a:pt x="24935" y="14595"/>
                      <a:pt x="24947" y="14142"/>
                      <a:pt x="24967" y="13806"/>
                    </a:cubicBezTo>
                    <a:cubicBezTo>
                      <a:pt x="25031" y="12395"/>
                      <a:pt x="25348" y="11152"/>
                      <a:pt x="25918" y="10078"/>
                    </a:cubicBezTo>
                    <a:cubicBezTo>
                      <a:pt x="26510" y="9004"/>
                      <a:pt x="27345" y="8162"/>
                      <a:pt x="28424" y="7550"/>
                    </a:cubicBezTo>
                    <a:cubicBezTo>
                      <a:pt x="29502" y="6939"/>
                      <a:pt x="30834" y="6634"/>
                      <a:pt x="32420" y="6634"/>
                    </a:cubicBezTo>
                    <a:cubicBezTo>
                      <a:pt x="34005" y="6634"/>
                      <a:pt x="35337" y="6939"/>
                      <a:pt x="36415" y="7550"/>
                    </a:cubicBezTo>
                    <a:cubicBezTo>
                      <a:pt x="37494" y="8162"/>
                      <a:pt x="38318" y="9004"/>
                      <a:pt x="38889" y="10078"/>
                    </a:cubicBezTo>
                    <a:cubicBezTo>
                      <a:pt x="39480" y="11152"/>
                      <a:pt x="39809" y="12395"/>
                      <a:pt x="39872" y="13806"/>
                    </a:cubicBezTo>
                    <a:cubicBezTo>
                      <a:pt x="39892" y="14142"/>
                      <a:pt x="39904" y="14595"/>
                      <a:pt x="39904" y="15164"/>
                    </a:cubicBezTo>
                    <a:cubicBezTo>
                      <a:pt x="39904" y="15712"/>
                      <a:pt x="39892" y="16164"/>
                      <a:pt x="39872" y="16522"/>
                    </a:cubicBezTo>
                    <a:cubicBezTo>
                      <a:pt x="39809" y="17912"/>
                      <a:pt x="39492" y="19156"/>
                      <a:pt x="38921" y="20250"/>
                    </a:cubicBezTo>
                    <a:cubicBezTo>
                      <a:pt x="38350" y="21324"/>
                      <a:pt x="37525" y="22166"/>
                      <a:pt x="36447" y="22778"/>
                    </a:cubicBezTo>
                    <a:cubicBezTo>
                      <a:pt x="35369" y="23389"/>
                      <a:pt x="34026" y="23694"/>
                      <a:pt x="32420" y="23694"/>
                    </a:cubicBezTo>
                    <a:close/>
                    <a:moveTo>
                      <a:pt x="32420" y="21261"/>
                    </a:moveTo>
                    <a:cubicBezTo>
                      <a:pt x="33731" y="21261"/>
                      <a:pt x="34778" y="20851"/>
                      <a:pt x="35559" y="20029"/>
                    </a:cubicBezTo>
                    <a:cubicBezTo>
                      <a:pt x="36341" y="19187"/>
                      <a:pt x="36764" y="17964"/>
                      <a:pt x="36828" y="16364"/>
                    </a:cubicBezTo>
                    <a:cubicBezTo>
                      <a:pt x="36848" y="16049"/>
                      <a:pt x="36859" y="15649"/>
                      <a:pt x="36859" y="15164"/>
                    </a:cubicBezTo>
                    <a:cubicBezTo>
                      <a:pt x="36859" y="14679"/>
                      <a:pt x="36848" y="14279"/>
                      <a:pt x="36828" y="13964"/>
                    </a:cubicBezTo>
                    <a:cubicBezTo>
                      <a:pt x="36764" y="12364"/>
                      <a:pt x="36341" y="11152"/>
                      <a:pt x="35559" y="10330"/>
                    </a:cubicBezTo>
                    <a:cubicBezTo>
                      <a:pt x="34778" y="9489"/>
                      <a:pt x="33731" y="9067"/>
                      <a:pt x="32420" y="9067"/>
                    </a:cubicBezTo>
                    <a:cubicBezTo>
                      <a:pt x="31108" y="9067"/>
                      <a:pt x="30052" y="9489"/>
                      <a:pt x="29248" y="10330"/>
                    </a:cubicBezTo>
                    <a:cubicBezTo>
                      <a:pt x="28467" y="11152"/>
                      <a:pt x="28054" y="12364"/>
                      <a:pt x="28011" y="13964"/>
                    </a:cubicBezTo>
                    <a:cubicBezTo>
                      <a:pt x="27991" y="14279"/>
                      <a:pt x="27980" y="14679"/>
                      <a:pt x="27980" y="15164"/>
                    </a:cubicBezTo>
                    <a:cubicBezTo>
                      <a:pt x="27980" y="15649"/>
                      <a:pt x="27991" y="16049"/>
                      <a:pt x="28011" y="16364"/>
                    </a:cubicBezTo>
                    <a:cubicBezTo>
                      <a:pt x="28054" y="17964"/>
                      <a:pt x="28467" y="19187"/>
                      <a:pt x="29248" y="20029"/>
                    </a:cubicBezTo>
                    <a:cubicBezTo>
                      <a:pt x="30052" y="20851"/>
                      <a:pt x="31108" y="21261"/>
                      <a:pt x="32420" y="21261"/>
                    </a:cubicBezTo>
                    <a:close/>
                    <a:moveTo>
                      <a:pt x="44604" y="23378"/>
                    </a:moveTo>
                    <a:cubicBezTo>
                      <a:pt x="44393" y="23378"/>
                      <a:pt x="44215" y="23315"/>
                      <a:pt x="44065" y="23188"/>
                    </a:cubicBezTo>
                    <a:cubicBezTo>
                      <a:pt x="43938" y="23042"/>
                      <a:pt x="43875" y="22861"/>
                      <a:pt x="43875" y="22651"/>
                    </a:cubicBezTo>
                    <a:lnTo>
                      <a:pt x="43875" y="7708"/>
                    </a:lnTo>
                    <a:cubicBezTo>
                      <a:pt x="43875" y="7499"/>
                      <a:pt x="43938" y="7318"/>
                      <a:pt x="44065" y="7171"/>
                    </a:cubicBezTo>
                    <a:cubicBezTo>
                      <a:pt x="44215" y="7025"/>
                      <a:pt x="44393" y="6950"/>
                      <a:pt x="44604" y="6950"/>
                    </a:cubicBezTo>
                    <a:lnTo>
                      <a:pt x="46063" y="6950"/>
                    </a:lnTo>
                    <a:cubicBezTo>
                      <a:pt x="46276" y="6950"/>
                      <a:pt x="46455" y="7025"/>
                      <a:pt x="46602" y="7171"/>
                    </a:cubicBezTo>
                    <a:cubicBezTo>
                      <a:pt x="46752" y="7318"/>
                      <a:pt x="46824" y="7499"/>
                      <a:pt x="46824" y="7708"/>
                    </a:cubicBezTo>
                    <a:lnTo>
                      <a:pt x="46824" y="9098"/>
                    </a:lnTo>
                    <a:cubicBezTo>
                      <a:pt x="47248" y="8383"/>
                      <a:pt x="47830" y="7846"/>
                      <a:pt x="48568" y="7487"/>
                    </a:cubicBezTo>
                    <a:cubicBezTo>
                      <a:pt x="49309" y="7128"/>
                      <a:pt x="50197" y="6950"/>
                      <a:pt x="51232" y="6950"/>
                    </a:cubicBezTo>
                    <a:lnTo>
                      <a:pt x="52501" y="6950"/>
                    </a:lnTo>
                    <a:cubicBezTo>
                      <a:pt x="52714" y="6950"/>
                      <a:pt x="52881" y="7025"/>
                      <a:pt x="53008" y="7171"/>
                    </a:cubicBezTo>
                    <a:cubicBezTo>
                      <a:pt x="53135" y="7298"/>
                      <a:pt x="53198" y="7467"/>
                      <a:pt x="53198" y="7677"/>
                    </a:cubicBezTo>
                    <a:lnTo>
                      <a:pt x="53198" y="8972"/>
                    </a:lnTo>
                    <a:cubicBezTo>
                      <a:pt x="53198" y="9182"/>
                      <a:pt x="53135" y="9351"/>
                      <a:pt x="53008" y="9477"/>
                    </a:cubicBezTo>
                    <a:cubicBezTo>
                      <a:pt x="52881" y="9604"/>
                      <a:pt x="52714" y="9667"/>
                      <a:pt x="52501" y="9667"/>
                    </a:cubicBezTo>
                    <a:lnTo>
                      <a:pt x="50598" y="9667"/>
                    </a:lnTo>
                    <a:cubicBezTo>
                      <a:pt x="49456" y="9667"/>
                      <a:pt x="48559" y="10003"/>
                      <a:pt x="47902" y="10678"/>
                    </a:cubicBezTo>
                    <a:cubicBezTo>
                      <a:pt x="47248" y="11330"/>
                      <a:pt x="46919" y="12226"/>
                      <a:pt x="46919" y="13363"/>
                    </a:cubicBezTo>
                    <a:lnTo>
                      <a:pt x="46919" y="22651"/>
                    </a:lnTo>
                    <a:cubicBezTo>
                      <a:pt x="46919" y="22861"/>
                      <a:pt x="46847" y="23042"/>
                      <a:pt x="46697" y="23188"/>
                    </a:cubicBezTo>
                    <a:cubicBezTo>
                      <a:pt x="46550" y="23315"/>
                      <a:pt x="46371" y="23378"/>
                      <a:pt x="46158" y="23378"/>
                    </a:cubicBezTo>
                    <a:lnTo>
                      <a:pt x="44604" y="23378"/>
                    </a:lnTo>
                    <a:close/>
                    <a:moveTo>
                      <a:pt x="56685" y="23378"/>
                    </a:moveTo>
                    <a:cubicBezTo>
                      <a:pt x="56472" y="23378"/>
                      <a:pt x="56293" y="23315"/>
                      <a:pt x="56145" y="23188"/>
                    </a:cubicBezTo>
                    <a:cubicBezTo>
                      <a:pt x="56019" y="23042"/>
                      <a:pt x="55955" y="22861"/>
                      <a:pt x="55955" y="22651"/>
                    </a:cubicBezTo>
                    <a:lnTo>
                      <a:pt x="55955" y="1674"/>
                    </a:lnTo>
                    <a:cubicBezTo>
                      <a:pt x="55955" y="1464"/>
                      <a:pt x="56019" y="1295"/>
                      <a:pt x="56145" y="1169"/>
                    </a:cubicBezTo>
                    <a:cubicBezTo>
                      <a:pt x="56293" y="1022"/>
                      <a:pt x="56472" y="948"/>
                      <a:pt x="56685" y="948"/>
                    </a:cubicBezTo>
                    <a:lnTo>
                      <a:pt x="58175" y="948"/>
                    </a:lnTo>
                    <a:cubicBezTo>
                      <a:pt x="58386" y="948"/>
                      <a:pt x="58556" y="1022"/>
                      <a:pt x="58682" y="1169"/>
                    </a:cubicBezTo>
                    <a:cubicBezTo>
                      <a:pt x="58830" y="1295"/>
                      <a:pt x="58904" y="1464"/>
                      <a:pt x="58904" y="1674"/>
                    </a:cubicBezTo>
                    <a:lnTo>
                      <a:pt x="58904" y="12668"/>
                    </a:lnTo>
                    <a:lnTo>
                      <a:pt x="65152" y="7487"/>
                    </a:lnTo>
                    <a:cubicBezTo>
                      <a:pt x="65406" y="7277"/>
                      <a:pt x="65596" y="7140"/>
                      <a:pt x="65723" y="7077"/>
                    </a:cubicBezTo>
                    <a:cubicBezTo>
                      <a:pt x="65870" y="6993"/>
                      <a:pt x="66103" y="6950"/>
                      <a:pt x="66420" y="6950"/>
                    </a:cubicBezTo>
                    <a:lnTo>
                      <a:pt x="68101" y="6950"/>
                    </a:lnTo>
                    <a:cubicBezTo>
                      <a:pt x="68291" y="6950"/>
                      <a:pt x="68450" y="7013"/>
                      <a:pt x="68577" y="7140"/>
                    </a:cubicBezTo>
                    <a:cubicBezTo>
                      <a:pt x="68704" y="7266"/>
                      <a:pt x="68767" y="7424"/>
                      <a:pt x="68767" y="7614"/>
                    </a:cubicBezTo>
                    <a:cubicBezTo>
                      <a:pt x="68767" y="7697"/>
                      <a:pt x="68735" y="7792"/>
                      <a:pt x="68672" y="7898"/>
                    </a:cubicBezTo>
                    <a:cubicBezTo>
                      <a:pt x="68629" y="8004"/>
                      <a:pt x="68534" y="8108"/>
                      <a:pt x="68387" y="8214"/>
                    </a:cubicBezTo>
                    <a:lnTo>
                      <a:pt x="61061" y="14279"/>
                    </a:lnTo>
                    <a:lnTo>
                      <a:pt x="69179" y="22146"/>
                    </a:lnTo>
                    <a:cubicBezTo>
                      <a:pt x="69433" y="22356"/>
                      <a:pt x="69560" y="22545"/>
                      <a:pt x="69560" y="22714"/>
                    </a:cubicBezTo>
                    <a:cubicBezTo>
                      <a:pt x="69560" y="22904"/>
                      <a:pt x="69497" y="23062"/>
                      <a:pt x="69370" y="23188"/>
                    </a:cubicBezTo>
                    <a:cubicBezTo>
                      <a:pt x="69243" y="23315"/>
                      <a:pt x="69084" y="23378"/>
                      <a:pt x="68894" y="23378"/>
                    </a:cubicBezTo>
                    <a:lnTo>
                      <a:pt x="67245" y="23378"/>
                    </a:lnTo>
                    <a:cubicBezTo>
                      <a:pt x="66928" y="23378"/>
                      <a:pt x="66694" y="23346"/>
                      <a:pt x="66547" y="23283"/>
                    </a:cubicBezTo>
                    <a:cubicBezTo>
                      <a:pt x="66398" y="23200"/>
                      <a:pt x="66207" y="23051"/>
                      <a:pt x="65976" y="22841"/>
                    </a:cubicBezTo>
                    <a:lnTo>
                      <a:pt x="58904" y="16112"/>
                    </a:lnTo>
                    <a:lnTo>
                      <a:pt x="58904" y="22651"/>
                    </a:lnTo>
                    <a:cubicBezTo>
                      <a:pt x="58904" y="22861"/>
                      <a:pt x="58830" y="23042"/>
                      <a:pt x="58682" y="23188"/>
                    </a:cubicBezTo>
                    <a:cubicBezTo>
                      <a:pt x="58556" y="23315"/>
                      <a:pt x="58386" y="23378"/>
                      <a:pt x="58175" y="23378"/>
                    </a:cubicBezTo>
                    <a:lnTo>
                      <a:pt x="56685" y="23378"/>
                    </a:lnTo>
                    <a:close/>
                    <a:moveTo>
                      <a:pt x="74652" y="23378"/>
                    </a:moveTo>
                    <a:cubicBezTo>
                      <a:pt x="74441" y="23378"/>
                      <a:pt x="74263" y="23315"/>
                      <a:pt x="74113" y="23188"/>
                    </a:cubicBezTo>
                    <a:cubicBezTo>
                      <a:pt x="73986" y="23042"/>
                      <a:pt x="73923" y="22861"/>
                      <a:pt x="73923" y="22651"/>
                    </a:cubicBezTo>
                    <a:lnTo>
                      <a:pt x="73923" y="9477"/>
                    </a:lnTo>
                    <a:lnTo>
                      <a:pt x="71227" y="9477"/>
                    </a:lnTo>
                    <a:cubicBezTo>
                      <a:pt x="71016" y="9477"/>
                      <a:pt x="70837" y="9414"/>
                      <a:pt x="70688" y="9288"/>
                    </a:cubicBezTo>
                    <a:cubicBezTo>
                      <a:pt x="70561" y="9141"/>
                      <a:pt x="70498" y="8961"/>
                      <a:pt x="70498" y="8751"/>
                    </a:cubicBezTo>
                    <a:lnTo>
                      <a:pt x="70498" y="7677"/>
                    </a:lnTo>
                    <a:cubicBezTo>
                      <a:pt x="70498" y="7467"/>
                      <a:pt x="70561" y="7298"/>
                      <a:pt x="70688" y="7171"/>
                    </a:cubicBezTo>
                    <a:cubicBezTo>
                      <a:pt x="70837" y="7025"/>
                      <a:pt x="71016" y="6950"/>
                      <a:pt x="71227" y="6950"/>
                    </a:cubicBezTo>
                    <a:lnTo>
                      <a:pt x="73923" y="6950"/>
                    </a:lnTo>
                    <a:lnTo>
                      <a:pt x="73923" y="5371"/>
                    </a:lnTo>
                    <a:cubicBezTo>
                      <a:pt x="73923" y="4296"/>
                      <a:pt x="74104" y="3360"/>
                      <a:pt x="74462" y="2559"/>
                    </a:cubicBezTo>
                    <a:cubicBezTo>
                      <a:pt x="74822" y="1738"/>
                      <a:pt x="75393" y="1106"/>
                      <a:pt x="76174" y="663"/>
                    </a:cubicBezTo>
                    <a:cubicBezTo>
                      <a:pt x="76978" y="221"/>
                      <a:pt x="78045" y="0"/>
                      <a:pt x="79377" y="0"/>
                    </a:cubicBezTo>
                    <a:lnTo>
                      <a:pt x="81153" y="0"/>
                    </a:lnTo>
                    <a:cubicBezTo>
                      <a:pt x="81366" y="0"/>
                      <a:pt x="81534" y="74"/>
                      <a:pt x="81661" y="221"/>
                    </a:cubicBezTo>
                    <a:cubicBezTo>
                      <a:pt x="81810" y="347"/>
                      <a:pt x="81883" y="517"/>
                      <a:pt x="81883" y="727"/>
                    </a:cubicBezTo>
                    <a:lnTo>
                      <a:pt x="81883" y="1801"/>
                    </a:lnTo>
                    <a:cubicBezTo>
                      <a:pt x="81883" y="2011"/>
                      <a:pt x="81810" y="2191"/>
                      <a:pt x="81661" y="2338"/>
                    </a:cubicBezTo>
                    <a:cubicBezTo>
                      <a:pt x="81534" y="2464"/>
                      <a:pt x="81366" y="2527"/>
                      <a:pt x="81153" y="2527"/>
                    </a:cubicBezTo>
                    <a:lnTo>
                      <a:pt x="79441" y="2527"/>
                    </a:lnTo>
                    <a:cubicBezTo>
                      <a:pt x="78449" y="2527"/>
                      <a:pt x="77771" y="2791"/>
                      <a:pt x="77411" y="3317"/>
                    </a:cubicBezTo>
                    <a:cubicBezTo>
                      <a:pt x="77053" y="3823"/>
                      <a:pt x="76872" y="4560"/>
                      <a:pt x="76872" y="5529"/>
                    </a:cubicBezTo>
                    <a:lnTo>
                      <a:pt x="76872" y="6950"/>
                    </a:lnTo>
                    <a:lnTo>
                      <a:pt x="83659" y="6950"/>
                    </a:lnTo>
                    <a:lnTo>
                      <a:pt x="83659" y="727"/>
                    </a:lnTo>
                    <a:cubicBezTo>
                      <a:pt x="83659" y="517"/>
                      <a:pt x="83722" y="347"/>
                      <a:pt x="83849" y="221"/>
                    </a:cubicBezTo>
                    <a:cubicBezTo>
                      <a:pt x="83998" y="74"/>
                      <a:pt x="84177" y="0"/>
                      <a:pt x="84388" y="0"/>
                    </a:cubicBezTo>
                    <a:lnTo>
                      <a:pt x="85847" y="0"/>
                    </a:lnTo>
                    <a:cubicBezTo>
                      <a:pt x="86080" y="0"/>
                      <a:pt x="86259" y="74"/>
                      <a:pt x="86386" y="221"/>
                    </a:cubicBezTo>
                    <a:cubicBezTo>
                      <a:pt x="86513" y="347"/>
                      <a:pt x="86576" y="517"/>
                      <a:pt x="86576" y="727"/>
                    </a:cubicBezTo>
                    <a:lnTo>
                      <a:pt x="86576" y="22651"/>
                    </a:lnTo>
                    <a:cubicBezTo>
                      <a:pt x="86576" y="22861"/>
                      <a:pt x="86513" y="23042"/>
                      <a:pt x="86386" y="23188"/>
                    </a:cubicBezTo>
                    <a:cubicBezTo>
                      <a:pt x="86259" y="23315"/>
                      <a:pt x="86080" y="23378"/>
                      <a:pt x="85847" y="23378"/>
                    </a:cubicBezTo>
                    <a:lnTo>
                      <a:pt x="84388" y="23378"/>
                    </a:lnTo>
                    <a:cubicBezTo>
                      <a:pt x="84177" y="23378"/>
                      <a:pt x="83998" y="23315"/>
                      <a:pt x="83849" y="23188"/>
                    </a:cubicBezTo>
                    <a:cubicBezTo>
                      <a:pt x="83722" y="23042"/>
                      <a:pt x="83659" y="22861"/>
                      <a:pt x="83659" y="22651"/>
                    </a:cubicBezTo>
                    <a:lnTo>
                      <a:pt x="83659" y="9477"/>
                    </a:lnTo>
                    <a:lnTo>
                      <a:pt x="76872" y="9477"/>
                    </a:lnTo>
                    <a:lnTo>
                      <a:pt x="76872" y="22651"/>
                    </a:lnTo>
                    <a:cubicBezTo>
                      <a:pt x="76872" y="22861"/>
                      <a:pt x="76800" y="23042"/>
                      <a:pt x="76650" y="23188"/>
                    </a:cubicBezTo>
                    <a:cubicBezTo>
                      <a:pt x="76523" y="23315"/>
                      <a:pt x="76355" y="23378"/>
                      <a:pt x="76143" y="23378"/>
                    </a:cubicBezTo>
                    <a:lnTo>
                      <a:pt x="74652" y="23378"/>
                    </a:lnTo>
                    <a:close/>
                    <a:moveTo>
                      <a:pt x="98045" y="23694"/>
                    </a:moveTo>
                    <a:cubicBezTo>
                      <a:pt x="96439" y="23694"/>
                      <a:pt x="95096" y="23389"/>
                      <a:pt x="94017" y="22778"/>
                    </a:cubicBezTo>
                    <a:cubicBezTo>
                      <a:pt x="92939" y="22166"/>
                      <a:pt x="92115" y="21324"/>
                      <a:pt x="91544" y="20250"/>
                    </a:cubicBezTo>
                    <a:cubicBezTo>
                      <a:pt x="90973" y="19156"/>
                      <a:pt x="90656" y="17912"/>
                      <a:pt x="90592" y="16522"/>
                    </a:cubicBezTo>
                    <a:cubicBezTo>
                      <a:pt x="90572" y="16164"/>
                      <a:pt x="90561" y="15712"/>
                      <a:pt x="90561" y="15164"/>
                    </a:cubicBezTo>
                    <a:cubicBezTo>
                      <a:pt x="90561" y="14595"/>
                      <a:pt x="90572" y="14142"/>
                      <a:pt x="90592" y="13806"/>
                    </a:cubicBezTo>
                    <a:cubicBezTo>
                      <a:pt x="90656" y="12395"/>
                      <a:pt x="90973" y="11152"/>
                      <a:pt x="91544" y="10078"/>
                    </a:cubicBezTo>
                    <a:cubicBezTo>
                      <a:pt x="92135" y="9004"/>
                      <a:pt x="92971" y="8162"/>
                      <a:pt x="94049" y="7550"/>
                    </a:cubicBezTo>
                    <a:cubicBezTo>
                      <a:pt x="95127" y="6939"/>
                      <a:pt x="96459" y="6634"/>
                      <a:pt x="98045" y="6634"/>
                    </a:cubicBezTo>
                    <a:cubicBezTo>
                      <a:pt x="99631" y="6634"/>
                      <a:pt x="100963" y="6939"/>
                      <a:pt x="102041" y="7550"/>
                    </a:cubicBezTo>
                    <a:cubicBezTo>
                      <a:pt x="103119" y="8162"/>
                      <a:pt x="103943" y="9004"/>
                      <a:pt x="104514" y="10078"/>
                    </a:cubicBezTo>
                    <a:cubicBezTo>
                      <a:pt x="105106" y="11152"/>
                      <a:pt x="105434" y="12395"/>
                      <a:pt x="105497" y="13806"/>
                    </a:cubicBezTo>
                    <a:cubicBezTo>
                      <a:pt x="105518" y="14142"/>
                      <a:pt x="105529" y="14595"/>
                      <a:pt x="105529" y="15164"/>
                    </a:cubicBezTo>
                    <a:cubicBezTo>
                      <a:pt x="105529" y="15712"/>
                      <a:pt x="105518" y="16164"/>
                      <a:pt x="105497" y="16522"/>
                    </a:cubicBezTo>
                    <a:cubicBezTo>
                      <a:pt x="105434" y="17912"/>
                      <a:pt x="105117" y="19156"/>
                      <a:pt x="104546" y="20250"/>
                    </a:cubicBezTo>
                    <a:cubicBezTo>
                      <a:pt x="103975" y="21324"/>
                      <a:pt x="103151" y="22166"/>
                      <a:pt x="102072" y="22778"/>
                    </a:cubicBezTo>
                    <a:cubicBezTo>
                      <a:pt x="100994" y="23389"/>
                      <a:pt x="99651" y="23694"/>
                      <a:pt x="98045" y="23694"/>
                    </a:cubicBezTo>
                    <a:close/>
                    <a:moveTo>
                      <a:pt x="98045" y="21261"/>
                    </a:moveTo>
                    <a:cubicBezTo>
                      <a:pt x="99357" y="21261"/>
                      <a:pt x="100403" y="20851"/>
                      <a:pt x="101184" y="20029"/>
                    </a:cubicBezTo>
                    <a:cubicBezTo>
                      <a:pt x="101966" y="19187"/>
                      <a:pt x="102390" y="17964"/>
                      <a:pt x="102453" y="16364"/>
                    </a:cubicBezTo>
                    <a:cubicBezTo>
                      <a:pt x="102473" y="16049"/>
                      <a:pt x="102485" y="15649"/>
                      <a:pt x="102485" y="15164"/>
                    </a:cubicBezTo>
                    <a:cubicBezTo>
                      <a:pt x="102485" y="14679"/>
                      <a:pt x="102473" y="14279"/>
                      <a:pt x="102453" y="13964"/>
                    </a:cubicBezTo>
                    <a:cubicBezTo>
                      <a:pt x="102390" y="12364"/>
                      <a:pt x="101966" y="11152"/>
                      <a:pt x="101184" y="10330"/>
                    </a:cubicBezTo>
                    <a:cubicBezTo>
                      <a:pt x="100403" y="9489"/>
                      <a:pt x="99357" y="9067"/>
                      <a:pt x="98045" y="9067"/>
                    </a:cubicBezTo>
                    <a:cubicBezTo>
                      <a:pt x="96733" y="9067"/>
                      <a:pt x="95678" y="9489"/>
                      <a:pt x="94874" y="10330"/>
                    </a:cubicBezTo>
                    <a:cubicBezTo>
                      <a:pt x="94092" y="11152"/>
                      <a:pt x="93680" y="12364"/>
                      <a:pt x="93637" y="13964"/>
                    </a:cubicBezTo>
                    <a:cubicBezTo>
                      <a:pt x="93616" y="14279"/>
                      <a:pt x="93605" y="14679"/>
                      <a:pt x="93605" y="15164"/>
                    </a:cubicBezTo>
                    <a:cubicBezTo>
                      <a:pt x="93605" y="15649"/>
                      <a:pt x="93616" y="16049"/>
                      <a:pt x="93637" y="16364"/>
                    </a:cubicBezTo>
                    <a:cubicBezTo>
                      <a:pt x="93680" y="17964"/>
                      <a:pt x="94092" y="19187"/>
                      <a:pt x="94874" y="20029"/>
                    </a:cubicBezTo>
                    <a:cubicBezTo>
                      <a:pt x="95678" y="20851"/>
                      <a:pt x="96733" y="21261"/>
                      <a:pt x="98045" y="21261"/>
                    </a:cubicBezTo>
                    <a:close/>
                    <a:moveTo>
                      <a:pt x="113444" y="23378"/>
                    </a:moveTo>
                    <a:cubicBezTo>
                      <a:pt x="113167" y="23378"/>
                      <a:pt x="112957" y="23315"/>
                      <a:pt x="112809" y="23188"/>
                    </a:cubicBezTo>
                    <a:cubicBezTo>
                      <a:pt x="112660" y="23042"/>
                      <a:pt x="112533" y="22841"/>
                      <a:pt x="112429" y="22588"/>
                    </a:cubicBezTo>
                    <a:lnTo>
                      <a:pt x="107926" y="7929"/>
                    </a:lnTo>
                    <a:cubicBezTo>
                      <a:pt x="107883" y="7823"/>
                      <a:pt x="107862" y="7720"/>
                      <a:pt x="107862" y="7614"/>
                    </a:cubicBezTo>
                    <a:cubicBezTo>
                      <a:pt x="107862" y="7424"/>
                      <a:pt x="107926" y="7266"/>
                      <a:pt x="108053" y="7140"/>
                    </a:cubicBezTo>
                    <a:cubicBezTo>
                      <a:pt x="108200" y="7013"/>
                      <a:pt x="108358" y="6950"/>
                      <a:pt x="108528" y="6950"/>
                    </a:cubicBezTo>
                    <a:lnTo>
                      <a:pt x="109924" y="6950"/>
                    </a:lnTo>
                    <a:cubicBezTo>
                      <a:pt x="110155" y="6950"/>
                      <a:pt x="110336" y="7013"/>
                      <a:pt x="110463" y="7140"/>
                    </a:cubicBezTo>
                    <a:cubicBezTo>
                      <a:pt x="110590" y="7266"/>
                      <a:pt x="110673" y="7381"/>
                      <a:pt x="110716" y="7487"/>
                    </a:cubicBezTo>
                    <a:lnTo>
                      <a:pt x="114237" y="19397"/>
                    </a:lnTo>
                    <a:lnTo>
                      <a:pt x="118010" y="7614"/>
                    </a:lnTo>
                    <a:cubicBezTo>
                      <a:pt x="118051" y="7467"/>
                      <a:pt x="118137" y="7318"/>
                      <a:pt x="118264" y="7171"/>
                    </a:cubicBezTo>
                    <a:cubicBezTo>
                      <a:pt x="118411" y="7025"/>
                      <a:pt x="118622" y="6950"/>
                      <a:pt x="118898" y="6950"/>
                    </a:cubicBezTo>
                    <a:lnTo>
                      <a:pt x="119977" y="6950"/>
                    </a:lnTo>
                    <a:cubicBezTo>
                      <a:pt x="120251" y="6950"/>
                      <a:pt x="120461" y="7025"/>
                      <a:pt x="120611" y="7171"/>
                    </a:cubicBezTo>
                    <a:cubicBezTo>
                      <a:pt x="120758" y="7318"/>
                      <a:pt x="120842" y="7467"/>
                      <a:pt x="120865" y="7614"/>
                    </a:cubicBezTo>
                    <a:lnTo>
                      <a:pt x="124638" y="19397"/>
                    </a:lnTo>
                    <a:lnTo>
                      <a:pt x="128159" y="7487"/>
                    </a:lnTo>
                    <a:cubicBezTo>
                      <a:pt x="128179" y="7381"/>
                      <a:pt x="128254" y="7266"/>
                      <a:pt x="128381" y="7140"/>
                    </a:cubicBezTo>
                    <a:cubicBezTo>
                      <a:pt x="128507" y="7013"/>
                      <a:pt x="128686" y="6950"/>
                      <a:pt x="128920" y="6950"/>
                    </a:cubicBezTo>
                    <a:lnTo>
                      <a:pt x="130315" y="6950"/>
                    </a:lnTo>
                    <a:cubicBezTo>
                      <a:pt x="130505" y="6950"/>
                      <a:pt x="130664" y="7013"/>
                      <a:pt x="130791" y="7140"/>
                    </a:cubicBezTo>
                    <a:cubicBezTo>
                      <a:pt x="130918" y="7266"/>
                      <a:pt x="130981" y="7424"/>
                      <a:pt x="130981" y="7614"/>
                    </a:cubicBezTo>
                    <a:cubicBezTo>
                      <a:pt x="130981" y="7720"/>
                      <a:pt x="130958" y="7823"/>
                      <a:pt x="130918" y="7929"/>
                    </a:cubicBezTo>
                    <a:lnTo>
                      <a:pt x="126414" y="22588"/>
                    </a:lnTo>
                    <a:cubicBezTo>
                      <a:pt x="126351" y="22841"/>
                      <a:pt x="126233" y="23042"/>
                      <a:pt x="126065" y="23188"/>
                    </a:cubicBezTo>
                    <a:cubicBezTo>
                      <a:pt x="125916" y="23315"/>
                      <a:pt x="125694" y="23378"/>
                      <a:pt x="125399" y="23378"/>
                    </a:cubicBezTo>
                    <a:lnTo>
                      <a:pt x="124163" y="23378"/>
                    </a:lnTo>
                    <a:cubicBezTo>
                      <a:pt x="123886" y="23378"/>
                      <a:pt x="123655" y="23315"/>
                      <a:pt x="123465" y="23188"/>
                    </a:cubicBezTo>
                    <a:cubicBezTo>
                      <a:pt x="123295" y="23042"/>
                      <a:pt x="123180" y="22841"/>
                      <a:pt x="123116" y="22588"/>
                    </a:cubicBezTo>
                    <a:lnTo>
                      <a:pt x="119438" y="11278"/>
                    </a:lnTo>
                    <a:lnTo>
                      <a:pt x="115759" y="22588"/>
                    </a:lnTo>
                    <a:cubicBezTo>
                      <a:pt x="115673" y="22841"/>
                      <a:pt x="115546" y="23042"/>
                      <a:pt x="115378" y="23188"/>
                    </a:cubicBezTo>
                    <a:cubicBezTo>
                      <a:pt x="115208" y="23315"/>
                      <a:pt x="114975" y="23378"/>
                      <a:pt x="114681" y="23378"/>
                    </a:cubicBezTo>
                    <a:lnTo>
                      <a:pt x="113444" y="23378"/>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1" name="Freeform 160">
                <a:extLst>
                  <a:ext uri="{FF2B5EF4-FFF2-40B4-BE49-F238E27FC236}">
                    <a16:creationId xmlns:a16="http://schemas.microsoft.com/office/drawing/2014/main" id="{540A3915-DF17-2B5E-6DC9-AA98FE5080A4}"/>
                  </a:ext>
                </a:extLst>
              </p:cNvPr>
              <p:cNvSpPr/>
              <p:nvPr/>
            </p:nvSpPr>
            <p:spPr>
              <a:xfrm>
                <a:off x="2402510" y="6214102"/>
                <a:ext cx="9060" cy="18052"/>
              </a:xfrm>
              <a:custGeom>
                <a:avLst/>
                <a:gdLst>
                  <a:gd name="csX0" fmla="*/ 0 w 9060"/>
                  <a:gd name="csY0" fmla="*/ 0 h 18052"/>
                  <a:gd name="csX1" fmla="*/ 9061 w 9060"/>
                  <a:gd name="csY1" fmla="*/ 9026 h 18052"/>
                  <a:gd name="csX2" fmla="*/ 0 w 9060"/>
                  <a:gd name="csY2" fmla="*/ 18052 h 18052"/>
                </a:gdLst>
                <a:ahLst/>
                <a:cxnLst>
                  <a:cxn ang="0">
                    <a:pos x="csX0" y="csY0"/>
                  </a:cxn>
                  <a:cxn ang="0">
                    <a:pos x="csX1" y="csY1"/>
                  </a:cxn>
                  <a:cxn ang="0">
                    <a:pos x="csX2" y="csY2"/>
                  </a:cxn>
                </a:cxnLst>
                <a:rect l="l" t="t" r="r" b="b"/>
                <a:pathLst>
                  <a:path w="9060" h="18052">
                    <a:moveTo>
                      <a:pt x="0" y="0"/>
                    </a:moveTo>
                    <a:lnTo>
                      <a:pt x="9061" y="9026"/>
                    </a:lnTo>
                    <a:lnTo>
                      <a:pt x="0" y="18052"/>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2" name="Freeform 161">
                <a:extLst>
                  <a:ext uri="{FF2B5EF4-FFF2-40B4-BE49-F238E27FC236}">
                    <a16:creationId xmlns:a16="http://schemas.microsoft.com/office/drawing/2014/main" id="{D640E6FE-3A52-EFCC-0532-9D5ECB95295E}"/>
                  </a:ext>
                </a:extLst>
              </p:cNvPr>
              <p:cNvSpPr/>
              <p:nvPr/>
            </p:nvSpPr>
            <p:spPr>
              <a:xfrm>
                <a:off x="2370797" y="6223129"/>
                <a:ext cx="40773" cy="11282"/>
              </a:xfrm>
              <a:custGeom>
                <a:avLst/>
                <a:gdLst>
                  <a:gd name="csX0" fmla="*/ 0 w 40773"/>
                  <a:gd name="csY0" fmla="*/ 11283 h 11282"/>
                  <a:gd name="csX1" fmla="*/ 0 w 40773"/>
                  <a:gd name="csY1" fmla="*/ 9026 h 11282"/>
                  <a:gd name="csX2" fmla="*/ 2655 w 40773"/>
                  <a:gd name="csY2" fmla="*/ 2645 h 11282"/>
                  <a:gd name="csX3" fmla="*/ 9061 w 40773"/>
                  <a:gd name="csY3" fmla="*/ 0 h 11282"/>
                  <a:gd name="csX4" fmla="*/ 40774 w 40773"/>
                  <a:gd name="csY4" fmla="*/ 0 h 11282"/>
                </a:gdLst>
                <a:ahLst/>
                <a:cxnLst>
                  <a:cxn ang="0">
                    <a:pos x="csX0" y="csY0"/>
                  </a:cxn>
                  <a:cxn ang="0">
                    <a:pos x="csX1" y="csY1"/>
                  </a:cxn>
                  <a:cxn ang="0">
                    <a:pos x="csX2" y="csY2"/>
                  </a:cxn>
                  <a:cxn ang="0">
                    <a:pos x="csX3" y="csY3"/>
                  </a:cxn>
                  <a:cxn ang="0">
                    <a:pos x="csX4" y="csY4"/>
                  </a:cxn>
                </a:cxnLst>
                <a:rect l="l" t="t" r="r" b="b"/>
                <a:pathLst>
                  <a:path w="40773" h="11282">
                    <a:moveTo>
                      <a:pt x="0" y="11283"/>
                    </a:moveTo>
                    <a:lnTo>
                      <a:pt x="0" y="9026"/>
                    </a:lnTo>
                    <a:cubicBezTo>
                      <a:pt x="0" y="6632"/>
                      <a:pt x="954" y="4337"/>
                      <a:pt x="2655" y="2645"/>
                    </a:cubicBezTo>
                    <a:cubicBezTo>
                      <a:pt x="4354" y="950"/>
                      <a:pt x="6657" y="0"/>
                      <a:pt x="9061" y="0"/>
                    </a:cubicBezTo>
                    <a:lnTo>
                      <a:pt x="40774"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3" name="Freeform 162">
                <a:extLst>
                  <a:ext uri="{FF2B5EF4-FFF2-40B4-BE49-F238E27FC236}">
                    <a16:creationId xmlns:a16="http://schemas.microsoft.com/office/drawing/2014/main" id="{6074FBB7-B992-A0A0-071B-FEE8BD961608}"/>
                  </a:ext>
                </a:extLst>
              </p:cNvPr>
              <p:cNvSpPr/>
              <p:nvPr/>
            </p:nvSpPr>
            <p:spPr>
              <a:xfrm>
                <a:off x="2370797" y="6241181"/>
                <a:ext cx="9060" cy="18052"/>
              </a:xfrm>
              <a:custGeom>
                <a:avLst/>
                <a:gdLst>
                  <a:gd name="csX0" fmla="*/ 9061 w 9060"/>
                  <a:gd name="csY0" fmla="*/ 18052 h 18052"/>
                  <a:gd name="csX1" fmla="*/ 0 w 9060"/>
                  <a:gd name="csY1" fmla="*/ 9026 h 18052"/>
                  <a:gd name="csX2" fmla="*/ 9061 w 9060"/>
                  <a:gd name="csY2" fmla="*/ 0 h 18052"/>
                </a:gdLst>
                <a:ahLst/>
                <a:cxnLst>
                  <a:cxn ang="0">
                    <a:pos x="csX0" y="csY0"/>
                  </a:cxn>
                  <a:cxn ang="0">
                    <a:pos x="csX1" y="csY1"/>
                  </a:cxn>
                  <a:cxn ang="0">
                    <a:pos x="csX2" y="csY2"/>
                  </a:cxn>
                </a:cxnLst>
                <a:rect l="l" t="t" r="r" b="b"/>
                <a:pathLst>
                  <a:path w="9060" h="18052">
                    <a:moveTo>
                      <a:pt x="9061" y="18052"/>
                    </a:moveTo>
                    <a:lnTo>
                      <a:pt x="0" y="9026"/>
                    </a:lnTo>
                    <a:lnTo>
                      <a:pt x="9061"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4" name="Freeform 163">
                <a:extLst>
                  <a:ext uri="{FF2B5EF4-FFF2-40B4-BE49-F238E27FC236}">
                    <a16:creationId xmlns:a16="http://schemas.microsoft.com/office/drawing/2014/main" id="{0C2AD125-FE39-63EA-2922-E98274F3672D}"/>
                  </a:ext>
                </a:extLst>
              </p:cNvPr>
              <p:cNvSpPr/>
              <p:nvPr/>
            </p:nvSpPr>
            <p:spPr>
              <a:xfrm>
                <a:off x="2370797" y="6238925"/>
                <a:ext cx="40773" cy="11282"/>
              </a:xfrm>
              <a:custGeom>
                <a:avLst/>
                <a:gdLst>
                  <a:gd name="csX0" fmla="*/ 40774 w 40773"/>
                  <a:gd name="csY0" fmla="*/ 0 h 11282"/>
                  <a:gd name="csX1" fmla="*/ 40774 w 40773"/>
                  <a:gd name="csY1" fmla="*/ 2257 h 11282"/>
                  <a:gd name="csX2" fmla="*/ 38119 w 40773"/>
                  <a:gd name="csY2" fmla="*/ 8638 h 11282"/>
                  <a:gd name="csX3" fmla="*/ 31713 w 40773"/>
                  <a:gd name="csY3" fmla="*/ 11283 h 11282"/>
                  <a:gd name="csX4" fmla="*/ 0 w 40773"/>
                  <a:gd name="csY4" fmla="*/ 11283 h 11282"/>
                </a:gdLst>
                <a:ahLst/>
                <a:cxnLst>
                  <a:cxn ang="0">
                    <a:pos x="csX0" y="csY0"/>
                  </a:cxn>
                  <a:cxn ang="0">
                    <a:pos x="csX1" y="csY1"/>
                  </a:cxn>
                  <a:cxn ang="0">
                    <a:pos x="csX2" y="csY2"/>
                  </a:cxn>
                  <a:cxn ang="0">
                    <a:pos x="csX3" y="csY3"/>
                  </a:cxn>
                  <a:cxn ang="0">
                    <a:pos x="csX4" y="csY4"/>
                  </a:cxn>
                </a:cxnLst>
                <a:rect l="l" t="t" r="r" b="b"/>
                <a:pathLst>
                  <a:path w="40773" h="11282">
                    <a:moveTo>
                      <a:pt x="40774" y="0"/>
                    </a:moveTo>
                    <a:lnTo>
                      <a:pt x="40774" y="2257"/>
                    </a:lnTo>
                    <a:cubicBezTo>
                      <a:pt x="40774" y="4651"/>
                      <a:pt x="39820" y="6946"/>
                      <a:pt x="38119" y="8638"/>
                    </a:cubicBezTo>
                    <a:cubicBezTo>
                      <a:pt x="36420" y="10333"/>
                      <a:pt x="34116" y="11283"/>
                      <a:pt x="31713" y="11283"/>
                    </a:cubicBezTo>
                    <a:lnTo>
                      <a:pt x="0" y="1128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5" name="Rectangle 164">
                <a:extLst>
                  <a:ext uri="{FF2B5EF4-FFF2-40B4-BE49-F238E27FC236}">
                    <a16:creationId xmlns:a16="http://schemas.microsoft.com/office/drawing/2014/main" id="{2267FE99-F853-E0A9-F44A-CEEFA08EA338}"/>
                  </a:ext>
                </a:extLst>
              </p:cNvPr>
              <p:cNvSpPr/>
              <p:nvPr/>
            </p:nvSpPr>
            <p:spPr>
              <a:xfrm>
                <a:off x="2237150" y="6322417"/>
                <a:ext cx="679562" cy="112827"/>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6" name="Freeform 165">
                <a:extLst>
                  <a:ext uri="{FF2B5EF4-FFF2-40B4-BE49-F238E27FC236}">
                    <a16:creationId xmlns:a16="http://schemas.microsoft.com/office/drawing/2014/main" id="{44062030-6DC7-F8F6-7AD6-D2B42E0D1A90}"/>
                  </a:ext>
                </a:extLst>
              </p:cNvPr>
              <p:cNvSpPr/>
              <p:nvPr/>
            </p:nvSpPr>
            <p:spPr>
              <a:xfrm>
                <a:off x="2355149" y="6369940"/>
                <a:ext cx="221985" cy="22746"/>
              </a:xfrm>
              <a:custGeom>
                <a:avLst/>
                <a:gdLst>
                  <a:gd name="csX0" fmla="*/ 761 w 221985"/>
                  <a:gd name="csY0" fmla="*/ 22430 h 22746"/>
                  <a:gd name="csX1" fmla="*/ 222 w 221985"/>
                  <a:gd name="csY1" fmla="*/ 22209 h 22746"/>
                  <a:gd name="csX2" fmla="*/ 0 w 221985"/>
                  <a:gd name="csY2" fmla="*/ 21672 h 22746"/>
                  <a:gd name="csX3" fmla="*/ 0 w 221985"/>
                  <a:gd name="csY3" fmla="*/ 1074 h 22746"/>
                  <a:gd name="csX4" fmla="*/ 222 w 221985"/>
                  <a:gd name="csY4" fmla="*/ 537 h 22746"/>
                  <a:gd name="csX5" fmla="*/ 761 w 221985"/>
                  <a:gd name="csY5" fmla="*/ 316 h 22746"/>
                  <a:gd name="csX6" fmla="*/ 3742 w 221985"/>
                  <a:gd name="csY6" fmla="*/ 316 h 22746"/>
                  <a:gd name="csX7" fmla="*/ 4281 w 221985"/>
                  <a:gd name="csY7" fmla="*/ 537 h 22746"/>
                  <a:gd name="csX8" fmla="*/ 4503 w 221985"/>
                  <a:gd name="csY8" fmla="*/ 1074 h 22746"/>
                  <a:gd name="csX9" fmla="*/ 4503 w 221985"/>
                  <a:gd name="csY9" fmla="*/ 21672 h 22746"/>
                  <a:gd name="csX10" fmla="*/ 4281 w 221985"/>
                  <a:gd name="csY10" fmla="*/ 22209 h 22746"/>
                  <a:gd name="csX11" fmla="*/ 3742 w 221985"/>
                  <a:gd name="csY11" fmla="*/ 22430 h 22746"/>
                  <a:gd name="csX12" fmla="*/ 761 w 221985"/>
                  <a:gd name="csY12" fmla="*/ 22430 h 22746"/>
                  <a:gd name="csX13" fmla="*/ 16550 w 221985"/>
                  <a:gd name="csY13" fmla="*/ 22430 h 22746"/>
                  <a:gd name="csX14" fmla="*/ 13347 w 221985"/>
                  <a:gd name="csY14" fmla="*/ 21767 h 22746"/>
                  <a:gd name="csX15" fmla="*/ 11412 w 221985"/>
                  <a:gd name="csY15" fmla="*/ 19808 h 22746"/>
                  <a:gd name="csX16" fmla="*/ 10778 w 221985"/>
                  <a:gd name="csY16" fmla="*/ 16523 h 22746"/>
                  <a:gd name="csX17" fmla="*/ 10778 w 221985"/>
                  <a:gd name="csY17" fmla="*/ 9351 h 22746"/>
                  <a:gd name="csX18" fmla="*/ 8272 w 221985"/>
                  <a:gd name="csY18" fmla="*/ 9351 h 22746"/>
                  <a:gd name="csX19" fmla="*/ 7733 w 221985"/>
                  <a:gd name="csY19" fmla="*/ 9130 h 22746"/>
                  <a:gd name="csX20" fmla="*/ 7511 w 221985"/>
                  <a:gd name="csY20" fmla="*/ 8593 h 22746"/>
                  <a:gd name="csX21" fmla="*/ 7511 w 221985"/>
                  <a:gd name="csY21" fmla="*/ 6761 h 22746"/>
                  <a:gd name="csX22" fmla="*/ 7733 w 221985"/>
                  <a:gd name="csY22" fmla="*/ 6224 h 22746"/>
                  <a:gd name="csX23" fmla="*/ 8272 w 221985"/>
                  <a:gd name="csY23" fmla="*/ 6002 h 22746"/>
                  <a:gd name="csX24" fmla="*/ 10778 w 221985"/>
                  <a:gd name="csY24" fmla="*/ 6002 h 22746"/>
                  <a:gd name="csX25" fmla="*/ 10778 w 221985"/>
                  <a:gd name="csY25" fmla="*/ 758 h 22746"/>
                  <a:gd name="csX26" fmla="*/ 10968 w 221985"/>
                  <a:gd name="csY26" fmla="*/ 221 h 22746"/>
                  <a:gd name="csX27" fmla="*/ 11539 w 221985"/>
                  <a:gd name="csY27" fmla="*/ 0 h 22746"/>
                  <a:gd name="csX28" fmla="*/ 14108 w 221985"/>
                  <a:gd name="csY28" fmla="*/ 0 h 22746"/>
                  <a:gd name="csX29" fmla="*/ 14647 w 221985"/>
                  <a:gd name="csY29" fmla="*/ 221 h 22746"/>
                  <a:gd name="csX30" fmla="*/ 14869 w 221985"/>
                  <a:gd name="csY30" fmla="*/ 758 h 22746"/>
                  <a:gd name="csX31" fmla="*/ 14869 w 221985"/>
                  <a:gd name="csY31" fmla="*/ 6002 h 22746"/>
                  <a:gd name="csX32" fmla="*/ 18833 w 221985"/>
                  <a:gd name="csY32" fmla="*/ 6002 h 22746"/>
                  <a:gd name="csX33" fmla="*/ 19372 w 221985"/>
                  <a:gd name="csY33" fmla="*/ 6224 h 22746"/>
                  <a:gd name="csX34" fmla="*/ 19594 w 221985"/>
                  <a:gd name="csY34" fmla="*/ 6761 h 22746"/>
                  <a:gd name="csX35" fmla="*/ 19594 w 221985"/>
                  <a:gd name="csY35" fmla="*/ 8593 h 22746"/>
                  <a:gd name="csX36" fmla="*/ 19372 w 221985"/>
                  <a:gd name="csY36" fmla="*/ 9130 h 22746"/>
                  <a:gd name="csX37" fmla="*/ 18833 w 221985"/>
                  <a:gd name="csY37" fmla="*/ 9351 h 22746"/>
                  <a:gd name="csX38" fmla="*/ 14869 w 221985"/>
                  <a:gd name="csY38" fmla="*/ 9351 h 22746"/>
                  <a:gd name="csX39" fmla="*/ 14869 w 221985"/>
                  <a:gd name="csY39" fmla="*/ 16207 h 22746"/>
                  <a:gd name="csX40" fmla="*/ 15313 w 221985"/>
                  <a:gd name="csY40" fmla="*/ 18228 h 22746"/>
                  <a:gd name="csX41" fmla="*/ 16930 w 221985"/>
                  <a:gd name="csY41" fmla="*/ 18955 h 22746"/>
                  <a:gd name="csX42" fmla="*/ 19118 w 221985"/>
                  <a:gd name="csY42" fmla="*/ 18955 h 22746"/>
                  <a:gd name="csX43" fmla="*/ 19657 w 221985"/>
                  <a:gd name="csY43" fmla="*/ 19176 h 22746"/>
                  <a:gd name="csX44" fmla="*/ 19879 w 221985"/>
                  <a:gd name="csY44" fmla="*/ 19713 h 22746"/>
                  <a:gd name="csX45" fmla="*/ 19879 w 221985"/>
                  <a:gd name="csY45" fmla="*/ 21672 h 22746"/>
                  <a:gd name="csX46" fmla="*/ 19657 w 221985"/>
                  <a:gd name="csY46" fmla="*/ 22209 h 22746"/>
                  <a:gd name="csX47" fmla="*/ 19118 w 221985"/>
                  <a:gd name="csY47" fmla="*/ 22430 h 22746"/>
                  <a:gd name="csX48" fmla="*/ 16550 w 221985"/>
                  <a:gd name="csY48" fmla="*/ 22430 h 22746"/>
                  <a:gd name="csX49" fmla="*/ 29797 w 221985"/>
                  <a:gd name="csY49" fmla="*/ 22746 h 22746"/>
                  <a:gd name="csX50" fmla="*/ 24215 w 221985"/>
                  <a:gd name="csY50" fmla="*/ 20724 h 22746"/>
                  <a:gd name="csX51" fmla="*/ 21995 w 221985"/>
                  <a:gd name="csY51" fmla="*/ 14974 h 22746"/>
                  <a:gd name="csX52" fmla="*/ 21963 w 221985"/>
                  <a:gd name="csY52" fmla="*/ 14185 h 22746"/>
                  <a:gd name="csX53" fmla="*/ 21995 w 221985"/>
                  <a:gd name="csY53" fmla="*/ 13395 h 22746"/>
                  <a:gd name="csX54" fmla="*/ 23073 w 221985"/>
                  <a:gd name="csY54" fmla="*/ 9288 h 22746"/>
                  <a:gd name="csX55" fmla="*/ 25769 w 221985"/>
                  <a:gd name="csY55" fmla="*/ 6634 h 22746"/>
                  <a:gd name="csX56" fmla="*/ 29797 w 221985"/>
                  <a:gd name="csY56" fmla="*/ 5687 h 22746"/>
                  <a:gd name="csX57" fmla="*/ 34109 w 221985"/>
                  <a:gd name="csY57" fmla="*/ 6761 h 22746"/>
                  <a:gd name="csX58" fmla="*/ 36742 w 221985"/>
                  <a:gd name="csY58" fmla="*/ 9699 h 22746"/>
                  <a:gd name="csX59" fmla="*/ 37630 w 221985"/>
                  <a:gd name="csY59" fmla="*/ 14027 h 22746"/>
                  <a:gd name="csX60" fmla="*/ 37630 w 221985"/>
                  <a:gd name="csY60" fmla="*/ 14690 h 22746"/>
                  <a:gd name="csX61" fmla="*/ 37408 w 221985"/>
                  <a:gd name="csY61" fmla="*/ 15227 h 22746"/>
                  <a:gd name="csX62" fmla="*/ 36837 w 221985"/>
                  <a:gd name="csY62" fmla="*/ 15448 h 22746"/>
                  <a:gd name="csX63" fmla="*/ 26308 w 221985"/>
                  <a:gd name="csY63" fmla="*/ 15448 h 22746"/>
                  <a:gd name="csX64" fmla="*/ 26308 w 221985"/>
                  <a:gd name="csY64" fmla="*/ 15543 h 22746"/>
                  <a:gd name="csX65" fmla="*/ 26308 w 221985"/>
                  <a:gd name="csY65" fmla="*/ 15701 h 22746"/>
                  <a:gd name="csX66" fmla="*/ 26720 w 221985"/>
                  <a:gd name="csY66" fmla="*/ 17755 h 22746"/>
                  <a:gd name="csX67" fmla="*/ 27894 w 221985"/>
                  <a:gd name="csY67" fmla="*/ 19239 h 22746"/>
                  <a:gd name="csX68" fmla="*/ 29765 w 221985"/>
                  <a:gd name="csY68" fmla="*/ 19808 h 22746"/>
                  <a:gd name="csX69" fmla="*/ 31255 w 221985"/>
                  <a:gd name="csY69" fmla="*/ 19555 h 22746"/>
                  <a:gd name="csX70" fmla="*/ 32238 w 221985"/>
                  <a:gd name="csY70" fmla="*/ 18923 h 22746"/>
                  <a:gd name="csX71" fmla="*/ 32778 w 221985"/>
                  <a:gd name="csY71" fmla="*/ 18355 h 22746"/>
                  <a:gd name="csX72" fmla="*/ 33221 w 221985"/>
                  <a:gd name="csY72" fmla="*/ 17912 h 22746"/>
                  <a:gd name="csX73" fmla="*/ 33761 w 221985"/>
                  <a:gd name="csY73" fmla="*/ 17818 h 22746"/>
                  <a:gd name="csX74" fmla="*/ 36488 w 221985"/>
                  <a:gd name="csY74" fmla="*/ 17818 h 22746"/>
                  <a:gd name="csX75" fmla="*/ 36995 w 221985"/>
                  <a:gd name="csY75" fmla="*/ 18007 h 22746"/>
                  <a:gd name="csX76" fmla="*/ 37186 w 221985"/>
                  <a:gd name="csY76" fmla="*/ 18481 h 22746"/>
                  <a:gd name="csX77" fmla="*/ 36646 w 221985"/>
                  <a:gd name="csY77" fmla="*/ 19713 h 22746"/>
                  <a:gd name="csX78" fmla="*/ 35251 w 221985"/>
                  <a:gd name="csY78" fmla="*/ 21135 h 22746"/>
                  <a:gd name="csX79" fmla="*/ 32936 w 221985"/>
                  <a:gd name="csY79" fmla="*/ 22304 h 22746"/>
                  <a:gd name="csX80" fmla="*/ 29797 w 221985"/>
                  <a:gd name="csY80" fmla="*/ 22746 h 22746"/>
                  <a:gd name="csX81" fmla="*/ 26308 w 221985"/>
                  <a:gd name="csY81" fmla="*/ 12795 h 22746"/>
                  <a:gd name="csX82" fmla="*/ 33317 w 221985"/>
                  <a:gd name="csY82" fmla="*/ 12795 h 22746"/>
                  <a:gd name="csX83" fmla="*/ 33317 w 221985"/>
                  <a:gd name="csY83" fmla="*/ 12700 h 22746"/>
                  <a:gd name="csX84" fmla="*/ 32904 w 221985"/>
                  <a:gd name="csY84" fmla="*/ 10552 h 22746"/>
                  <a:gd name="csX85" fmla="*/ 31699 w 221985"/>
                  <a:gd name="csY85" fmla="*/ 9098 h 22746"/>
                  <a:gd name="csX86" fmla="*/ 29797 w 221985"/>
                  <a:gd name="csY86" fmla="*/ 8561 h 22746"/>
                  <a:gd name="csX87" fmla="*/ 27894 w 221985"/>
                  <a:gd name="csY87" fmla="*/ 9098 h 22746"/>
                  <a:gd name="csX88" fmla="*/ 26689 w 221985"/>
                  <a:gd name="csY88" fmla="*/ 10552 h 22746"/>
                  <a:gd name="csX89" fmla="*/ 26308 w 221985"/>
                  <a:gd name="csY89" fmla="*/ 12700 h 22746"/>
                  <a:gd name="csX90" fmla="*/ 26308 w 221985"/>
                  <a:gd name="csY90" fmla="*/ 12795 h 22746"/>
                  <a:gd name="csX91" fmla="*/ 41757 w 221985"/>
                  <a:gd name="csY91" fmla="*/ 22430 h 22746"/>
                  <a:gd name="csX92" fmla="*/ 41218 w 221985"/>
                  <a:gd name="csY92" fmla="*/ 22209 h 22746"/>
                  <a:gd name="csX93" fmla="*/ 40996 w 221985"/>
                  <a:gd name="csY93" fmla="*/ 21672 h 22746"/>
                  <a:gd name="csX94" fmla="*/ 40996 w 221985"/>
                  <a:gd name="csY94" fmla="*/ 6761 h 22746"/>
                  <a:gd name="csX95" fmla="*/ 41218 w 221985"/>
                  <a:gd name="csY95" fmla="*/ 6224 h 22746"/>
                  <a:gd name="csX96" fmla="*/ 41757 w 221985"/>
                  <a:gd name="csY96" fmla="*/ 6002 h 22746"/>
                  <a:gd name="csX97" fmla="*/ 44230 w 221985"/>
                  <a:gd name="csY97" fmla="*/ 6002 h 22746"/>
                  <a:gd name="csX98" fmla="*/ 44769 w 221985"/>
                  <a:gd name="csY98" fmla="*/ 6224 h 22746"/>
                  <a:gd name="csX99" fmla="*/ 44992 w 221985"/>
                  <a:gd name="csY99" fmla="*/ 6761 h 22746"/>
                  <a:gd name="csX100" fmla="*/ 44992 w 221985"/>
                  <a:gd name="csY100" fmla="*/ 7835 h 22746"/>
                  <a:gd name="csX101" fmla="*/ 46767 w 221985"/>
                  <a:gd name="csY101" fmla="*/ 6350 h 22746"/>
                  <a:gd name="csX102" fmla="*/ 49463 w 221985"/>
                  <a:gd name="csY102" fmla="*/ 5687 h 22746"/>
                  <a:gd name="csX103" fmla="*/ 54505 w 221985"/>
                  <a:gd name="csY103" fmla="*/ 8498 h 22746"/>
                  <a:gd name="csX104" fmla="*/ 56598 w 221985"/>
                  <a:gd name="csY104" fmla="*/ 6476 h 22746"/>
                  <a:gd name="csX105" fmla="*/ 59675 w 221985"/>
                  <a:gd name="csY105" fmla="*/ 5687 h 22746"/>
                  <a:gd name="csX106" fmla="*/ 62656 w 221985"/>
                  <a:gd name="csY106" fmla="*/ 6445 h 22746"/>
                  <a:gd name="csX107" fmla="*/ 64780 w 221985"/>
                  <a:gd name="csY107" fmla="*/ 8751 h 22746"/>
                  <a:gd name="csX108" fmla="*/ 65573 w 221985"/>
                  <a:gd name="csY108" fmla="*/ 12605 h 22746"/>
                  <a:gd name="csX109" fmla="*/ 65573 w 221985"/>
                  <a:gd name="csY109" fmla="*/ 21672 h 22746"/>
                  <a:gd name="csX110" fmla="*/ 65351 w 221985"/>
                  <a:gd name="csY110" fmla="*/ 22209 h 22746"/>
                  <a:gd name="csX111" fmla="*/ 64812 w 221985"/>
                  <a:gd name="csY111" fmla="*/ 22430 h 22746"/>
                  <a:gd name="csX112" fmla="*/ 62212 w 221985"/>
                  <a:gd name="csY112" fmla="*/ 22430 h 22746"/>
                  <a:gd name="csX113" fmla="*/ 61672 w 221985"/>
                  <a:gd name="csY113" fmla="*/ 22209 h 22746"/>
                  <a:gd name="csX114" fmla="*/ 61451 w 221985"/>
                  <a:gd name="csY114" fmla="*/ 21672 h 22746"/>
                  <a:gd name="csX115" fmla="*/ 61451 w 221985"/>
                  <a:gd name="csY115" fmla="*/ 12858 h 22746"/>
                  <a:gd name="csX116" fmla="*/ 61038 w 221985"/>
                  <a:gd name="csY116" fmla="*/ 10615 h 22746"/>
                  <a:gd name="csX117" fmla="*/ 59928 w 221985"/>
                  <a:gd name="csY117" fmla="*/ 9414 h 22746"/>
                  <a:gd name="csX118" fmla="*/ 58374 w 221985"/>
                  <a:gd name="csY118" fmla="*/ 9067 h 22746"/>
                  <a:gd name="csX119" fmla="*/ 56979 w 221985"/>
                  <a:gd name="csY119" fmla="*/ 9414 h 22746"/>
                  <a:gd name="csX120" fmla="*/ 55837 w 221985"/>
                  <a:gd name="csY120" fmla="*/ 10615 h 22746"/>
                  <a:gd name="csX121" fmla="*/ 55393 w 221985"/>
                  <a:gd name="csY121" fmla="*/ 12858 h 22746"/>
                  <a:gd name="csX122" fmla="*/ 55393 w 221985"/>
                  <a:gd name="csY122" fmla="*/ 21672 h 22746"/>
                  <a:gd name="csX123" fmla="*/ 55171 w 221985"/>
                  <a:gd name="csY123" fmla="*/ 22209 h 22746"/>
                  <a:gd name="csX124" fmla="*/ 54632 w 221985"/>
                  <a:gd name="csY124" fmla="*/ 22430 h 22746"/>
                  <a:gd name="csX125" fmla="*/ 52032 w 221985"/>
                  <a:gd name="csY125" fmla="*/ 22430 h 22746"/>
                  <a:gd name="csX126" fmla="*/ 51461 w 221985"/>
                  <a:gd name="csY126" fmla="*/ 22209 h 22746"/>
                  <a:gd name="csX127" fmla="*/ 51271 w 221985"/>
                  <a:gd name="csY127" fmla="*/ 21672 h 22746"/>
                  <a:gd name="csX128" fmla="*/ 51271 w 221985"/>
                  <a:gd name="csY128" fmla="*/ 12858 h 22746"/>
                  <a:gd name="csX129" fmla="*/ 50827 w 221985"/>
                  <a:gd name="csY129" fmla="*/ 10615 h 22746"/>
                  <a:gd name="csX130" fmla="*/ 49685 w 221985"/>
                  <a:gd name="csY130" fmla="*/ 9414 h 22746"/>
                  <a:gd name="csX131" fmla="*/ 48195 w 221985"/>
                  <a:gd name="csY131" fmla="*/ 9067 h 22746"/>
                  <a:gd name="csX132" fmla="*/ 46767 w 221985"/>
                  <a:gd name="csY132" fmla="*/ 9446 h 22746"/>
                  <a:gd name="csX133" fmla="*/ 45626 w 221985"/>
                  <a:gd name="csY133" fmla="*/ 10615 h 22746"/>
                  <a:gd name="csX134" fmla="*/ 45182 w 221985"/>
                  <a:gd name="csY134" fmla="*/ 12858 h 22746"/>
                  <a:gd name="csX135" fmla="*/ 45182 w 221985"/>
                  <a:gd name="csY135" fmla="*/ 21672 h 22746"/>
                  <a:gd name="csX136" fmla="*/ 44960 w 221985"/>
                  <a:gd name="csY136" fmla="*/ 22209 h 22746"/>
                  <a:gd name="csX137" fmla="*/ 44421 w 221985"/>
                  <a:gd name="csY137" fmla="*/ 22430 h 22746"/>
                  <a:gd name="csX138" fmla="*/ 41757 w 221985"/>
                  <a:gd name="csY138" fmla="*/ 22430 h 22746"/>
                  <a:gd name="csX139" fmla="*/ 70751 w 221985"/>
                  <a:gd name="csY139" fmla="*/ 22430 h 22746"/>
                  <a:gd name="csX140" fmla="*/ 70212 w 221985"/>
                  <a:gd name="csY140" fmla="*/ 22209 h 22746"/>
                  <a:gd name="csX141" fmla="*/ 69990 w 221985"/>
                  <a:gd name="csY141" fmla="*/ 21672 h 22746"/>
                  <a:gd name="csX142" fmla="*/ 69990 w 221985"/>
                  <a:gd name="csY142" fmla="*/ 1106 h 22746"/>
                  <a:gd name="csX143" fmla="*/ 70212 w 221985"/>
                  <a:gd name="csY143" fmla="*/ 537 h 22746"/>
                  <a:gd name="csX144" fmla="*/ 70751 w 221985"/>
                  <a:gd name="csY144" fmla="*/ 316 h 22746"/>
                  <a:gd name="csX145" fmla="*/ 79251 w 221985"/>
                  <a:gd name="csY145" fmla="*/ 316 h 22746"/>
                  <a:gd name="csX146" fmla="*/ 83563 w 221985"/>
                  <a:gd name="csY146" fmla="*/ 1106 h 22746"/>
                  <a:gd name="csX147" fmla="*/ 86418 w 221985"/>
                  <a:gd name="csY147" fmla="*/ 3443 h 22746"/>
                  <a:gd name="csX148" fmla="*/ 87432 w 221985"/>
                  <a:gd name="csY148" fmla="*/ 7329 h 22746"/>
                  <a:gd name="csX149" fmla="*/ 86418 w 221985"/>
                  <a:gd name="csY149" fmla="*/ 11247 h 22746"/>
                  <a:gd name="csX150" fmla="*/ 83563 w 221985"/>
                  <a:gd name="csY150" fmla="*/ 13521 h 22746"/>
                  <a:gd name="csX151" fmla="*/ 79251 w 221985"/>
                  <a:gd name="csY151" fmla="*/ 14279 h 22746"/>
                  <a:gd name="csX152" fmla="*/ 74525 w 221985"/>
                  <a:gd name="csY152" fmla="*/ 14279 h 22746"/>
                  <a:gd name="csX153" fmla="*/ 74525 w 221985"/>
                  <a:gd name="csY153" fmla="*/ 21672 h 22746"/>
                  <a:gd name="csX154" fmla="*/ 74303 w 221985"/>
                  <a:gd name="csY154" fmla="*/ 22209 h 22746"/>
                  <a:gd name="csX155" fmla="*/ 73764 w 221985"/>
                  <a:gd name="csY155" fmla="*/ 22430 h 22746"/>
                  <a:gd name="csX156" fmla="*/ 70751 w 221985"/>
                  <a:gd name="csY156" fmla="*/ 22430 h 22746"/>
                  <a:gd name="csX157" fmla="*/ 74462 w 221985"/>
                  <a:gd name="csY157" fmla="*/ 10773 h 22746"/>
                  <a:gd name="csX158" fmla="*/ 79092 w 221985"/>
                  <a:gd name="csY158" fmla="*/ 10773 h 22746"/>
                  <a:gd name="csX159" fmla="*/ 81914 w 221985"/>
                  <a:gd name="csY159" fmla="*/ 9920 h 22746"/>
                  <a:gd name="csX160" fmla="*/ 82897 w 221985"/>
                  <a:gd name="csY160" fmla="*/ 7329 h 22746"/>
                  <a:gd name="csX161" fmla="*/ 81978 w 221985"/>
                  <a:gd name="csY161" fmla="*/ 4802 h 22746"/>
                  <a:gd name="csX162" fmla="*/ 79092 w 221985"/>
                  <a:gd name="csY162" fmla="*/ 3823 h 22746"/>
                  <a:gd name="csX163" fmla="*/ 74462 w 221985"/>
                  <a:gd name="csY163" fmla="*/ 3823 h 22746"/>
                  <a:gd name="csX164" fmla="*/ 74462 w 221985"/>
                  <a:gd name="csY164" fmla="*/ 10773 h 22746"/>
                  <a:gd name="csX165" fmla="*/ 91276 w 221985"/>
                  <a:gd name="csY165" fmla="*/ 22430 h 22746"/>
                  <a:gd name="csX166" fmla="*/ 90737 w 221985"/>
                  <a:gd name="csY166" fmla="*/ 22209 h 22746"/>
                  <a:gd name="csX167" fmla="*/ 90515 w 221985"/>
                  <a:gd name="csY167" fmla="*/ 21672 h 22746"/>
                  <a:gd name="csX168" fmla="*/ 90515 w 221985"/>
                  <a:gd name="csY168" fmla="*/ 6792 h 22746"/>
                  <a:gd name="csX169" fmla="*/ 90737 w 221985"/>
                  <a:gd name="csY169" fmla="*/ 6224 h 22746"/>
                  <a:gd name="csX170" fmla="*/ 91276 w 221985"/>
                  <a:gd name="csY170" fmla="*/ 6002 h 22746"/>
                  <a:gd name="csX171" fmla="*/ 93845 w 221985"/>
                  <a:gd name="csY171" fmla="*/ 6002 h 22746"/>
                  <a:gd name="csX172" fmla="*/ 94384 w 221985"/>
                  <a:gd name="csY172" fmla="*/ 6224 h 22746"/>
                  <a:gd name="csX173" fmla="*/ 94638 w 221985"/>
                  <a:gd name="csY173" fmla="*/ 6792 h 22746"/>
                  <a:gd name="csX174" fmla="*/ 94638 w 221985"/>
                  <a:gd name="csY174" fmla="*/ 8087 h 22746"/>
                  <a:gd name="csX175" fmla="*/ 96509 w 221985"/>
                  <a:gd name="csY175" fmla="*/ 6540 h 22746"/>
                  <a:gd name="csX176" fmla="*/ 99205 w 221985"/>
                  <a:gd name="csY176" fmla="*/ 6002 h 22746"/>
                  <a:gd name="csX177" fmla="*/ 100505 w 221985"/>
                  <a:gd name="csY177" fmla="*/ 6002 h 22746"/>
                  <a:gd name="csX178" fmla="*/ 101044 w 221985"/>
                  <a:gd name="csY178" fmla="*/ 6224 h 22746"/>
                  <a:gd name="csX179" fmla="*/ 101266 w 221985"/>
                  <a:gd name="csY179" fmla="*/ 6761 h 22746"/>
                  <a:gd name="csX180" fmla="*/ 101266 w 221985"/>
                  <a:gd name="csY180" fmla="*/ 9035 h 22746"/>
                  <a:gd name="csX181" fmla="*/ 101044 w 221985"/>
                  <a:gd name="csY181" fmla="*/ 9572 h 22746"/>
                  <a:gd name="csX182" fmla="*/ 100505 w 221985"/>
                  <a:gd name="csY182" fmla="*/ 9793 h 22746"/>
                  <a:gd name="csX183" fmla="*/ 98031 w 221985"/>
                  <a:gd name="csY183" fmla="*/ 9793 h 22746"/>
                  <a:gd name="csX184" fmla="*/ 95653 w 221985"/>
                  <a:gd name="csY184" fmla="*/ 10646 h 22746"/>
                  <a:gd name="csX185" fmla="*/ 94828 w 221985"/>
                  <a:gd name="csY185" fmla="*/ 12984 h 22746"/>
                  <a:gd name="csX186" fmla="*/ 94828 w 221985"/>
                  <a:gd name="csY186" fmla="*/ 21672 h 22746"/>
                  <a:gd name="csX187" fmla="*/ 94606 w 221985"/>
                  <a:gd name="csY187" fmla="*/ 22209 h 22746"/>
                  <a:gd name="csX188" fmla="*/ 94036 w 221985"/>
                  <a:gd name="csY188" fmla="*/ 22430 h 22746"/>
                  <a:gd name="csX189" fmla="*/ 91276 w 221985"/>
                  <a:gd name="csY189" fmla="*/ 22430 h 22746"/>
                  <a:gd name="csX190" fmla="*/ 110816 w 221985"/>
                  <a:gd name="csY190" fmla="*/ 22746 h 22746"/>
                  <a:gd name="csX191" fmla="*/ 106535 w 221985"/>
                  <a:gd name="csY191" fmla="*/ 21861 h 22746"/>
                  <a:gd name="csX192" fmla="*/ 103903 w 221985"/>
                  <a:gd name="csY192" fmla="*/ 19366 h 22746"/>
                  <a:gd name="csX193" fmla="*/ 102888 w 221985"/>
                  <a:gd name="csY193" fmla="*/ 15606 h 22746"/>
                  <a:gd name="csX194" fmla="*/ 102856 w 221985"/>
                  <a:gd name="csY194" fmla="*/ 14216 h 22746"/>
                  <a:gd name="csX195" fmla="*/ 102888 w 221985"/>
                  <a:gd name="csY195" fmla="*/ 12826 h 22746"/>
                  <a:gd name="csX196" fmla="*/ 103934 w 221985"/>
                  <a:gd name="csY196" fmla="*/ 9067 h 22746"/>
                  <a:gd name="csX197" fmla="*/ 106598 w 221985"/>
                  <a:gd name="csY197" fmla="*/ 6571 h 22746"/>
                  <a:gd name="csX198" fmla="*/ 110816 w 221985"/>
                  <a:gd name="csY198" fmla="*/ 5687 h 22746"/>
                  <a:gd name="csX199" fmla="*/ 115002 w 221985"/>
                  <a:gd name="csY199" fmla="*/ 6571 h 22746"/>
                  <a:gd name="csX200" fmla="*/ 117666 w 221985"/>
                  <a:gd name="csY200" fmla="*/ 9067 h 22746"/>
                  <a:gd name="csX201" fmla="*/ 118744 w 221985"/>
                  <a:gd name="csY201" fmla="*/ 12826 h 22746"/>
                  <a:gd name="csX202" fmla="*/ 118776 w 221985"/>
                  <a:gd name="csY202" fmla="*/ 14216 h 22746"/>
                  <a:gd name="csX203" fmla="*/ 118744 w 221985"/>
                  <a:gd name="csY203" fmla="*/ 15606 h 22746"/>
                  <a:gd name="csX204" fmla="*/ 117698 w 221985"/>
                  <a:gd name="csY204" fmla="*/ 19366 h 22746"/>
                  <a:gd name="csX205" fmla="*/ 115066 w 221985"/>
                  <a:gd name="csY205" fmla="*/ 21861 h 22746"/>
                  <a:gd name="csX206" fmla="*/ 110816 w 221985"/>
                  <a:gd name="csY206" fmla="*/ 22746 h 22746"/>
                  <a:gd name="csX207" fmla="*/ 110816 w 221985"/>
                  <a:gd name="csY207" fmla="*/ 19619 h 22746"/>
                  <a:gd name="csX208" fmla="*/ 113417 w 221985"/>
                  <a:gd name="csY208" fmla="*/ 18576 h 22746"/>
                  <a:gd name="csX209" fmla="*/ 114431 w 221985"/>
                  <a:gd name="csY209" fmla="*/ 15448 h 22746"/>
                  <a:gd name="csX210" fmla="*/ 114463 w 221985"/>
                  <a:gd name="csY210" fmla="*/ 14216 h 22746"/>
                  <a:gd name="csX211" fmla="*/ 114431 w 221985"/>
                  <a:gd name="csY211" fmla="*/ 12984 h 22746"/>
                  <a:gd name="csX212" fmla="*/ 113417 w 221985"/>
                  <a:gd name="csY212" fmla="*/ 9888 h 22746"/>
                  <a:gd name="csX213" fmla="*/ 110816 w 221985"/>
                  <a:gd name="csY213" fmla="*/ 8814 h 22746"/>
                  <a:gd name="csX214" fmla="*/ 108216 w 221985"/>
                  <a:gd name="csY214" fmla="*/ 9888 h 22746"/>
                  <a:gd name="csX215" fmla="*/ 107201 w 221985"/>
                  <a:gd name="csY215" fmla="*/ 12984 h 22746"/>
                  <a:gd name="csX216" fmla="*/ 107169 w 221985"/>
                  <a:gd name="csY216" fmla="*/ 14216 h 22746"/>
                  <a:gd name="csX217" fmla="*/ 107201 w 221985"/>
                  <a:gd name="csY217" fmla="*/ 15448 h 22746"/>
                  <a:gd name="csX218" fmla="*/ 108216 w 221985"/>
                  <a:gd name="csY218" fmla="*/ 18576 h 22746"/>
                  <a:gd name="csX219" fmla="*/ 110816 w 221985"/>
                  <a:gd name="csY219" fmla="*/ 19619 h 22746"/>
                  <a:gd name="csX220" fmla="*/ 129425 w 221985"/>
                  <a:gd name="csY220" fmla="*/ 22746 h 22746"/>
                  <a:gd name="csX221" fmla="*/ 125397 w 221985"/>
                  <a:gd name="csY221" fmla="*/ 21893 h 22746"/>
                  <a:gd name="csX222" fmla="*/ 122702 w 221985"/>
                  <a:gd name="csY222" fmla="*/ 19429 h 22746"/>
                  <a:gd name="csX223" fmla="*/ 121655 w 221985"/>
                  <a:gd name="csY223" fmla="*/ 15480 h 22746"/>
                  <a:gd name="csX224" fmla="*/ 121623 w 221985"/>
                  <a:gd name="csY224" fmla="*/ 14248 h 22746"/>
                  <a:gd name="csX225" fmla="*/ 121655 w 221985"/>
                  <a:gd name="csY225" fmla="*/ 12953 h 22746"/>
                  <a:gd name="csX226" fmla="*/ 122702 w 221985"/>
                  <a:gd name="csY226" fmla="*/ 9035 h 22746"/>
                  <a:gd name="csX227" fmla="*/ 125397 w 221985"/>
                  <a:gd name="csY227" fmla="*/ 6540 h 22746"/>
                  <a:gd name="csX228" fmla="*/ 129425 w 221985"/>
                  <a:gd name="csY228" fmla="*/ 5687 h 22746"/>
                  <a:gd name="csX229" fmla="*/ 132882 w 221985"/>
                  <a:gd name="csY229" fmla="*/ 6255 h 22746"/>
                  <a:gd name="csX230" fmla="*/ 135228 w 221985"/>
                  <a:gd name="csY230" fmla="*/ 7677 h 22746"/>
                  <a:gd name="csX231" fmla="*/ 136592 w 221985"/>
                  <a:gd name="csY231" fmla="*/ 9478 h 22746"/>
                  <a:gd name="csX232" fmla="*/ 137099 w 221985"/>
                  <a:gd name="csY232" fmla="*/ 11152 h 22746"/>
                  <a:gd name="csX233" fmla="*/ 136877 w 221985"/>
                  <a:gd name="csY233" fmla="*/ 11721 h 22746"/>
                  <a:gd name="csX234" fmla="*/ 136338 w 221985"/>
                  <a:gd name="csY234" fmla="*/ 11910 h 22746"/>
                  <a:gd name="csX235" fmla="*/ 133548 w 221985"/>
                  <a:gd name="csY235" fmla="*/ 11910 h 22746"/>
                  <a:gd name="csX236" fmla="*/ 133040 w 221985"/>
                  <a:gd name="csY236" fmla="*/ 11752 h 22746"/>
                  <a:gd name="csX237" fmla="*/ 132723 w 221985"/>
                  <a:gd name="csY237" fmla="*/ 11278 h 22746"/>
                  <a:gd name="csX238" fmla="*/ 131454 w 221985"/>
                  <a:gd name="csY238" fmla="*/ 9509 h 22746"/>
                  <a:gd name="csX239" fmla="*/ 129488 w 221985"/>
                  <a:gd name="csY239" fmla="*/ 8972 h 22746"/>
                  <a:gd name="csX240" fmla="*/ 126951 w 221985"/>
                  <a:gd name="csY240" fmla="*/ 9983 h 22746"/>
                  <a:gd name="csX241" fmla="*/ 125968 w 221985"/>
                  <a:gd name="csY241" fmla="*/ 13111 h 22746"/>
                  <a:gd name="csX242" fmla="*/ 125968 w 221985"/>
                  <a:gd name="csY242" fmla="*/ 15322 h 22746"/>
                  <a:gd name="csX243" fmla="*/ 126951 w 221985"/>
                  <a:gd name="csY243" fmla="*/ 18481 h 22746"/>
                  <a:gd name="csX244" fmla="*/ 129488 w 221985"/>
                  <a:gd name="csY244" fmla="*/ 19461 h 22746"/>
                  <a:gd name="csX245" fmla="*/ 131486 w 221985"/>
                  <a:gd name="csY245" fmla="*/ 18955 h 22746"/>
                  <a:gd name="csX246" fmla="*/ 132723 w 221985"/>
                  <a:gd name="csY246" fmla="*/ 17154 h 22746"/>
                  <a:gd name="csX247" fmla="*/ 133040 w 221985"/>
                  <a:gd name="csY247" fmla="*/ 16680 h 22746"/>
                  <a:gd name="csX248" fmla="*/ 133548 w 221985"/>
                  <a:gd name="csY248" fmla="*/ 16523 h 22746"/>
                  <a:gd name="csX249" fmla="*/ 136338 w 221985"/>
                  <a:gd name="csY249" fmla="*/ 16523 h 22746"/>
                  <a:gd name="csX250" fmla="*/ 136877 w 221985"/>
                  <a:gd name="csY250" fmla="*/ 16744 h 22746"/>
                  <a:gd name="csX251" fmla="*/ 137099 w 221985"/>
                  <a:gd name="csY251" fmla="*/ 17281 h 22746"/>
                  <a:gd name="csX252" fmla="*/ 136782 w 221985"/>
                  <a:gd name="csY252" fmla="*/ 18576 h 22746"/>
                  <a:gd name="csX253" fmla="*/ 135926 w 221985"/>
                  <a:gd name="csY253" fmla="*/ 20029 h 22746"/>
                  <a:gd name="csX254" fmla="*/ 134467 w 221985"/>
                  <a:gd name="csY254" fmla="*/ 21388 h 22746"/>
                  <a:gd name="csX255" fmla="*/ 132311 w 221985"/>
                  <a:gd name="csY255" fmla="*/ 22367 h 22746"/>
                  <a:gd name="csX256" fmla="*/ 129425 w 221985"/>
                  <a:gd name="csY256" fmla="*/ 22746 h 22746"/>
                  <a:gd name="csX257" fmla="*/ 147510 w 221985"/>
                  <a:gd name="csY257" fmla="*/ 22746 h 22746"/>
                  <a:gd name="csX258" fmla="*/ 141929 w 221985"/>
                  <a:gd name="csY258" fmla="*/ 20724 h 22746"/>
                  <a:gd name="csX259" fmla="*/ 139709 w 221985"/>
                  <a:gd name="csY259" fmla="*/ 14974 h 22746"/>
                  <a:gd name="csX260" fmla="*/ 139677 w 221985"/>
                  <a:gd name="csY260" fmla="*/ 14185 h 22746"/>
                  <a:gd name="csX261" fmla="*/ 139709 w 221985"/>
                  <a:gd name="csY261" fmla="*/ 13395 h 22746"/>
                  <a:gd name="csX262" fmla="*/ 140787 w 221985"/>
                  <a:gd name="csY262" fmla="*/ 9288 h 22746"/>
                  <a:gd name="csX263" fmla="*/ 143483 w 221985"/>
                  <a:gd name="csY263" fmla="*/ 6634 h 22746"/>
                  <a:gd name="csX264" fmla="*/ 147510 w 221985"/>
                  <a:gd name="csY264" fmla="*/ 5687 h 22746"/>
                  <a:gd name="csX265" fmla="*/ 151823 w 221985"/>
                  <a:gd name="csY265" fmla="*/ 6761 h 22746"/>
                  <a:gd name="csX266" fmla="*/ 154455 w 221985"/>
                  <a:gd name="csY266" fmla="*/ 9699 h 22746"/>
                  <a:gd name="csX267" fmla="*/ 155343 w 221985"/>
                  <a:gd name="csY267" fmla="*/ 14027 h 22746"/>
                  <a:gd name="csX268" fmla="*/ 155343 w 221985"/>
                  <a:gd name="csY268" fmla="*/ 14690 h 22746"/>
                  <a:gd name="csX269" fmla="*/ 155121 w 221985"/>
                  <a:gd name="csY269" fmla="*/ 15227 h 22746"/>
                  <a:gd name="csX270" fmla="*/ 154551 w 221985"/>
                  <a:gd name="csY270" fmla="*/ 15448 h 22746"/>
                  <a:gd name="csX271" fmla="*/ 144022 w 221985"/>
                  <a:gd name="csY271" fmla="*/ 15448 h 22746"/>
                  <a:gd name="csX272" fmla="*/ 144022 w 221985"/>
                  <a:gd name="csY272" fmla="*/ 15543 h 22746"/>
                  <a:gd name="csX273" fmla="*/ 144022 w 221985"/>
                  <a:gd name="csY273" fmla="*/ 15701 h 22746"/>
                  <a:gd name="csX274" fmla="*/ 144434 w 221985"/>
                  <a:gd name="csY274" fmla="*/ 17755 h 22746"/>
                  <a:gd name="csX275" fmla="*/ 145608 w 221985"/>
                  <a:gd name="csY275" fmla="*/ 19239 h 22746"/>
                  <a:gd name="csX276" fmla="*/ 147479 w 221985"/>
                  <a:gd name="csY276" fmla="*/ 19808 h 22746"/>
                  <a:gd name="csX277" fmla="*/ 148969 w 221985"/>
                  <a:gd name="csY277" fmla="*/ 19555 h 22746"/>
                  <a:gd name="csX278" fmla="*/ 149952 w 221985"/>
                  <a:gd name="csY278" fmla="*/ 18923 h 22746"/>
                  <a:gd name="csX279" fmla="*/ 150491 w 221985"/>
                  <a:gd name="csY279" fmla="*/ 18355 h 22746"/>
                  <a:gd name="csX280" fmla="*/ 150935 w 221985"/>
                  <a:gd name="csY280" fmla="*/ 17912 h 22746"/>
                  <a:gd name="csX281" fmla="*/ 151474 w 221985"/>
                  <a:gd name="csY281" fmla="*/ 17818 h 22746"/>
                  <a:gd name="csX282" fmla="*/ 154202 w 221985"/>
                  <a:gd name="csY282" fmla="*/ 17818 h 22746"/>
                  <a:gd name="csX283" fmla="*/ 154709 w 221985"/>
                  <a:gd name="csY283" fmla="*/ 18007 h 22746"/>
                  <a:gd name="csX284" fmla="*/ 154899 w 221985"/>
                  <a:gd name="csY284" fmla="*/ 18481 h 22746"/>
                  <a:gd name="csX285" fmla="*/ 154360 w 221985"/>
                  <a:gd name="csY285" fmla="*/ 19713 h 22746"/>
                  <a:gd name="csX286" fmla="*/ 152965 w 221985"/>
                  <a:gd name="csY286" fmla="*/ 21135 h 22746"/>
                  <a:gd name="csX287" fmla="*/ 150650 w 221985"/>
                  <a:gd name="csY287" fmla="*/ 22304 h 22746"/>
                  <a:gd name="csX288" fmla="*/ 147510 w 221985"/>
                  <a:gd name="csY288" fmla="*/ 22746 h 22746"/>
                  <a:gd name="csX289" fmla="*/ 144022 w 221985"/>
                  <a:gd name="csY289" fmla="*/ 12795 h 22746"/>
                  <a:gd name="csX290" fmla="*/ 151030 w 221985"/>
                  <a:gd name="csY290" fmla="*/ 12795 h 22746"/>
                  <a:gd name="csX291" fmla="*/ 151030 w 221985"/>
                  <a:gd name="csY291" fmla="*/ 12700 h 22746"/>
                  <a:gd name="csX292" fmla="*/ 150618 w 221985"/>
                  <a:gd name="csY292" fmla="*/ 10552 h 22746"/>
                  <a:gd name="csX293" fmla="*/ 149413 w 221985"/>
                  <a:gd name="csY293" fmla="*/ 9098 h 22746"/>
                  <a:gd name="csX294" fmla="*/ 147510 w 221985"/>
                  <a:gd name="csY294" fmla="*/ 8561 h 22746"/>
                  <a:gd name="csX295" fmla="*/ 145608 w 221985"/>
                  <a:gd name="csY295" fmla="*/ 9098 h 22746"/>
                  <a:gd name="csX296" fmla="*/ 144402 w 221985"/>
                  <a:gd name="csY296" fmla="*/ 10552 h 22746"/>
                  <a:gd name="csX297" fmla="*/ 144022 w 221985"/>
                  <a:gd name="csY297" fmla="*/ 12700 h 22746"/>
                  <a:gd name="csX298" fmla="*/ 144022 w 221985"/>
                  <a:gd name="csY298" fmla="*/ 12795 h 22746"/>
                  <a:gd name="csX299" fmla="*/ 164957 w 221985"/>
                  <a:gd name="csY299" fmla="*/ 22746 h 22746"/>
                  <a:gd name="csX300" fmla="*/ 161690 w 221985"/>
                  <a:gd name="csY300" fmla="*/ 22304 h 22746"/>
                  <a:gd name="csX301" fmla="*/ 159502 w 221985"/>
                  <a:gd name="csY301" fmla="*/ 21198 h 22746"/>
                  <a:gd name="csX302" fmla="*/ 158234 w 221985"/>
                  <a:gd name="csY302" fmla="*/ 19871 h 22746"/>
                  <a:gd name="csX303" fmla="*/ 157790 w 221985"/>
                  <a:gd name="csY303" fmla="*/ 18765 h 22746"/>
                  <a:gd name="csX304" fmla="*/ 157980 w 221985"/>
                  <a:gd name="csY304" fmla="*/ 18228 h 22746"/>
                  <a:gd name="csX305" fmla="*/ 158519 w 221985"/>
                  <a:gd name="csY305" fmla="*/ 18007 h 22746"/>
                  <a:gd name="csX306" fmla="*/ 161025 w 221985"/>
                  <a:gd name="csY306" fmla="*/ 18007 h 22746"/>
                  <a:gd name="csX307" fmla="*/ 161246 w 221985"/>
                  <a:gd name="csY307" fmla="*/ 18039 h 22746"/>
                  <a:gd name="csX308" fmla="*/ 161500 w 221985"/>
                  <a:gd name="csY308" fmla="*/ 18228 h 22746"/>
                  <a:gd name="csX309" fmla="*/ 162356 w 221985"/>
                  <a:gd name="csY309" fmla="*/ 18955 h 22746"/>
                  <a:gd name="csX310" fmla="*/ 163466 w 221985"/>
                  <a:gd name="csY310" fmla="*/ 19619 h 22746"/>
                  <a:gd name="csX311" fmla="*/ 165052 w 221985"/>
                  <a:gd name="csY311" fmla="*/ 19871 h 22746"/>
                  <a:gd name="csX312" fmla="*/ 167113 w 221985"/>
                  <a:gd name="csY312" fmla="*/ 19397 h 22746"/>
                  <a:gd name="csX313" fmla="*/ 167970 w 221985"/>
                  <a:gd name="csY313" fmla="*/ 17976 h 22746"/>
                  <a:gd name="csX314" fmla="*/ 167589 w 221985"/>
                  <a:gd name="csY314" fmla="*/ 16902 h 22746"/>
                  <a:gd name="csX315" fmla="*/ 166257 w 221985"/>
                  <a:gd name="csY315" fmla="*/ 16175 h 22746"/>
                  <a:gd name="csX316" fmla="*/ 163466 w 221985"/>
                  <a:gd name="csY316" fmla="*/ 15448 h 22746"/>
                  <a:gd name="csX317" fmla="*/ 160517 w 221985"/>
                  <a:gd name="csY317" fmla="*/ 14406 h 22746"/>
                  <a:gd name="csX318" fmla="*/ 158773 w 221985"/>
                  <a:gd name="csY318" fmla="*/ 12826 h 22746"/>
                  <a:gd name="csX319" fmla="*/ 158202 w 221985"/>
                  <a:gd name="csY319" fmla="*/ 10615 h 22746"/>
                  <a:gd name="csX320" fmla="*/ 158931 w 221985"/>
                  <a:gd name="csY320" fmla="*/ 8277 h 22746"/>
                  <a:gd name="csX321" fmla="*/ 161151 w 221985"/>
                  <a:gd name="csY321" fmla="*/ 6413 h 22746"/>
                  <a:gd name="csX322" fmla="*/ 164830 w 221985"/>
                  <a:gd name="csY322" fmla="*/ 5687 h 22746"/>
                  <a:gd name="csX323" fmla="*/ 167811 w 221985"/>
                  <a:gd name="csY323" fmla="*/ 6129 h 22746"/>
                  <a:gd name="csX324" fmla="*/ 169904 w 221985"/>
                  <a:gd name="csY324" fmla="*/ 7171 h 22746"/>
                  <a:gd name="csX325" fmla="*/ 171204 w 221985"/>
                  <a:gd name="csY325" fmla="*/ 8467 h 22746"/>
                  <a:gd name="csX326" fmla="*/ 171680 w 221985"/>
                  <a:gd name="csY326" fmla="*/ 9572 h 22746"/>
                  <a:gd name="csX327" fmla="*/ 171490 w 221985"/>
                  <a:gd name="csY327" fmla="*/ 10141 h 22746"/>
                  <a:gd name="csX328" fmla="*/ 170982 w 221985"/>
                  <a:gd name="csY328" fmla="*/ 10330 h 22746"/>
                  <a:gd name="csX329" fmla="*/ 168636 w 221985"/>
                  <a:gd name="csY329" fmla="*/ 10330 h 22746"/>
                  <a:gd name="csX330" fmla="*/ 168350 w 221985"/>
                  <a:gd name="csY330" fmla="*/ 10267 h 22746"/>
                  <a:gd name="csX331" fmla="*/ 168096 w 221985"/>
                  <a:gd name="csY331" fmla="*/ 10109 h 22746"/>
                  <a:gd name="csX332" fmla="*/ 167335 w 221985"/>
                  <a:gd name="csY332" fmla="*/ 9446 h 22746"/>
                  <a:gd name="csX333" fmla="*/ 166321 w 221985"/>
                  <a:gd name="csY333" fmla="*/ 8846 h 22746"/>
                  <a:gd name="csX334" fmla="*/ 164798 w 221985"/>
                  <a:gd name="csY334" fmla="*/ 8561 h 22746"/>
                  <a:gd name="csX335" fmla="*/ 162959 w 221985"/>
                  <a:gd name="csY335" fmla="*/ 9098 h 22746"/>
                  <a:gd name="csX336" fmla="*/ 162325 w 221985"/>
                  <a:gd name="csY336" fmla="*/ 10394 h 22746"/>
                  <a:gd name="csX337" fmla="*/ 162610 w 221985"/>
                  <a:gd name="csY337" fmla="*/ 11341 h 22746"/>
                  <a:gd name="csX338" fmla="*/ 163847 w 221985"/>
                  <a:gd name="csY338" fmla="*/ 12068 h 22746"/>
                  <a:gd name="csX339" fmla="*/ 166638 w 221985"/>
                  <a:gd name="csY339" fmla="*/ 12795 h 22746"/>
                  <a:gd name="csX340" fmla="*/ 169999 w 221985"/>
                  <a:gd name="csY340" fmla="*/ 13932 h 22746"/>
                  <a:gd name="csX341" fmla="*/ 171775 w 221985"/>
                  <a:gd name="csY341" fmla="*/ 15638 h 22746"/>
                  <a:gd name="csX342" fmla="*/ 172314 w 221985"/>
                  <a:gd name="csY342" fmla="*/ 17755 h 22746"/>
                  <a:gd name="csX343" fmla="*/ 171458 w 221985"/>
                  <a:gd name="csY343" fmla="*/ 20314 h 22746"/>
                  <a:gd name="csX344" fmla="*/ 168984 w 221985"/>
                  <a:gd name="csY344" fmla="*/ 22114 h 22746"/>
                  <a:gd name="csX345" fmla="*/ 164957 w 221985"/>
                  <a:gd name="csY345" fmla="*/ 22746 h 22746"/>
                  <a:gd name="csX346" fmla="*/ 181837 w 221985"/>
                  <a:gd name="csY346" fmla="*/ 22746 h 22746"/>
                  <a:gd name="csX347" fmla="*/ 178571 w 221985"/>
                  <a:gd name="csY347" fmla="*/ 22304 h 22746"/>
                  <a:gd name="csX348" fmla="*/ 176383 w 221985"/>
                  <a:gd name="csY348" fmla="*/ 21198 h 22746"/>
                  <a:gd name="csX349" fmla="*/ 175114 w 221985"/>
                  <a:gd name="csY349" fmla="*/ 19871 h 22746"/>
                  <a:gd name="csX350" fmla="*/ 174670 w 221985"/>
                  <a:gd name="csY350" fmla="*/ 18765 h 22746"/>
                  <a:gd name="csX351" fmla="*/ 174860 w 221985"/>
                  <a:gd name="csY351" fmla="*/ 18228 h 22746"/>
                  <a:gd name="csX352" fmla="*/ 175399 w 221985"/>
                  <a:gd name="csY352" fmla="*/ 18007 h 22746"/>
                  <a:gd name="csX353" fmla="*/ 177905 w 221985"/>
                  <a:gd name="csY353" fmla="*/ 18007 h 22746"/>
                  <a:gd name="csX354" fmla="*/ 178127 w 221985"/>
                  <a:gd name="csY354" fmla="*/ 18039 h 22746"/>
                  <a:gd name="csX355" fmla="*/ 178380 w 221985"/>
                  <a:gd name="csY355" fmla="*/ 18228 h 22746"/>
                  <a:gd name="csX356" fmla="*/ 179237 w 221985"/>
                  <a:gd name="csY356" fmla="*/ 18955 h 22746"/>
                  <a:gd name="csX357" fmla="*/ 180347 w 221985"/>
                  <a:gd name="csY357" fmla="*/ 19619 h 22746"/>
                  <a:gd name="csX358" fmla="*/ 181932 w 221985"/>
                  <a:gd name="csY358" fmla="*/ 19871 h 22746"/>
                  <a:gd name="csX359" fmla="*/ 183994 w 221985"/>
                  <a:gd name="csY359" fmla="*/ 19397 h 22746"/>
                  <a:gd name="csX360" fmla="*/ 184850 w 221985"/>
                  <a:gd name="csY360" fmla="*/ 17976 h 22746"/>
                  <a:gd name="csX361" fmla="*/ 184469 w 221985"/>
                  <a:gd name="csY361" fmla="*/ 16902 h 22746"/>
                  <a:gd name="csX362" fmla="*/ 183137 w 221985"/>
                  <a:gd name="csY362" fmla="*/ 16175 h 22746"/>
                  <a:gd name="csX363" fmla="*/ 180347 w 221985"/>
                  <a:gd name="csY363" fmla="*/ 15448 h 22746"/>
                  <a:gd name="csX364" fmla="*/ 177397 w 221985"/>
                  <a:gd name="csY364" fmla="*/ 14406 h 22746"/>
                  <a:gd name="csX365" fmla="*/ 175653 w 221985"/>
                  <a:gd name="csY365" fmla="*/ 12826 h 22746"/>
                  <a:gd name="csX366" fmla="*/ 175082 w 221985"/>
                  <a:gd name="csY366" fmla="*/ 10615 h 22746"/>
                  <a:gd name="csX367" fmla="*/ 175812 w 221985"/>
                  <a:gd name="csY367" fmla="*/ 8277 h 22746"/>
                  <a:gd name="csX368" fmla="*/ 178032 w 221985"/>
                  <a:gd name="csY368" fmla="*/ 6413 h 22746"/>
                  <a:gd name="csX369" fmla="*/ 181710 w 221985"/>
                  <a:gd name="csY369" fmla="*/ 5687 h 22746"/>
                  <a:gd name="csX370" fmla="*/ 184691 w 221985"/>
                  <a:gd name="csY370" fmla="*/ 6129 h 22746"/>
                  <a:gd name="csX371" fmla="*/ 186784 w 221985"/>
                  <a:gd name="csY371" fmla="*/ 7171 h 22746"/>
                  <a:gd name="csX372" fmla="*/ 188085 w 221985"/>
                  <a:gd name="csY372" fmla="*/ 8467 h 22746"/>
                  <a:gd name="csX373" fmla="*/ 188560 w 221985"/>
                  <a:gd name="csY373" fmla="*/ 9572 h 22746"/>
                  <a:gd name="csX374" fmla="*/ 188370 w 221985"/>
                  <a:gd name="csY374" fmla="*/ 10141 h 22746"/>
                  <a:gd name="csX375" fmla="*/ 187863 w 221985"/>
                  <a:gd name="csY375" fmla="*/ 10330 h 22746"/>
                  <a:gd name="csX376" fmla="*/ 185516 w 221985"/>
                  <a:gd name="csY376" fmla="*/ 10330 h 22746"/>
                  <a:gd name="csX377" fmla="*/ 185231 w 221985"/>
                  <a:gd name="csY377" fmla="*/ 10267 h 22746"/>
                  <a:gd name="csX378" fmla="*/ 184977 w 221985"/>
                  <a:gd name="csY378" fmla="*/ 10109 h 22746"/>
                  <a:gd name="csX379" fmla="*/ 184216 w 221985"/>
                  <a:gd name="csY379" fmla="*/ 9446 h 22746"/>
                  <a:gd name="csX380" fmla="*/ 183201 w 221985"/>
                  <a:gd name="csY380" fmla="*/ 8846 h 22746"/>
                  <a:gd name="csX381" fmla="*/ 181679 w 221985"/>
                  <a:gd name="csY381" fmla="*/ 8561 h 22746"/>
                  <a:gd name="csX382" fmla="*/ 179839 w 221985"/>
                  <a:gd name="csY382" fmla="*/ 9098 h 22746"/>
                  <a:gd name="csX383" fmla="*/ 179205 w 221985"/>
                  <a:gd name="csY383" fmla="*/ 10394 h 22746"/>
                  <a:gd name="csX384" fmla="*/ 179490 w 221985"/>
                  <a:gd name="csY384" fmla="*/ 11341 h 22746"/>
                  <a:gd name="csX385" fmla="*/ 180727 w 221985"/>
                  <a:gd name="csY385" fmla="*/ 12068 h 22746"/>
                  <a:gd name="csX386" fmla="*/ 183518 w 221985"/>
                  <a:gd name="csY386" fmla="*/ 12795 h 22746"/>
                  <a:gd name="csX387" fmla="*/ 186880 w 221985"/>
                  <a:gd name="csY387" fmla="*/ 13932 h 22746"/>
                  <a:gd name="csX388" fmla="*/ 188655 w 221985"/>
                  <a:gd name="csY388" fmla="*/ 15638 h 22746"/>
                  <a:gd name="csX389" fmla="*/ 189195 w 221985"/>
                  <a:gd name="csY389" fmla="*/ 17755 h 22746"/>
                  <a:gd name="csX390" fmla="*/ 188338 w 221985"/>
                  <a:gd name="csY390" fmla="*/ 20314 h 22746"/>
                  <a:gd name="csX391" fmla="*/ 185865 w 221985"/>
                  <a:gd name="csY391" fmla="*/ 22114 h 22746"/>
                  <a:gd name="csX392" fmla="*/ 181837 w 221985"/>
                  <a:gd name="csY392" fmla="*/ 22746 h 22746"/>
                  <a:gd name="csX393" fmla="*/ 199762 w 221985"/>
                  <a:gd name="csY393" fmla="*/ 22746 h 22746"/>
                  <a:gd name="csX394" fmla="*/ 195481 w 221985"/>
                  <a:gd name="csY394" fmla="*/ 21861 h 22746"/>
                  <a:gd name="csX395" fmla="*/ 192848 w 221985"/>
                  <a:gd name="csY395" fmla="*/ 19366 h 22746"/>
                  <a:gd name="csX396" fmla="*/ 191834 w 221985"/>
                  <a:gd name="csY396" fmla="*/ 15606 h 22746"/>
                  <a:gd name="csX397" fmla="*/ 191802 w 221985"/>
                  <a:gd name="csY397" fmla="*/ 14216 h 22746"/>
                  <a:gd name="csX398" fmla="*/ 191834 w 221985"/>
                  <a:gd name="csY398" fmla="*/ 12826 h 22746"/>
                  <a:gd name="csX399" fmla="*/ 192880 w 221985"/>
                  <a:gd name="csY399" fmla="*/ 9067 h 22746"/>
                  <a:gd name="csX400" fmla="*/ 195544 w 221985"/>
                  <a:gd name="csY400" fmla="*/ 6571 h 22746"/>
                  <a:gd name="csX401" fmla="*/ 199762 w 221985"/>
                  <a:gd name="csY401" fmla="*/ 5687 h 22746"/>
                  <a:gd name="csX402" fmla="*/ 203948 w 221985"/>
                  <a:gd name="csY402" fmla="*/ 6571 h 22746"/>
                  <a:gd name="csX403" fmla="*/ 206612 w 221985"/>
                  <a:gd name="csY403" fmla="*/ 9067 h 22746"/>
                  <a:gd name="csX404" fmla="*/ 207690 w 221985"/>
                  <a:gd name="csY404" fmla="*/ 12826 h 22746"/>
                  <a:gd name="csX405" fmla="*/ 207722 w 221985"/>
                  <a:gd name="csY405" fmla="*/ 14216 h 22746"/>
                  <a:gd name="csX406" fmla="*/ 207690 w 221985"/>
                  <a:gd name="csY406" fmla="*/ 15606 h 22746"/>
                  <a:gd name="csX407" fmla="*/ 206643 w 221985"/>
                  <a:gd name="csY407" fmla="*/ 19366 h 22746"/>
                  <a:gd name="csX408" fmla="*/ 204011 w 221985"/>
                  <a:gd name="csY408" fmla="*/ 21861 h 22746"/>
                  <a:gd name="csX409" fmla="*/ 199762 w 221985"/>
                  <a:gd name="csY409" fmla="*/ 22746 h 22746"/>
                  <a:gd name="csX410" fmla="*/ 199762 w 221985"/>
                  <a:gd name="csY410" fmla="*/ 19619 h 22746"/>
                  <a:gd name="csX411" fmla="*/ 202362 w 221985"/>
                  <a:gd name="csY411" fmla="*/ 18576 h 22746"/>
                  <a:gd name="csX412" fmla="*/ 203377 w 221985"/>
                  <a:gd name="csY412" fmla="*/ 15448 h 22746"/>
                  <a:gd name="csX413" fmla="*/ 203409 w 221985"/>
                  <a:gd name="csY413" fmla="*/ 14216 h 22746"/>
                  <a:gd name="csX414" fmla="*/ 203377 w 221985"/>
                  <a:gd name="csY414" fmla="*/ 12984 h 22746"/>
                  <a:gd name="csX415" fmla="*/ 202362 w 221985"/>
                  <a:gd name="csY415" fmla="*/ 9888 h 22746"/>
                  <a:gd name="csX416" fmla="*/ 199762 w 221985"/>
                  <a:gd name="csY416" fmla="*/ 8814 h 22746"/>
                  <a:gd name="csX417" fmla="*/ 197161 w 221985"/>
                  <a:gd name="csY417" fmla="*/ 9888 h 22746"/>
                  <a:gd name="csX418" fmla="*/ 196147 w 221985"/>
                  <a:gd name="csY418" fmla="*/ 12984 h 22746"/>
                  <a:gd name="csX419" fmla="*/ 196115 w 221985"/>
                  <a:gd name="csY419" fmla="*/ 14216 h 22746"/>
                  <a:gd name="csX420" fmla="*/ 196147 w 221985"/>
                  <a:gd name="csY420" fmla="*/ 15448 h 22746"/>
                  <a:gd name="csX421" fmla="*/ 197161 w 221985"/>
                  <a:gd name="csY421" fmla="*/ 18576 h 22746"/>
                  <a:gd name="csX422" fmla="*/ 199762 w 221985"/>
                  <a:gd name="csY422" fmla="*/ 19619 h 22746"/>
                  <a:gd name="csX423" fmla="*/ 211996 w 221985"/>
                  <a:gd name="csY423" fmla="*/ 22430 h 22746"/>
                  <a:gd name="csX424" fmla="*/ 211457 w 221985"/>
                  <a:gd name="csY424" fmla="*/ 22209 h 22746"/>
                  <a:gd name="csX425" fmla="*/ 211235 w 221985"/>
                  <a:gd name="csY425" fmla="*/ 21672 h 22746"/>
                  <a:gd name="csX426" fmla="*/ 211235 w 221985"/>
                  <a:gd name="csY426" fmla="*/ 6792 h 22746"/>
                  <a:gd name="csX427" fmla="*/ 211457 w 221985"/>
                  <a:gd name="csY427" fmla="*/ 6224 h 22746"/>
                  <a:gd name="csX428" fmla="*/ 211996 w 221985"/>
                  <a:gd name="csY428" fmla="*/ 6002 h 22746"/>
                  <a:gd name="csX429" fmla="*/ 214565 w 221985"/>
                  <a:gd name="csY429" fmla="*/ 6002 h 22746"/>
                  <a:gd name="csX430" fmla="*/ 215104 w 221985"/>
                  <a:gd name="csY430" fmla="*/ 6224 h 22746"/>
                  <a:gd name="csX431" fmla="*/ 215358 w 221985"/>
                  <a:gd name="csY431" fmla="*/ 6792 h 22746"/>
                  <a:gd name="csX432" fmla="*/ 215358 w 221985"/>
                  <a:gd name="csY432" fmla="*/ 8087 h 22746"/>
                  <a:gd name="csX433" fmla="*/ 217229 w 221985"/>
                  <a:gd name="csY433" fmla="*/ 6540 h 22746"/>
                  <a:gd name="csX434" fmla="*/ 219924 w 221985"/>
                  <a:gd name="csY434" fmla="*/ 6002 h 22746"/>
                  <a:gd name="csX435" fmla="*/ 221225 w 221985"/>
                  <a:gd name="csY435" fmla="*/ 6002 h 22746"/>
                  <a:gd name="csX436" fmla="*/ 221764 w 221985"/>
                  <a:gd name="csY436" fmla="*/ 6224 h 22746"/>
                  <a:gd name="csX437" fmla="*/ 221986 w 221985"/>
                  <a:gd name="csY437" fmla="*/ 6761 h 22746"/>
                  <a:gd name="csX438" fmla="*/ 221986 w 221985"/>
                  <a:gd name="csY438" fmla="*/ 9035 h 22746"/>
                  <a:gd name="csX439" fmla="*/ 221764 w 221985"/>
                  <a:gd name="csY439" fmla="*/ 9572 h 22746"/>
                  <a:gd name="csX440" fmla="*/ 221225 w 221985"/>
                  <a:gd name="csY440" fmla="*/ 9793 h 22746"/>
                  <a:gd name="csX441" fmla="*/ 218751 w 221985"/>
                  <a:gd name="csY441" fmla="*/ 9793 h 22746"/>
                  <a:gd name="csX442" fmla="*/ 216373 w 221985"/>
                  <a:gd name="csY442" fmla="*/ 10646 h 22746"/>
                  <a:gd name="csX443" fmla="*/ 215548 w 221985"/>
                  <a:gd name="csY443" fmla="*/ 12984 h 22746"/>
                  <a:gd name="csX444" fmla="*/ 215548 w 221985"/>
                  <a:gd name="csY444" fmla="*/ 21672 h 22746"/>
                  <a:gd name="csX445" fmla="*/ 215326 w 221985"/>
                  <a:gd name="csY445" fmla="*/ 22209 h 22746"/>
                  <a:gd name="csX446" fmla="*/ 214755 w 221985"/>
                  <a:gd name="csY446" fmla="*/ 22430 h 22746"/>
                  <a:gd name="csX447" fmla="*/ 211996 w 221985"/>
                  <a:gd name="csY447" fmla="*/ 22430 h 22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Lst>
                <a:rect l="l" t="t" r="r" b="b"/>
                <a:pathLst>
                  <a:path w="221985" h="22746">
                    <a:moveTo>
                      <a:pt x="761" y="22430"/>
                    </a:moveTo>
                    <a:cubicBezTo>
                      <a:pt x="550" y="22430"/>
                      <a:pt x="369" y="22356"/>
                      <a:pt x="222" y="22209"/>
                    </a:cubicBezTo>
                    <a:cubicBezTo>
                      <a:pt x="75" y="22062"/>
                      <a:pt x="0" y="21882"/>
                      <a:pt x="0" y="21672"/>
                    </a:cubicBezTo>
                    <a:lnTo>
                      <a:pt x="0" y="1074"/>
                    </a:lnTo>
                    <a:cubicBezTo>
                      <a:pt x="0" y="864"/>
                      <a:pt x="75" y="684"/>
                      <a:pt x="222" y="537"/>
                    </a:cubicBezTo>
                    <a:cubicBezTo>
                      <a:pt x="369" y="390"/>
                      <a:pt x="550" y="316"/>
                      <a:pt x="761" y="316"/>
                    </a:cubicBezTo>
                    <a:lnTo>
                      <a:pt x="3742" y="316"/>
                    </a:lnTo>
                    <a:cubicBezTo>
                      <a:pt x="3975" y="316"/>
                      <a:pt x="4154" y="390"/>
                      <a:pt x="4281" y="537"/>
                    </a:cubicBezTo>
                    <a:cubicBezTo>
                      <a:pt x="4428" y="684"/>
                      <a:pt x="4503" y="864"/>
                      <a:pt x="4503" y="1074"/>
                    </a:cubicBezTo>
                    <a:lnTo>
                      <a:pt x="4503" y="21672"/>
                    </a:lnTo>
                    <a:cubicBezTo>
                      <a:pt x="4503" y="21882"/>
                      <a:pt x="4428" y="22062"/>
                      <a:pt x="4281" y="22209"/>
                    </a:cubicBezTo>
                    <a:cubicBezTo>
                      <a:pt x="4154" y="22356"/>
                      <a:pt x="3975" y="22430"/>
                      <a:pt x="3742" y="22430"/>
                    </a:cubicBezTo>
                    <a:lnTo>
                      <a:pt x="761" y="22430"/>
                    </a:lnTo>
                    <a:close/>
                    <a:moveTo>
                      <a:pt x="16550" y="22430"/>
                    </a:moveTo>
                    <a:cubicBezTo>
                      <a:pt x="15281" y="22430"/>
                      <a:pt x="14212" y="22209"/>
                      <a:pt x="13347" y="21767"/>
                    </a:cubicBezTo>
                    <a:cubicBezTo>
                      <a:pt x="12479" y="21324"/>
                      <a:pt x="11833" y="20672"/>
                      <a:pt x="11412" y="19808"/>
                    </a:cubicBezTo>
                    <a:cubicBezTo>
                      <a:pt x="10988" y="18923"/>
                      <a:pt x="10778" y="17829"/>
                      <a:pt x="10778" y="16523"/>
                    </a:cubicBezTo>
                    <a:lnTo>
                      <a:pt x="10778" y="9351"/>
                    </a:lnTo>
                    <a:lnTo>
                      <a:pt x="8272" y="9351"/>
                    </a:lnTo>
                    <a:cubicBezTo>
                      <a:pt x="8060" y="9351"/>
                      <a:pt x="7881" y="9277"/>
                      <a:pt x="7733" y="9130"/>
                    </a:cubicBezTo>
                    <a:cubicBezTo>
                      <a:pt x="7584" y="8983"/>
                      <a:pt x="7511" y="8803"/>
                      <a:pt x="7511" y="8593"/>
                    </a:cubicBezTo>
                    <a:lnTo>
                      <a:pt x="7511" y="6761"/>
                    </a:lnTo>
                    <a:cubicBezTo>
                      <a:pt x="7511" y="6551"/>
                      <a:pt x="7584" y="6370"/>
                      <a:pt x="7733" y="6224"/>
                    </a:cubicBezTo>
                    <a:cubicBezTo>
                      <a:pt x="7881" y="6077"/>
                      <a:pt x="8060" y="6002"/>
                      <a:pt x="8272" y="6002"/>
                    </a:cubicBezTo>
                    <a:lnTo>
                      <a:pt x="10778" y="6002"/>
                    </a:lnTo>
                    <a:lnTo>
                      <a:pt x="10778" y="758"/>
                    </a:lnTo>
                    <a:cubicBezTo>
                      <a:pt x="10778" y="548"/>
                      <a:pt x="10841" y="368"/>
                      <a:pt x="10968" y="221"/>
                    </a:cubicBezTo>
                    <a:cubicBezTo>
                      <a:pt x="11115" y="75"/>
                      <a:pt x="11306" y="0"/>
                      <a:pt x="11539" y="0"/>
                    </a:cubicBezTo>
                    <a:lnTo>
                      <a:pt x="14108" y="0"/>
                    </a:lnTo>
                    <a:cubicBezTo>
                      <a:pt x="14318" y="0"/>
                      <a:pt x="14497" y="75"/>
                      <a:pt x="14647" y="221"/>
                    </a:cubicBezTo>
                    <a:cubicBezTo>
                      <a:pt x="14794" y="368"/>
                      <a:pt x="14869" y="548"/>
                      <a:pt x="14869" y="758"/>
                    </a:cubicBezTo>
                    <a:lnTo>
                      <a:pt x="14869" y="6002"/>
                    </a:lnTo>
                    <a:lnTo>
                      <a:pt x="18833" y="6002"/>
                    </a:lnTo>
                    <a:cubicBezTo>
                      <a:pt x="19044" y="6002"/>
                      <a:pt x="19223" y="6077"/>
                      <a:pt x="19372" y="6224"/>
                    </a:cubicBezTo>
                    <a:cubicBezTo>
                      <a:pt x="19519" y="6370"/>
                      <a:pt x="19594" y="6551"/>
                      <a:pt x="19594" y="6761"/>
                    </a:cubicBezTo>
                    <a:lnTo>
                      <a:pt x="19594" y="8593"/>
                    </a:lnTo>
                    <a:cubicBezTo>
                      <a:pt x="19594" y="8803"/>
                      <a:pt x="19519" y="8983"/>
                      <a:pt x="19372" y="9130"/>
                    </a:cubicBezTo>
                    <a:cubicBezTo>
                      <a:pt x="19223" y="9277"/>
                      <a:pt x="19044" y="9351"/>
                      <a:pt x="18833" y="9351"/>
                    </a:cubicBezTo>
                    <a:lnTo>
                      <a:pt x="14869" y="9351"/>
                    </a:lnTo>
                    <a:lnTo>
                      <a:pt x="14869" y="16207"/>
                    </a:lnTo>
                    <a:cubicBezTo>
                      <a:pt x="14869" y="17071"/>
                      <a:pt x="15016" y="17743"/>
                      <a:pt x="15313" y="18228"/>
                    </a:cubicBezTo>
                    <a:cubicBezTo>
                      <a:pt x="15630" y="18714"/>
                      <a:pt x="16169" y="18955"/>
                      <a:pt x="16930" y="18955"/>
                    </a:cubicBezTo>
                    <a:lnTo>
                      <a:pt x="19118" y="18955"/>
                    </a:lnTo>
                    <a:cubicBezTo>
                      <a:pt x="19329" y="18955"/>
                      <a:pt x="19508" y="19029"/>
                      <a:pt x="19657" y="19176"/>
                    </a:cubicBezTo>
                    <a:cubicBezTo>
                      <a:pt x="19805" y="19323"/>
                      <a:pt x="19879" y="19503"/>
                      <a:pt x="19879" y="19713"/>
                    </a:cubicBezTo>
                    <a:lnTo>
                      <a:pt x="19879" y="21672"/>
                    </a:lnTo>
                    <a:cubicBezTo>
                      <a:pt x="19879" y="21882"/>
                      <a:pt x="19805" y="22062"/>
                      <a:pt x="19657" y="22209"/>
                    </a:cubicBezTo>
                    <a:cubicBezTo>
                      <a:pt x="19508" y="22356"/>
                      <a:pt x="19329" y="22430"/>
                      <a:pt x="19118" y="22430"/>
                    </a:cubicBezTo>
                    <a:lnTo>
                      <a:pt x="16550" y="22430"/>
                    </a:lnTo>
                    <a:close/>
                    <a:moveTo>
                      <a:pt x="29797" y="22746"/>
                    </a:moveTo>
                    <a:cubicBezTo>
                      <a:pt x="27450" y="22746"/>
                      <a:pt x="25588" y="22071"/>
                      <a:pt x="24215" y="20724"/>
                    </a:cubicBezTo>
                    <a:cubicBezTo>
                      <a:pt x="22840" y="19377"/>
                      <a:pt x="22099" y="17459"/>
                      <a:pt x="21995" y="14974"/>
                    </a:cubicBezTo>
                    <a:cubicBezTo>
                      <a:pt x="21972" y="14765"/>
                      <a:pt x="21963" y="14501"/>
                      <a:pt x="21963" y="14185"/>
                    </a:cubicBezTo>
                    <a:cubicBezTo>
                      <a:pt x="21963" y="13849"/>
                      <a:pt x="21972" y="13584"/>
                      <a:pt x="21995" y="13395"/>
                    </a:cubicBezTo>
                    <a:cubicBezTo>
                      <a:pt x="22079" y="11815"/>
                      <a:pt x="22439" y="10446"/>
                      <a:pt x="23073" y="9288"/>
                    </a:cubicBezTo>
                    <a:cubicBezTo>
                      <a:pt x="23728" y="8130"/>
                      <a:pt x="24627" y="7246"/>
                      <a:pt x="25769" y="6634"/>
                    </a:cubicBezTo>
                    <a:cubicBezTo>
                      <a:pt x="26911" y="6002"/>
                      <a:pt x="28252" y="5687"/>
                      <a:pt x="29797" y="5687"/>
                    </a:cubicBezTo>
                    <a:cubicBezTo>
                      <a:pt x="31509" y="5687"/>
                      <a:pt x="32945" y="6045"/>
                      <a:pt x="34109" y="6761"/>
                    </a:cubicBezTo>
                    <a:cubicBezTo>
                      <a:pt x="35272" y="7456"/>
                      <a:pt x="36148" y="8435"/>
                      <a:pt x="36742" y="9699"/>
                    </a:cubicBezTo>
                    <a:cubicBezTo>
                      <a:pt x="37333" y="10942"/>
                      <a:pt x="37630" y="12384"/>
                      <a:pt x="37630" y="14027"/>
                    </a:cubicBezTo>
                    <a:lnTo>
                      <a:pt x="37630" y="14690"/>
                    </a:lnTo>
                    <a:cubicBezTo>
                      <a:pt x="37630" y="14900"/>
                      <a:pt x="37555" y="15080"/>
                      <a:pt x="37408" y="15227"/>
                    </a:cubicBezTo>
                    <a:cubicBezTo>
                      <a:pt x="37258" y="15374"/>
                      <a:pt x="37068" y="15448"/>
                      <a:pt x="36837" y="15448"/>
                    </a:cubicBezTo>
                    <a:lnTo>
                      <a:pt x="26308" y="15448"/>
                    </a:lnTo>
                    <a:cubicBezTo>
                      <a:pt x="26308" y="15448"/>
                      <a:pt x="26308" y="15480"/>
                      <a:pt x="26308" y="15543"/>
                    </a:cubicBezTo>
                    <a:cubicBezTo>
                      <a:pt x="26308" y="15606"/>
                      <a:pt x="26308" y="15658"/>
                      <a:pt x="26308" y="15701"/>
                    </a:cubicBezTo>
                    <a:cubicBezTo>
                      <a:pt x="26328" y="16439"/>
                      <a:pt x="26467" y="17123"/>
                      <a:pt x="26720" y="17755"/>
                    </a:cubicBezTo>
                    <a:cubicBezTo>
                      <a:pt x="26994" y="18366"/>
                      <a:pt x="27386" y="18860"/>
                      <a:pt x="27894" y="19239"/>
                    </a:cubicBezTo>
                    <a:cubicBezTo>
                      <a:pt x="28422" y="19619"/>
                      <a:pt x="29044" y="19808"/>
                      <a:pt x="29765" y="19808"/>
                    </a:cubicBezTo>
                    <a:cubicBezTo>
                      <a:pt x="30356" y="19808"/>
                      <a:pt x="30852" y="19725"/>
                      <a:pt x="31255" y="19555"/>
                    </a:cubicBezTo>
                    <a:cubicBezTo>
                      <a:pt x="31656" y="19366"/>
                      <a:pt x="31985" y="19156"/>
                      <a:pt x="32238" y="18923"/>
                    </a:cubicBezTo>
                    <a:cubicBezTo>
                      <a:pt x="32492" y="18691"/>
                      <a:pt x="32671" y="18501"/>
                      <a:pt x="32778" y="18355"/>
                    </a:cubicBezTo>
                    <a:cubicBezTo>
                      <a:pt x="32968" y="18102"/>
                      <a:pt x="33115" y="17955"/>
                      <a:pt x="33221" y="17912"/>
                    </a:cubicBezTo>
                    <a:cubicBezTo>
                      <a:pt x="33348" y="17849"/>
                      <a:pt x="33527" y="17818"/>
                      <a:pt x="33761" y="17818"/>
                    </a:cubicBezTo>
                    <a:lnTo>
                      <a:pt x="36488" y="17818"/>
                    </a:lnTo>
                    <a:cubicBezTo>
                      <a:pt x="36699" y="17818"/>
                      <a:pt x="36869" y="17881"/>
                      <a:pt x="36995" y="18007"/>
                    </a:cubicBezTo>
                    <a:cubicBezTo>
                      <a:pt x="37143" y="18134"/>
                      <a:pt x="37206" y="18292"/>
                      <a:pt x="37186" y="18481"/>
                    </a:cubicBezTo>
                    <a:cubicBezTo>
                      <a:pt x="37163" y="18817"/>
                      <a:pt x="36984" y="19228"/>
                      <a:pt x="36646" y="19713"/>
                    </a:cubicBezTo>
                    <a:cubicBezTo>
                      <a:pt x="36329" y="20198"/>
                      <a:pt x="35863" y="20672"/>
                      <a:pt x="35251" y="21135"/>
                    </a:cubicBezTo>
                    <a:cubicBezTo>
                      <a:pt x="34637" y="21597"/>
                      <a:pt x="33865" y="21988"/>
                      <a:pt x="32936" y="22304"/>
                    </a:cubicBezTo>
                    <a:cubicBezTo>
                      <a:pt x="32025" y="22599"/>
                      <a:pt x="30979" y="22746"/>
                      <a:pt x="29797" y="22746"/>
                    </a:cubicBezTo>
                    <a:close/>
                    <a:moveTo>
                      <a:pt x="26308" y="12795"/>
                    </a:moveTo>
                    <a:lnTo>
                      <a:pt x="33317" y="12795"/>
                    </a:lnTo>
                    <a:lnTo>
                      <a:pt x="33317" y="12700"/>
                    </a:lnTo>
                    <a:cubicBezTo>
                      <a:pt x="33317" y="11878"/>
                      <a:pt x="33178" y="11163"/>
                      <a:pt x="32904" y="10552"/>
                    </a:cubicBezTo>
                    <a:cubicBezTo>
                      <a:pt x="32628" y="9940"/>
                      <a:pt x="32227" y="9457"/>
                      <a:pt x="31699" y="9098"/>
                    </a:cubicBezTo>
                    <a:cubicBezTo>
                      <a:pt x="31169" y="8740"/>
                      <a:pt x="30535" y="8561"/>
                      <a:pt x="29797" y="8561"/>
                    </a:cubicBezTo>
                    <a:cubicBezTo>
                      <a:pt x="29056" y="8561"/>
                      <a:pt x="28422" y="8740"/>
                      <a:pt x="27894" y="9098"/>
                    </a:cubicBezTo>
                    <a:cubicBezTo>
                      <a:pt x="27364" y="9457"/>
                      <a:pt x="26963" y="9940"/>
                      <a:pt x="26689" y="10552"/>
                    </a:cubicBezTo>
                    <a:cubicBezTo>
                      <a:pt x="26435" y="11163"/>
                      <a:pt x="26308" y="11878"/>
                      <a:pt x="26308" y="12700"/>
                    </a:cubicBezTo>
                    <a:lnTo>
                      <a:pt x="26308" y="12795"/>
                    </a:lnTo>
                    <a:close/>
                    <a:moveTo>
                      <a:pt x="41757" y="22430"/>
                    </a:moveTo>
                    <a:cubicBezTo>
                      <a:pt x="41544" y="22430"/>
                      <a:pt x="41365" y="22356"/>
                      <a:pt x="41218" y="22209"/>
                    </a:cubicBezTo>
                    <a:cubicBezTo>
                      <a:pt x="41068" y="22062"/>
                      <a:pt x="40996" y="21882"/>
                      <a:pt x="40996" y="21672"/>
                    </a:cubicBezTo>
                    <a:lnTo>
                      <a:pt x="40996" y="6761"/>
                    </a:lnTo>
                    <a:cubicBezTo>
                      <a:pt x="40996" y="6551"/>
                      <a:pt x="41068" y="6370"/>
                      <a:pt x="41218" y="6224"/>
                    </a:cubicBezTo>
                    <a:cubicBezTo>
                      <a:pt x="41365" y="6077"/>
                      <a:pt x="41544" y="6002"/>
                      <a:pt x="41757" y="6002"/>
                    </a:cubicBezTo>
                    <a:lnTo>
                      <a:pt x="44230" y="6002"/>
                    </a:lnTo>
                    <a:cubicBezTo>
                      <a:pt x="44441" y="6002"/>
                      <a:pt x="44620" y="6077"/>
                      <a:pt x="44769" y="6224"/>
                    </a:cubicBezTo>
                    <a:cubicBezTo>
                      <a:pt x="44917" y="6370"/>
                      <a:pt x="44992" y="6551"/>
                      <a:pt x="44992" y="6761"/>
                    </a:cubicBezTo>
                    <a:lnTo>
                      <a:pt x="44992" y="7835"/>
                    </a:lnTo>
                    <a:cubicBezTo>
                      <a:pt x="45435" y="7246"/>
                      <a:pt x="46027" y="6749"/>
                      <a:pt x="46767" y="6350"/>
                    </a:cubicBezTo>
                    <a:cubicBezTo>
                      <a:pt x="47529" y="5928"/>
                      <a:pt x="48426" y="5707"/>
                      <a:pt x="49463" y="5687"/>
                    </a:cubicBezTo>
                    <a:cubicBezTo>
                      <a:pt x="51873" y="5644"/>
                      <a:pt x="53554" y="6582"/>
                      <a:pt x="54505" y="8498"/>
                    </a:cubicBezTo>
                    <a:cubicBezTo>
                      <a:pt x="54990" y="7656"/>
                      <a:pt x="55688" y="6982"/>
                      <a:pt x="56598" y="6476"/>
                    </a:cubicBezTo>
                    <a:cubicBezTo>
                      <a:pt x="57527" y="5951"/>
                      <a:pt x="58553" y="5687"/>
                      <a:pt x="59675" y="5687"/>
                    </a:cubicBezTo>
                    <a:cubicBezTo>
                      <a:pt x="60773" y="5687"/>
                      <a:pt x="61768" y="5939"/>
                      <a:pt x="62656" y="6445"/>
                    </a:cubicBezTo>
                    <a:cubicBezTo>
                      <a:pt x="63564" y="6950"/>
                      <a:pt x="64273" y="7720"/>
                      <a:pt x="64780" y="8751"/>
                    </a:cubicBezTo>
                    <a:cubicBezTo>
                      <a:pt x="65308" y="9762"/>
                      <a:pt x="65573" y="11046"/>
                      <a:pt x="65573" y="12605"/>
                    </a:cubicBezTo>
                    <a:lnTo>
                      <a:pt x="65573" y="21672"/>
                    </a:lnTo>
                    <a:cubicBezTo>
                      <a:pt x="65573" y="21882"/>
                      <a:pt x="65498" y="22062"/>
                      <a:pt x="65351" y="22209"/>
                    </a:cubicBezTo>
                    <a:cubicBezTo>
                      <a:pt x="65202" y="22356"/>
                      <a:pt x="65023" y="22430"/>
                      <a:pt x="64812" y="22430"/>
                    </a:cubicBezTo>
                    <a:lnTo>
                      <a:pt x="62212" y="22430"/>
                    </a:lnTo>
                    <a:cubicBezTo>
                      <a:pt x="61999" y="22430"/>
                      <a:pt x="61820" y="22356"/>
                      <a:pt x="61672" y="22209"/>
                    </a:cubicBezTo>
                    <a:cubicBezTo>
                      <a:pt x="61523" y="22062"/>
                      <a:pt x="61451" y="21882"/>
                      <a:pt x="61451" y="21672"/>
                    </a:cubicBezTo>
                    <a:lnTo>
                      <a:pt x="61451" y="12858"/>
                    </a:lnTo>
                    <a:cubicBezTo>
                      <a:pt x="61451" y="11910"/>
                      <a:pt x="61312" y="11163"/>
                      <a:pt x="61038" y="10615"/>
                    </a:cubicBezTo>
                    <a:cubicBezTo>
                      <a:pt x="60762" y="10046"/>
                      <a:pt x="60393" y="9647"/>
                      <a:pt x="59928" y="9414"/>
                    </a:cubicBezTo>
                    <a:cubicBezTo>
                      <a:pt x="59462" y="9182"/>
                      <a:pt x="58945" y="9067"/>
                      <a:pt x="58374" y="9067"/>
                    </a:cubicBezTo>
                    <a:cubicBezTo>
                      <a:pt x="57908" y="9067"/>
                      <a:pt x="57443" y="9182"/>
                      <a:pt x="56979" y="9414"/>
                    </a:cubicBezTo>
                    <a:cubicBezTo>
                      <a:pt x="56512" y="9647"/>
                      <a:pt x="56132" y="10046"/>
                      <a:pt x="55837" y="10615"/>
                    </a:cubicBezTo>
                    <a:cubicBezTo>
                      <a:pt x="55541" y="11163"/>
                      <a:pt x="55393" y="11910"/>
                      <a:pt x="55393" y="12858"/>
                    </a:cubicBezTo>
                    <a:lnTo>
                      <a:pt x="55393" y="21672"/>
                    </a:lnTo>
                    <a:cubicBezTo>
                      <a:pt x="55393" y="21882"/>
                      <a:pt x="55319" y="22062"/>
                      <a:pt x="55171" y="22209"/>
                    </a:cubicBezTo>
                    <a:cubicBezTo>
                      <a:pt x="55022" y="22356"/>
                      <a:pt x="54843" y="22430"/>
                      <a:pt x="54632" y="22430"/>
                    </a:cubicBezTo>
                    <a:lnTo>
                      <a:pt x="52032" y="22430"/>
                    </a:lnTo>
                    <a:cubicBezTo>
                      <a:pt x="51798" y="22430"/>
                      <a:pt x="51608" y="22356"/>
                      <a:pt x="51461" y="22209"/>
                    </a:cubicBezTo>
                    <a:cubicBezTo>
                      <a:pt x="51334" y="22062"/>
                      <a:pt x="51271" y="21882"/>
                      <a:pt x="51271" y="21672"/>
                    </a:cubicBezTo>
                    <a:lnTo>
                      <a:pt x="51271" y="12858"/>
                    </a:lnTo>
                    <a:cubicBezTo>
                      <a:pt x="51271" y="11910"/>
                      <a:pt x="51121" y="11163"/>
                      <a:pt x="50827" y="10615"/>
                    </a:cubicBezTo>
                    <a:cubicBezTo>
                      <a:pt x="50530" y="10046"/>
                      <a:pt x="50149" y="9647"/>
                      <a:pt x="49685" y="9414"/>
                    </a:cubicBezTo>
                    <a:cubicBezTo>
                      <a:pt x="49218" y="9182"/>
                      <a:pt x="48722" y="9067"/>
                      <a:pt x="48195" y="9067"/>
                    </a:cubicBezTo>
                    <a:cubicBezTo>
                      <a:pt x="47708" y="9067"/>
                      <a:pt x="47232" y="9193"/>
                      <a:pt x="46767" y="9446"/>
                    </a:cubicBezTo>
                    <a:cubicBezTo>
                      <a:pt x="46301" y="9678"/>
                      <a:pt x="45920" y="10066"/>
                      <a:pt x="45626" y="10615"/>
                    </a:cubicBezTo>
                    <a:cubicBezTo>
                      <a:pt x="45329" y="11163"/>
                      <a:pt x="45182" y="11910"/>
                      <a:pt x="45182" y="12858"/>
                    </a:cubicBezTo>
                    <a:lnTo>
                      <a:pt x="45182" y="21672"/>
                    </a:lnTo>
                    <a:cubicBezTo>
                      <a:pt x="45182" y="21882"/>
                      <a:pt x="45107" y="22062"/>
                      <a:pt x="44960" y="22209"/>
                    </a:cubicBezTo>
                    <a:cubicBezTo>
                      <a:pt x="44810" y="22356"/>
                      <a:pt x="44631" y="22430"/>
                      <a:pt x="44421" y="22430"/>
                    </a:cubicBezTo>
                    <a:lnTo>
                      <a:pt x="41757" y="22430"/>
                    </a:lnTo>
                    <a:close/>
                    <a:moveTo>
                      <a:pt x="70751" y="22430"/>
                    </a:moveTo>
                    <a:cubicBezTo>
                      <a:pt x="70541" y="22430"/>
                      <a:pt x="70362" y="22356"/>
                      <a:pt x="70212" y="22209"/>
                    </a:cubicBezTo>
                    <a:cubicBezTo>
                      <a:pt x="70065" y="22062"/>
                      <a:pt x="69990" y="21882"/>
                      <a:pt x="69990" y="21672"/>
                    </a:cubicBezTo>
                    <a:lnTo>
                      <a:pt x="69990" y="1106"/>
                    </a:lnTo>
                    <a:cubicBezTo>
                      <a:pt x="69990" y="873"/>
                      <a:pt x="70065" y="684"/>
                      <a:pt x="70212" y="537"/>
                    </a:cubicBezTo>
                    <a:cubicBezTo>
                      <a:pt x="70362" y="390"/>
                      <a:pt x="70541" y="316"/>
                      <a:pt x="70751" y="316"/>
                    </a:cubicBezTo>
                    <a:lnTo>
                      <a:pt x="79251" y="316"/>
                    </a:lnTo>
                    <a:cubicBezTo>
                      <a:pt x="80900" y="316"/>
                      <a:pt x="82338" y="580"/>
                      <a:pt x="83563" y="1106"/>
                    </a:cubicBezTo>
                    <a:cubicBezTo>
                      <a:pt x="84791" y="1611"/>
                      <a:pt x="85743" y="2390"/>
                      <a:pt x="86418" y="3443"/>
                    </a:cubicBezTo>
                    <a:cubicBezTo>
                      <a:pt x="87095" y="4475"/>
                      <a:pt x="87432" y="5770"/>
                      <a:pt x="87432" y="7329"/>
                    </a:cubicBezTo>
                    <a:cubicBezTo>
                      <a:pt x="87432" y="8909"/>
                      <a:pt x="87095" y="10215"/>
                      <a:pt x="86418" y="11247"/>
                    </a:cubicBezTo>
                    <a:cubicBezTo>
                      <a:pt x="85743" y="12258"/>
                      <a:pt x="84791" y="13016"/>
                      <a:pt x="83563" y="13521"/>
                    </a:cubicBezTo>
                    <a:cubicBezTo>
                      <a:pt x="82338" y="14027"/>
                      <a:pt x="80900" y="14279"/>
                      <a:pt x="79251" y="14279"/>
                    </a:cubicBezTo>
                    <a:lnTo>
                      <a:pt x="74525" y="14279"/>
                    </a:lnTo>
                    <a:lnTo>
                      <a:pt x="74525" y="21672"/>
                    </a:lnTo>
                    <a:cubicBezTo>
                      <a:pt x="74525" y="21882"/>
                      <a:pt x="74453" y="22062"/>
                      <a:pt x="74303" y="22209"/>
                    </a:cubicBezTo>
                    <a:cubicBezTo>
                      <a:pt x="74176" y="22356"/>
                      <a:pt x="73997" y="22430"/>
                      <a:pt x="73764" y="22430"/>
                    </a:cubicBezTo>
                    <a:lnTo>
                      <a:pt x="70751" y="22430"/>
                    </a:lnTo>
                    <a:close/>
                    <a:moveTo>
                      <a:pt x="74462" y="10773"/>
                    </a:moveTo>
                    <a:lnTo>
                      <a:pt x="79092" y="10773"/>
                    </a:lnTo>
                    <a:cubicBezTo>
                      <a:pt x="80320" y="10773"/>
                      <a:pt x="81260" y="10488"/>
                      <a:pt x="81914" y="9920"/>
                    </a:cubicBezTo>
                    <a:cubicBezTo>
                      <a:pt x="82571" y="9331"/>
                      <a:pt x="82897" y="8467"/>
                      <a:pt x="82897" y="7329"/>
                    </a:cubicBezTo>
                    <a:cubicBezTo>
                      <a:pt x="82897" y="6275"/>
                      <a:pt x="82592" y="5434"/>
                      <a:pt x="81978" y="4802"/>
                    </a:cubicBezTo>
                    <a:cubicBezTo>
                      <a:pt x="81366" y="4150"/>
                      <a:pt x="80404" y="3823"/>
                      <a:pt x="79092" y="3823"/>
                    </a:cubicBezTo>
                    <a:lnTo>
                      <a:pt x="74462" y="3823"/>
                    </a:lnTo>
                    <a:lnTo>
                      <a:pt x="74462" y="10773"/>
                    </a:lnTo>
                    <a:close/>
                    <a:moveTo>
                      <a:pt x="91276" y="22430"/>
                    </a:moveTo>
                    <a:cubicBezTo>
                      <a:pt x="91066" y="22430"/>
                      <a:pt x="90885" y="22356"/>
                      <a:pt x="90737" y="22209"/>
                    </a:cubicBezTo>
                    <a:cubicBezTo>
                      <a:pt x="90590" y="22062"/>
                      <a:pt x="90515" y="21882"/>
                      <a:pt x="90515" y="21672"/>
                    </a:cubicBezTo>
                    <a:lnTo>
                      <a:pt x="90515" y="6792"/>
                    </a:lnTo>
                    <a:cubicBezTo>
                      <a:pt x="90515" y="6560"/>
                      <a:pt x="90590" y="6370"/>
                      <a:pt x="90737" y="6224"/>
                    </a:cubicBezTo>
                    <a:cubicBezTo>
                      <a:pt x="90885" y="6077"/>
                      <a:pt x="91066" y="6002"/>
                      <a:pt x="91276" y="6002"/>
                    </a:cubicBezTo>
                    <a:lnTo>
                      <a:pt x="93845" y="6002"/>
                    </a:lnTo>
                    <a:cubicBezTo>
                      <a:pt x="94056" y="6002"/>
                      <a:pt x="94237" y="6077"/>
                      <a:pt x="94384" y="6224"/>
                    </a:cubicBezTo>
                    <a:cubicBezTo>
                      <a:pt x="94554" y="6370"/>
                      <a:pt x="94638" y="6560"/>
                      <a:pt x="94638" y="6792"/>
                    </a:cubicBezTo>
                    <a:lnTo>
                      <a:pt x="94638" y="8087"/>
                    </a:lnTo>
                    <a:cubicBezTo>
                      <a:pt x="95125" y="7413"/>
                      <a:pt x="95748" y="6898"/>
                      <a:pt x="96509" y="6540"/>
                    </a:cubicBezTo>
                    <a:cubicBezTo>
                      <a:pt x="97291" y="6181"/>
                      <a:pt x="98190" y="6002"/>
                      <a:pt x="99205" y="6002"/>
                    </a:cubicBezTo>
                    <a:lnTo>
                      <a:pt x="100505" y="6002"/>
                    </a:lnTo>
                    <a:cubicBezTo>
                      <a:pt x="100738" y="6002"/>
                      <a:pt x="100917" y="6077"/>
                      <a:pt x="101044" y="6224"/>
                    </a:cubicBezTo>
                    <a:cubicBezTo>
                      <a:pt x="101191" y="6370"/>
                      <a:pt x="101266" y="6551"/>
                      <a:pt x="101266" y="6761"/>
                    </a:cubicBezTo>
                    <a:lnTo>
                      <a:pt x="101266" y="9035"/>
                    </a:lnTo>
                    <a:cubicBezTo>
                      <a:pt x="101266" y="9245"/>
                      <a:pt x="101191" y="9426"/>
                      <a:pt x="101044" y="9572"/>
                    </a:cubicBezTo>
                    <a:cubicBezTo>
                      <a:pt x="100917" y="9719"/>
                      <a:pt x="100738" y="9793"/>
                      <a:pt x="100505" y="9793"/>
                    </a:cubicBezTo>
                    <a:lnTo>
                      <a:pt x="98031" y="9793"/>
                    </a:lnTo>
                    <a:cubicBezTo>
                      <a:pt x="97017" y="9793"/>
                      <a:pt x="96224" y="10078"/>
                      <a:pt x="95653" y="10646"/>
                    </a:cubicBezTo>
                    <a:cubicBezTo>
                      <a:pt x="95102" y="11215"/>
                      <a:pt x="94828" y="11994"/>
                      <a:pt x="94828" y="12984"/>
                    </a:cubicBezTo>
                    <a:lnTo>
                      <a:pt x="94828" y="21672"/>
                    </a:lnTo>
                    <a:cubicBezTo>
                      <a:pt x="94828" y="21882"/>
                      <a:pt x="94754" y="22062"/>
                      <a:pt x="94606" y="22209"/>
                    </a:cubicBezTo>
                    <a:cubicBezTo>
                      <a:pt x="94459" y="22356"/>
                      <a:pt x="94269" y="22430"/>
                      <a:pt x="94036" y="22430"/>
                    </a:cubicBezTo>
                    <a:lnTo>
                      <a:pt x="91276" y="22430"/>
                    </a:lnTo>
                    <a:close/>
                    <a:moveTo>
                      <a:pt x="110816" y="22746"/>
                    </a:moveTo>
                    <a:cubicBezTo>
                      <a:pt x="109124" y="22746"/>
                      <a:pt x="107697" y="22450"/>
                      <a:pt x="106535" y="21861"/>
                    </a:cubicBezTo>
                    <a:cubicBezTo>
                      <a:pt x="105393" y="21273"/>
                      <a:pt x="104517" y="20440"/>
                      <a:pt x="103903" y="19366"/>
                    </a:cubicBezTo>
                    <a:cubicBezTo>
                      <a:pt x="103312" y="18292"/>
                      <a:pt x="102972" y="17039"/>
                      <a:pt x="102888" y="15606"/>
                    </a:cubicBezTo>
                    <a:cubicBezTo>
                      <a:pt x="102868" y="15227"/>
                      <a:pt x="102856" y="14765"/>
                      <a:pt x="102856" y="14216"/>
                    </a:cubicBezTo>
                    <a:cubicBezTo>
                      <a:pt x="102856" y="13668"/>
                      <a:pt x="102868" y="13205"/>
                      <a:pt x="102888" y="12826"/>
                    </a:cubicBezTo>
                    <a:cubicBezTo>
                      <a:pt x="102972" y="11373"/>
                      <a:pt x="103321" y="10121"/>
                      <a:pt x="103934" y="9067"/>
                    </a:cubicBezTo>
                    <a:cubicBezTo>
                      <a:pt x="104569" y="7993"/>
                      <a:pt x="105457" y="7160"/>
                      <a:pt x="106598" y="6571"/>
                    </a:cubicBezTo>
                    <a:cubicBezTo>
                      <a:pt x="107760" y="5982"/>
                      <a:pt x="109167" y="5687"/>
                      <a:pt x="110816" y="5687"/>
                    </a:cubicBezTo>
                    <a:cubicBezTo>
                      <a:pt x="112465" y="5687"/>
                      <a:pt x="113861" y="5982"/>
                      <a:pt x="115002" y="6571"/>
                    </a:cubicBezTo>
                    <a:cubicBezTo>
                      <a:pt x="116164" y="7160"/>
                      <a:pt x="117052" y="7993"/>
                      <a:pt x="117666" y="9067"/>
                    </a:cubicBezTo>
                    <a:cubicBezTo>
                      <a:pt x="118300" y="10121"/>
                      <a:pt x="118661" y="11373"/>
                      <a:pt x="118744" y="12826"/>
                    </a:cubicBezTo>
                    <a:cubicBezTo>
                      <a:pt x="118765" y="13205"/>
                      <a:pt x="118776" y="13668"/>
                      <a:pt x="118776" y="14216"/>
                    </a:cubicBezTo>
                    <a:cubicBezTo>
                      <a:pt x="118776" y="14765"/>
                      <a:pt x="118765" y="15227"/>
                      <a:pt x="118744" y="15606"/>
                    </a:cubicBezTo>
                    <a:cubicBezTo>
                      <a:pt x="118661" y="17039"/>
                      <a:pt x="118312" y="18292"/>
                      <a:pt x="117698" y="19366"/>
                    </a:cubicBezTo>
                    <a:cubicBezTo>
                      <a:pt x="117107" y="20440"/>
                      <a:pt x="116228" y="21273"/>
                      <a:pt x="115066" y="21861"/>
                    </a:cubicBezTo>
                    <a:cubicBezTo>
                      <a:pt x="113924" y="22450"/>
                      <a:pt x="112508" y="22746"/>
                      <a:pt x="110816" y="22746"/>
                    </a:cubicBezTo>
                    <a:close/>
                    <a:moveTo>
                      <a:pt x="110816" y="19619"/>
                    </a:moveTo>
                    <a:cubicBezTo>
                      <a:pt x="111937" y="19619"/>
                      <a:pt x="112803" y="19271"/>
                      <a:pt x="113417" y="18576"/>
                    </a:cubicBezTo>
                    <a:cubicBezTo>
                      <a:pt x="114031" y="17861"/>
                      <a:pt x="114368" y="16818"/>
                      <a:pt x="114431" y="15448"/>
                    </a:cubicBezTo>
                    <a:cubicBezTo>
                      <a:pt x="114452" y="15132"/>
                      <a:pt x="114463" y="14722"/>
                      <a:pt x="114463" y="14216"/>
                    </a:cubicBezTo>
                    <a:cubicBezTo>
                      <a:pt x="114463" y="13711"/>
                      <a:pt x="114452" y="13300"/>
                      <a:pt x="114431" y="12984"/>
                    </a:cubicBezTo>
                    <a:cubicBezTo>
                      <a:pt x="114368" y="11637"/>
                      <a:pt x="114031" y="10603"/>
                      <a:pt x="113417" y="9888"/>
                    </a:cubicBezTo>
                    <a:cubicBezTo>
                      <a:pt x="112803" y="9173"/>
                      <a:pt x="111937" y="8814"/>
                      <a:pt x="110816" y="8814"/>
                    </a:cubicBezTo>
                    <a:cubicBezTo>
                      <a:pt x="109695" y="8814"/>
                      <a:pt x="108830" y="9173"/>
                      <a:pt x="108216" y="9888"/>
                    </a:cubicBezTo>
                    <a:cubicBezTo>
                      <a:pt x="107602" y="10603"/>
                      <a:pt x="107264" y="11637"/>
                      <a:pt x="107201" y="12984"/>
                    </a:cubicBezTo>
                    <a:cubicBezTo>
                      <a:pt x="107180" y="13300"/>
                      <a:pt x="107169" y="13711"/>
                      <a:pt x="107169" y="14216"/>
                    </a:cubicBezTo>
                    <a:cubicBezTo>
                      <a:pt x="107169" y="14722"/>
                      <a:pt x="107180" y="15132"/>
                      <a:pt x="107201" y="15448"/>
                    </a:cubicBezTo>
                    <a:cubicBezTo>
                      <a:pt x="107264" y="16818"/>
                      <a:pt x="107602" y="17861"/>
                      <a:pt x="108216" y="18576"/>
                    </a:cubicBezTo>
                    <a:cubicBezTo>
                      <a:pt x="108830" y="19271"/>
                      <a:pt x="109695" y="19619"/>
                      <a:pt x="110816" y="19619"/>
                    </a:cubicBezTo>
                    <a:close/>
                    <a:moveTo>
                      <a:pt x="129425" y="22746"/>
                    </a:moveTo>
                    <a:cubicBezTo>
                      <a:pt x="127903" y="22746"/>
                      <a:pt x="126562" y="22462"/>
                      <a:pt x="125397" y="21893"/>
                    </a:cubicBezTo>
                    <a:cubicBezTo>
                      <a:pt x="124256" y="21324"/>
                      <a:pt x="123359" y="20503"/>
                      <a:pt x="122702" y="19429"/>
                    </a:cubicBezTo>
                    <a:cubicBezTo>
                      <a:pt x="122067" y="18334"/>
                      <a:pt x="121719" y="17017"/>
                      <a:pt x="121655" y="15480"/>
                    </a:cubicBezTo>
                    <a:cubicBezTo>
                      <a:pt x="121635" y="15164"/>
                      <a:pt x="121623" y="14753"/>
                      <a:pt x="121623" y="14248"/>
                    </a:cubicBezTo>
                    <a:cubicBezTo>
                      <a:pt x="121623" y="13722"/>
                      <a:pt x="121635" y="13289"/>
                      <a:pt x="121655" y="12953"/>
                    </a:cubicBezTo>
                    <a:cubicBezTo>
                      <a:pt x="121719" y="11416"/>
                      <a:pt x="122067" y="10109"/>
                      <a:pt x="122702" y="9035"/>
                    </a:cubicBezTo>
                    <a:cubicBezTo>
                      <a:pt x="123359" y="7941"/>
                      <a:pt x="124256" y="7108"/>
                      <a:pt x="125397" y="6540"/>
                    </a:cubicBezTo>
                    <a:cubicBezTo>
                      <a:pt x="126562" y="5971"/>
                      <a:pt x="127903" y="5687"/>
                      <a:pt x="129425" y="5687"/>
                    </a:cubicBezTo>
                    <a:cubicBezTo>
                      <a:pt x="130779" y="5687"/>
                      <a:pt x="131930" y="5876"/>
                      <a:pt x="132882" y="6255"/>
                    </a:cubicBezTo>
                    <a:cubicBezTo>
                      <a:pt x="133833" y="6634"/>
                      <a:pt x="134617" y="7108"/>
                      <a:pt x="135228" y="7677"/>
                    </a:cubicBezTo>
                    <a:cubicBezTo>
                      <a:pt x="135842" y="8245"/>
                      <a:pt x="136297" y="8846"/>
                      <a:pt x="136592" y="9478"/>
                    </a:cubicBezTo>
                    <a:cubicBezTo>
                      <a:pt x="136909" y="10089"/>
                      <a:pt x="137079" y="10646"/>
                      <a:pt x="137099" y="11152"/>
                    </a:cubicBezTo>
                    <a:cubicBezTo>
                      <a:pt x="137122" y="11384"/>
                      <a:pt x="137047" y="11574"/>
                      <a:pt x="136877" y="11721"/>
                    </a:cubicBezTo>
                    <a:cubicBezTo>
                      <a:pt x="136730" y="11847"/>
                      <a:pt x="136551" y="11910"/>
                      <a:pt x="136338" y="11910"/>
                    </a:cubicBezTo>
                    <a:lnTo>
                      <a:pt x="133548" y="11910"/>
                    </a:lnTo>
                    <a:cubicBezTo>
                      <a:pt x="133337" y="11910"/>
                      <a:pt x="133167" y="11858"/>
                      <a:pt x="133040" y="11752"/>
                    </a:cubicBezTo>
                    <a:cubicBezTo>
                      <a:pt x="132936" y="11646"/>
                      <a:pt x="132829" y="11488"/>
                      <a:pt x="132723" y="11278"/>
                    </a:cubicBezTo>
                    <a:cubicBezTo>
                      <a:pt x="132406" y="10437"/>
                      <a:pt x="131985" y="9845"/>
                      <a:pt x="131454" y="9509"/>
                    </a:cubicBezTo>
                    <a:cubicBezTo>
                      <a:pt x="130947" y="9150"/>
                      <a:pt x="130292" y="8972"/>
                      <a:pt x="129488" y="8972"/>
                    </a:cubicBezTo>
                    <a:cubicBezTo>
                      <a:pt x="128433" y="8972"/>
                      <a:pt x="127585" y="9308"/>
                      <a:pt x="126951" y="9983"/>
                    </a:cubicBezTo>
                    <a:cubicBezTo>
                      <a:pt x="126340" y="10635"/>
                      <a:pt x="126011" y="11678"/>
                      <a:pt x="125968" y="13111"/>
                    </a:cubicBezTo>
                    <a:cubicBezTo>
                      <a:pt x="125927" y="13912"/>
                      <a:pt x="125927" y="14647"/>
                      <a:pt x="125968" y="15322"/>
                    </a:cubicBezTo>
                    <a:cubicBezTo>
                      <a:pt x="126011" y="16775"/>
                      <a:pt x="126340" y="17829"/>
                      <a:pt x="126951" y="18481"/>
                    </a:cubicBezTo>
                    <a:cubicBezTo>
                      <a:pt x="127585" y="19133"/>
                      <a:pt x="128433" y="19461"/>
                      <a:pt x="129488" y="19461"/>
                    </a:cubicBezTo>
                    <a:cubicBezTo>
                      <a:pt x="130313" y="19461"/>
                      <a:pt x="130979" y="19291"/>
                      <a:pt x="131486" y="18955"/>
                    </a:cubicBezTo>
                    <a:cubicBezTo>
                      <a:pt x="131994" y="18596"/>
                      <a:pt x="132406" y="17996"/>
                      <a:pt x="132723" y="17154"/>
                    </a:cubicBezTo>
                    <a:cubicBezTo>
                      <a:pt x="132829" y="16944"/>
                      <a:pt x="132936" y="16787"/>
                      <a:pt x="133040" y="16680"/>
                    </a:cubicBezTo>
                    <a:cubicBezTo>
                      <a:pt x="133167" y="16574"/>
                      <a:pt x="133337" y="16523"/>
                      <a:pt x="133548" y="16523"/>
                    </a:cubicBezTo>
                    <a:lnTo>
                      <a:pt x="136338" y="16523"/>
                    </a:lnTo>
                    <a:cubicBezTo>
                      <a:pt x="136551" y="16523"/>
                      <a:pt x="136730" y="16597"/>
                      <a:pt x="136877" y="16744"/>
                    </a:cubicBezTo>
                    <a:cubicBezTo>
                      <a:pt x="137047" y="16870"/>
                      <a:pt x="137122" y="17048"/>
                      <a:pt x="137099" y="17281"/>
                    </a:cubicBezTo>
                    <a:cubicBezTo>
                      <a:pt x="137079" y="17660"/>
                      <a:pt x="136973" y="18091"/>
                      <a:pt x="136782" y="18576"/>
                    </a:cubicBezTo>
                    <a:cubicBezTo>
                      <a:pt x="136615" y="19039"/>
                      <a:pt x="136329" y="19524"/>
                      <a:pt x="135926" y="20029"/>
                    </a:cubicBezTo>
                    <a:cubicBezTo>
                      <a:pt x="135545" y="20514"/>
                      <a:pt x="135061" y="20966"/>
                      <a:pt x="134467" y="21388"/>
                    </a:cubicBezTo>
                    <a:cubicBezTo>
                      <a:pt x="133876" y="21787"/>
                      <a:pt x="133158" y="22114"/>
                      <a:pt x="132311" y="22367"/>
                    </a:cubicBezTo>
                    <a:cubicBezTo>
                      <a:pt x="131486" y="22620"/>
                      <a:pt x="130526" y="22746"/>
                      <a:pt x="129425" y="22746"/>
                    </a:cubicBezTo>
                    <a:close/>
                    <a:moveTo>
                      <a:pt x="147510" y="22746"/>
                    </a:moveTo>
                    <a:cubicBezTo>
                      <a:pt x="145163" y="22746"/>
                      <a:pt x="143304" y="22071"/>
                      <a:pt x="141929" y="20724"/>
                    </a:cubicBezTo>
                    <a:cubicBezTo>
                      <a:pt x="140556" y="19377"/>
                      <a:pt x="139815" y="17459"/>
                      <a:pt x="139709" y="14974"/>
                    </a:cubicBezTo>
                    <a:cubicBezTo>
                      <a:pt x="139689" y="14765"/>
                      <a:pt x="139677" y="14501"/>
                      <a:pt x="139677" y="14185"/>
                    </a:cubicBezTo>
                    <a:cubicBezTo>
                      <a:pt x="139677" y="13849"/>
                      <a:pt x="139689" y="13584"/>
                      <a:pt x="139709" y="13395"/>
                    </a:cubicBezTo>
                    <a:cubicBezTo>
                      <a:pt x="139795" y="11815"/>
                      <a:pt x="140153" y="10446"/>
                      <a:pt x="140787" y="9288"/>
                    </a:cubicBezTo>
                    <a:cubicBezTo>
                      <a:pt x="141444" y="8130"/>
                      <a:pt x="142341" y="7246"/>
                      <a:pt x="143483" y="6634"/>
                    </a:cubicBezTo>
                    <a:cubicBezTo>
                      <a:pt x="144624" y="6002"/>
                      <a:pt x="145968" y="5687"/>
                      <a:pt x="147510" y="5687"/>
                    </a:cubicBezTo>
                    <a:cubicBezTo>
                      <a:pt x="149223" y="5687"/>
                      <a:pt x="150661" y="6045"/>
                      <a:pt x="151823" y="6761"/>
                    </a:cubicBezTo>
                    <a:cubicBezTo>
                      <a:pt x="152988" y="7456"/>
                      <a:pt x="153864" y="8435"/>
                      <a:pt x="154455" y="9699"/>
                    </a:cubicBezTo>
                    <a:cubicBezTo>
                      <a:pt x="155049" y="10942"/>
                      <a:pt x="155343" y="12384"/>
                      <a:pt x="155343" y="14027"/>
                    </a:cubicBezTo>
                    <a:lnTo>
                      <a:pt x="155343" y="14690"/>
                    </a:lnTo>
                    <a:cubicBezTo>
                      <a:pt x="155343" y="14900"/>
                      <a:pt x="155271" y="15080"/>
                      <a:pt x="155121" y="15227"/>
                    </a:cubicBezTo>
                    <a:cubicBezTo>
                      <a:pt x="154974" y="15374"/>
                      <a:pt x="154784" y="15448"/>
                      <a:pt x="154551" y="15448"/>
                    </a:cubicBezTo>
                    <a:lnTo>
                      <a:pt x="144022" y="15448"/>
                    </a:lnTo>
                    <a:cubicBezTo>
                      <a:pt x="144022" y="15448"/>
                      <a:pt x="144022" y="15480"/>
                      <a:pt x="144022" y="15543"/>
                    </a:cubicBezTo>
                    <a:cubicBezTo>
                      <a:pt x="144022" y="15606"/>
                      <a:pt x="144022" y="15658"/>
                      <a:pt x="144022" y="15701"/>
                    </a:cubicBezTo>
                    <a:cubicBezTo>
                      <a:pt x="144045" y="16439"/>
                      <a:pt x="144180" y="17123"/>
                      <a:pt x="144434" y="17755"/>
                    </a:cubicBezTo>
                    <a:cubicBezTo>
                      <a:pt x="144710" y="18366"/>
                      <a:pt x="145100" y="18860"/>
                      <a:pt x="145608" y="19239"/>
                    </a:cubicBezTo>
                    <a:cubicBezTo>
                      <a:pt x="146138" y="19619"/>
                      <a:pt x="146761" y="19808"/>
                      <a:pt x="147479" y="19808"/>
                    </a:cubicBezTo>
                    <a:cubicBezTo>
                      <a:pt x="148072" y="19808"/>
                      <a:pt x="148568" y="19725"/>
                      <a:pt x="148969" y="19555"/>
                    </a:cubicBezTo>
                    <a:cubicBezTo>
                      <a:pt x="149372" y="19366"/>
                      <a:pt x="149698" y="19156"/>
                      <a:pt x="149952" y="18923"/>
                    </a:cubicBezTo>
                    <a:cubicBezTo>
                      <a:pt x="150206" y="18691"/>
                      <a:pt x="150387" y="18501"/>
                      <a:pt x="150491" y="18355"/>
                    </a:cubicBezTo>
                    <a:cubicBezTo>
                      <a:pt x="150682" y="18102"/>
                      <a:pt x="150831" y="17955"/>
                      <a:pt x="150935" y="17912"/>
                    </a:cubicBezTo>
                    <a:cubicBezTo>
                      <a:pt x="151062" y="17849"/>
                      <a:pt x="151243" y="17818"/>
                      <a:pt x="151474" y="17818"/>
                    </a:cubicBezTo>
                    <a:lnTo>
                      <a:pt x="154202" y="17818"/>
                    </a:lnTo>
                    <a:cubicBezTo>
                      <a:pt x="154415" y="17818"/>
                      <a:pt x="154582" y="17881"/>
                      <a:pt x="154709" y="18007"/>
                    </a:cubicBezTo>
                    <a:cubicBezTo>
                      <a:pt x="154859" y="18134"/>
                      <a:pt x="154922" y="18292"/>
                      <a:pt x="154899" y="18481"/>
                    </a:cubicBezTo>
                    <a:cubicBezTo>
                      <a:pt x="154879" y="18817"/>
                      <a:pt x="154700" y="19228"/>
                      <a:pt x="154360" y="19713"/>
                    </a:cubicBezTo>
                    <a:cubicBezTo>
                      <a:pt x="154043" y="20198"/>
                      <a:pt x="153579" y="20672"/>
                      <a:pt x="152965" y="21135"/>
                    </a:cubicBezTo>
                    <a:cubicBezTo>
                      <a:pt x="152353" y="21597"/>
                      <a:pt x="151581" y="21988"/>
                      <a:pt x="150650" y="22304"/>
                    </a:cubicBezTo>
                    <a:cubicBezTo>
                      <a:pt x="149741" y="22599"/>
                      <a:pt x="148695" y="22746"/>
                      <a:pt x="147510" y="22746"/>
                    </a:cubicBezTo>
                    <a:close/>
                    <a:moveTo>
                      <a:pt x="144022" y="12795"/>
                    </a:moveTo>
                    <a:lnTo>
                      <a:pt x="151030" y="12795"/>
                    </a:lnTo>
                    <a:lnTo>
                      <a:pt x="151030" y="12700"/>
                    </a:lnTo>
                    <a:cubicBezTo>
                      <a:pt x="151030" y="11878"/>
                      <a:pt x="150894" y="11163"/>
                      <a:pt x="150618" y="10552"/>
                    </a:cubicBezTo>
                    <a:cubicBezTo>
                      <a:pt x="150344" y="9940"/>
                      <a:pt x="149943" y="9457"/>
                      <a:pt x="149413" y="9098"/>
                    </a:cubicBezTo>
                    <a:cubicBezTo>
                      <a:pt x="148885" y="8740"/>
                      <a:pt x="148251" y="8561"/>
                      <a:pt x="147510" y="8561"/>
                    </a:cubicBezTo>
                    <a:cubicBezTo>
                      <a:pt x="146772" y="8561"/>
                      <a:pt x="146138" y="8740"/>
                      <a:pt x="145608" y="9098"/>
                    </a:cubicBezTo>
                    <a:cubicBezTo>
                      <a:pt x="145080" y="9457"/>
                      <a:pt x="144679" y="9940"/>
                      <a:pt x="144402" y="10552"/>
                    </a:cubicBezTo>
                    <a:cubicBezTo>
                      <a:pt x="144149" y="11163"/>
                      <a:pt x="144022" y="11878"/>
                      <a:pt x="144022" y="12700"/>
                    </a:cubicBezTo>
                    <a:lnTo>
                      <a:pt x="144022" y="12795"/>
                    </a:lnTo>
                    <a:close/>
                    <a:moveTo>
                      <a:pt x="164957" y="22746"/>
                    </a:moveTo>
                    <a:cubicBezTo>
                      <a:pt x="163688" y="22746"/>
                      <a:pt x="162601" y="22599"/>
                      <a:pt x="161690" y="22304"/>
                    </a:cubicBezTo>
                    <a:cubicBezTo>
                      <a:pt x="160802" y="22008"/>
                      <a:pt x="160073" y="21640"/>
                      <a:pt x="159502" y="21198"/>
                    </a:cubicBezTo>
                    <a:cubicBezTo>
                      <a:pt x="158931" y="20756"/>
                      <a:pt x="158510" y="20314"/>
                      <a:pt x="158234" y="19871"/>
                    </a:cubicBezTo>
                    <a:cubicBezTo>
                      <a:pt x="157960" y="19429"/>
                      <a:pt x="157812" y="19061"/>
                      <a:pt x="157790" y="18765"/>
                    </a:cubicBezTo>
                    <a:cubicBezTo>
                      <a:pt x="157769" y="18533"/>
                      <a:pt x="157833" y="18355"/>
                      <a:pt x="157980" y="18228"/>
                    </a:cubicBezTo>
                    <a:cubicBezTo>
                      <a:pt x="158150" y="18082"/>
                      <a:pt x="158329" y="18007"/>
                      <a:pt x="158519" y="18007"/>
                    </a:cubicBezTo>
                    <a:lnTo>
                      <a:pt x="161025" y="18007"/>
                    </a:lnTo>
                    <a:cubicBezTo>
                      <a:pt x="161111" y="18007"/>
                      <a:pt x="161183" y="18019"/>
                      <a:pt x="161246" y="18039"/>
                    </a:cubicBezTo>
                    <a:cubicBezTo>
                      <a:pt x="161310" y="18059"/>
                      <a:pt x="161396" y="18122"/>
                      <a:pt x="161500" y="18228"/>
                    </a:cubicBezTo>
                    <a:cubicBezTo>
                      <a:pt x="161777" y="18461"/>
                      <a:pt x="162062" y="18702"/>
                      <a:pt x="162356" y="18955"/>
                    </a:cubicBezTo>
                    <a:cubicBezTo>
                      <a:pt x="162674" y="19208"/>
                      <a:pt x="163045" y="19429"/>
                      <a:pt x="163466" y="19619"/>
                    </a:cubicBezTo>
                    <a:cubicBezTo>
                      <a:pt x="163890" y="19788"/>
                      <a:pt x="164418" y="19871"/>
                      <a:pt x="165052" y="19871"/>
                    </a:cubicBezTo>
                    <a:cubicBezTo>
                      <a:pt x="165877" y="19871"/>
                      <a:pt x="166565" y="19713"/>
                      <a:pt x="167113" y="19397"/>
                    </a:cubicBezTo>
                    <a:cubicBezTo>
                      <a:pt x="167684" y="19061"/>
                      <a:pt x="167970" y="18587"/>
                      <a:pt x="167970" y="17976"/>
                    </a:cubicBezTo>
                    <a:cubicBezTo>
                      <a:pt x="167970" y="17533"/>
                      <a:pt x="167843" y="17175"/>
                      <a:pt x="167589" y="16902"/>
                    </a:cubicBezTo>
                    <a:cubicBezTo>
                      <a:pt x="167358" y="16629"/>
                      <a:pt x="166914" y="16385"/>
                      <a:pt x="166257" y="16175"/>
                    </a:cubicBezTo>
                    <a:cubicBezTo>
                      <a:pt x="165602" y="15943"/>
                      <a:pt x="164671" y="15701"/>
                      <a:pt x="163466" y="15448"/>
                    </a:cubicBezTo>
                    <a:cubicBezTo>
                      <a:pt x="162284" y="15175"/>
                      <a:pt x="161301" y="14828"/>
                      <a:pt x="160517" y="14406"/>
                    </a:cubicBezTo>
                    <a:cubicBezTo>
                      <a:pt x="159736" y="13984"/>
                      <a:pt x="159153" y="13458"/>
                      <a:pt x="158773" y="12826"/>
                    </a:cubicBezTo>
                    <a:cubicBezTo>
                      <a:pt x="158392" y="12194"/>
                      <a:pt x="158202" y="11457"/>
                      <a:pt x="158202" y="10615"/>
                    </a:cubicBezTo>
                    <a:cubicBezTo>
                      <a:pt x="158202" y="9793"/>
                      <a:pt x="158447" y="9015"/>
                      <a:pt x="158931" y="8277"/>
                    </a:cubicBezTo>
                    <a:cubicBezTo>
                      <a:pt x="159439" y="7519"/>
                      <a:pt x="160180" y="6898"/>
                      <a:pt x="161151" y="6413"/>
                    </a:cubicBezTo>
                    <a:cubicBezTo>
                      <a:pt x="162146" y="5928"/>
                      <a:pt x="163371" y="5687"/>
                      <a:pt x="164830" y="5687"/>
                    </a:cubicBezTo>
                    <a:cubicBezTo>
                      <a:pt x="165972" y="5687"/>
                      <a:pt x="166966" y="5833"/>
                      <a:pt x="167811" y="6129"/>
                    </a:cubicBezTo>
                    <a:cubicBezTo>
                      <a:pt x="168658" y="6402"/>
                      <a:pt x="169356" y="6749"/>
                      <a:pt x="169904" y="7171"/>
                    </a:cubicBezTo>
                    <a:cubicBezTo>
                      <a:pt x="170475" y="7593"/>
                      <a:pt x="170910" y="8024"/>
                      <a:pt x="171204" y="8467"/>
                    </a:cubicBezTo>
                    <a:cubicBezTo>
                      <a:pt x="171501" y="8889"/>
                      <a:pt x="171660" y="9256"/>
                      <a:pt x="171680" y="9572"/>
                    </a:cubicBezTo>
                    <a:cubicBezTo>
                      <a:pt x="171703" y="9805"/>
                      <a:pt x="171639" y="9994"/>
                      <a:pt x="171490" y="10141"/>
                    </a:cubicBezTo>
                    <a:cubicBezTo>
                      <a:pt x="171343" y="10267"/>
                      <a:pt x="171173" y="10330"/>
                      <a:pt x="170982" y="10330"/>
                    </a:cubicBezTo>
                    <a:lnTo>
                      <a:pt x="168636" y="10330"/>
                    </a:lnTo>
                    <a:cubicBezTo>
                      <a:pt x="168531" y="10330"/>
                      <a:pt x="168436" y="10310"/>
                      <a:pt x="168350" y="10267"/>
                    </a:cubicBezTo>
                    <a:cubicBezTo>
                      <a:pt x="168266" y="10224"/>
                      <a:pt x="168183" y="10173"/>
                      <a:pt x="168096" y="10109"/>
                    </a:cubicBezTo>
                    <a:cubicBezTo>
                      <a:pt x="167865" y="9900"/>
                      <a:pt x="167612" y="9678"/>
                      <a:pt x="167335" y="9446"/>
                    </a:cubicBezTo>
                    <a:cubicBezTo>
                      <a:pt x="167061" y="9214"/>
                      <a:pt x="166724" y="9015"/>
                      <a:pt x="166321" y="8846"/>
                    </a:cubicBezTo>
                    <a:cubicBezTo>
                      <a:pt x="165940" y="8656"/>
                      <a:pt x="165433" y="8561"/>
                      <a:pt x="164798" y="8561"/>
                    </a:cubicBezTo>
                    <a:cubicBezTo>
                      <a:pt x="163996" y="8561"/>
                      <a:pt x="163383" y="8740"/>
                      <a:pt x="162959" y="9098"/>
                    </a:cubicBezTo>
                    <a:cubicBezTo>
                      <a:pt x="162538" y="9435"/>
                      <a:pt x="162325" y="9868"/>
                      <a:pt x="162325" y="10394"/>
                    </a:cubicBezTo>
                    <a:cubicBezTo>
                      <a:pt x="162325" y="10753"/>
                      <a:pt x="162420" y="11068"/>
                      <a:pt x="162610" y="11341"/>
                    </a:cubicBezTo>
                    <a:cubicBezTo>
                      <a:pt x="162823" y="11594"/>
                      <a:pt x="163235" y="11836"/>
                      <a:pt x="163847" y="12068"/>
                    </a:cubicBezTo>
                    <a:cubicBezTo>
                      <a:pt x="164461" y="12300"/>
                      <a:pt x="165392" y="12542"/>
                      <a:pt x="166638" y="12795"/>
                    </a:cubicBezTo>
                    <a:cubicBezTo>
                      <a:pt x="168056" y="13047"/>
                      <a:pt x="169175" y="13427"/>
                      <a:pt x="169999" y="13932"/>
                    </a:cubicBezTo>
                    <a:cubicBezTo>
                      <a:pt x="170846" y="14417"/>
                      <a:pt x="171438" y="14986"/>
                      <a:pt x="171775" y="15638"/>
                    </a:cubicBezTo>
                    <a:cubicBezTo>
                      <a:pt x="172135" y="16270"/>
                      <a:pt x="172314" y="16976"/>
                      <a:pt x="172314" y="17755"/>
                    </a:cubicBezTo>
                    <a:cubicBezTo>
                      <a:pt x="172314" y="18702"/>
                      <a:pt x="172029" y="19555"/>
                      <a:pt x="171458" y="20314"/>
                    </a:cubicBezTo>
                    <a:cubicBezTo>
                      <a:pt x="170910" y="21072"/>
                      <a:pt x="170085" y="21672"/>
                      <a:pt x="168984" y="22114"/>
                    </a:cubicBezTo>
                    <a:cubicBezTo>
                      <a:pt x="167906" y="22536"/>
                      <a:pt x="166565" y="22746"/>
                      <a:pt x="164957" y="22746"/>
                    </a:cubicBezTo>
                    <a:close/>
                    <a:moveTo>
                      <a:pt x="181837" y="22746"/>
                    </a:moveTo>
                    <a:cubicBezTo>
                      <a:pt x="180569" y="22746"/>
                      <a:pt x="179479" y="22599"/>
                      <a:pt x="178571" y="22304"/>
                    </a:cubicBezTo>
                    <a:cubicBezTo>
                      <a:pt x="177683" y="22008"/>
                      <a:pt x="176953" y="21640"/>
                      <a:pt x="176383" y="21198"/>
                    </a:cubicBezTo>
                    <a:cubicBezTo>
                      <a:pt x="175812" y="20756"/>
                      <a:pt x="175388" y="20314"/>
                      <a:pt x="175114" y="19871"/>
                    </a:cubicBezTo>
                    <a:cubicBezTo>
                      <a:pt x="174838" y="19429"/>
                      <a:pt x="174690" y="19061"/>
                      <a:pt x="174670" y="18765"/>
                    </a:cubicBezTo>
                    <a:cubicBezTo>
                      <a:pt x="174647" y="18533"/>
                      <a:pt x="174711" y="18355"/>
                      <a:pt x="174860" y="18228"/>
                    </a:cubicBezTo>
                    <a:cubicBezTo>
                      <a:pt x="175028" y="18082"/>
                      <a:pt x="175209" y="18007"/>
                      <a:pt x="175399" y="18007"/>
                    </a:cubicBezTo>
                    <a:lnTo>
                      <a:pt x="177905" y="18007"/>
                    </a:lnTo>
                    <a:cubicBezTo>
                      <a:pt x="177989" y="18007"/>
                      <a:pt x="178063" y="18019"/>
                      <a:pt x="178127" y="18039"/>
                    </a:cubicBezTo>
                    <a:cubicBezTo>
                      <a:pt x="178190" y="18059"/>
                      <a:pt x="178274" y="18122"/>
                      <a:pt x="178380" y="18228"/>
                    </a:cubicBezTo>
                    <a:cubicBezTo>
                      <a:pt x="178655" y="18461"/>
                      <a:pt x="178940" y="18702"/>
                      <a:pt x="179237" y="18955"/>
                    </a:cubicBezTo>
                    <a:cubicBezTo>
                      <a:pt x="179554" y="19208"/>
                      <a:pt x="179923" y="19429"/>
                      <a:pt x="180347" y="19619"/>
                    </a:cubicBezTo>
                    <a:cubicBezTo>
                      <a:pt x="180768" y="19788"/>
                      <a:pt x="181298" y="19871"/>
                      <a:pt x="181932" y="19871"/>
                    </a:cubicBezTo>
                    <a:cubicBezTo>
                      <a:pt x="182757" y="19871"/>
                      <a:pt x="183443" y="19713"/>
                      <a:pt x="183994" y="19397"/>
                    </a:cubicBezTo>
                    <a:cubicBezTo>
                      <a:pt x="184565" y="19061"/>
                      <a:pt x="184850" y="18587"/>
                      <a:pt x="184850" y="17976"/>
                    </a:cubicBezTo>
                    <a:cubicBezTo>
                      <a:pt x="184850" y="17533"/>
                      <a:pt x="184723" y="17175"/>
                      <a:pt x="184469" y="16902"/>
                    </a:cubicBezTo>
                    <a:cubicBezTo>
                      <a:pt x="184236" y="16629"/>
                      <a:pt x="183792" y="16385"/>
                      <a:pt x="183137" y="16175"/>
                    </a:cubicBezTo>
                    <a:cubicBezTo>
                      <a:pt x="182481" y="15943"/>
                      <a:pt x="181552" y="15701"/>
                      <a:pt x="180347" y="15448"/>
                    </a:cubicBezTo>
                    <a:cubicBezTo>
                      <a:pt x="179162" y="15175"/>
                      <a:pt x="178179" y="14828"/>
                      <a:pt x="177397" y="14406"/>
                    </a:cubicBezTo>
                    <a:cubicBezTo>
                      <a:pt x="176614" y="13984"/>
                      <a:pt x="176034" y="13458"/>
                      <a:pt x="175653" y="12826"/>
                    </a:cubicBezTo>
                    <a:cubicBezTo>
                      <a:pt x="175273" y="12194"/>
                      <a:pt x="175082" y="11457"/>
                      <a:pt x="175082" y="10615"/>
                    </a:cubicBezTo>
                    <a:cubicBezTo>
                      <a:pt x="175082" y="9793"/>
                      <a:pt x="175325" y="9015"/>
                      <a:pt x="175812" y="8277"/>
                    </a:cubicBezTo>
                    <a:cubicBezTo>
                      <a:pt x="176319" y="7519"/>
                      <a:pt x="177058" y="6898"/>
                      <a:pt x="178032" y="6413"/>
                    </a:cubicBezTo>
                    <a:cubicBezTo>
                      <a:pt x="179024" y="5928"/>
                      <a:pt x="180252" y="5687"/>
                      <a:pt x="181710" y="5687"/>
                    </a:cubicBezTo>
                    <a:cubicBezTo>
                      <a:pt x="182852" y="5687"/>
                      <a:pt x="183844" y="5833"/>
                      <a:pt x="184691" y="6129"/>
                    </a:cubicBezTo>
                    <a:cubicBezTo>
                      <a:pt x="185536" y="6402"/>
                      <a:pt x="186234" y="6749"/>
                      <a:pt x="186784" y="7171"/>
                    </a:cubicBezTo>
                    <a:cubicBezTo>
                      <a:pt x="187355" y="7593"/>
                      <a:pt x="187788" y="8024"/>
                      <a:pt x="188085" y="8467"/>
                    </a:cubicBezTo>
                    <a:cubicBezTo>
                      <a:pt x="188379" y="8889"/>
                      <a:pt x="188538" y="9256"/>
                      <a:pt x="188560" y="9572"/>
                    </a:cubicBezTo>
                    <a:cubicBezTo>
                      <a:pt x="188581" y="9805"/>
                      <a:pt x="188517" y="9994"/>
                      <a:pt x="188370" y="10141"/>
                    </a:cubicBezTo>
                    <a:cubicBezTo>
                      <a:pt x="188221" y="10267"/>
                      <a:pt x="188053" y="10330"/>
                      <a:pt x="187863" y="10330"/>
                    </a:cubicBezTo>
                    <a:lnTo>
                      <a:pt x="185516" y="10330"/>
                    </a:lnTo>
                    <a:cubicBezTo>
                      <a:pt x="185409" y="10330"/>
                      <a:pt x="185314" y="10310"/>
                      <a:pt x="185231" y="10267"/>
                    </a:cubicBezTo>
                    <a:cubicBezTo>
                      <a:pt x="185144" y="10224"/>
                      <a:pt x="185061" y="10173"/>
                      <a:pt x="184977" y="10109"/>
                    </a:cubicBezTo>
                    <a:cubicBezTo>
                      <a:pt x="184743" y="9900"/>
                      <a:pt x="184490" y="9678"/>
                      <a:pt x="184216" y="9446"/>
                    </a:cubicBezTo>
                    <a:cubicBezTo>
                      <a:pt x="183939" y="9214"/>
                      <a:pt x="183602" y="9015"/>
                      <a:pt x="183201" y="8846"/>
                    </a:cubicBezTo>
                    <a:cubicBezTo>
                      <a:pt x="182820" y="8656"/>
                      <a:pt x="182313" y="8561"/>
                      <a:pt x="181679" y="8561"/>
                    </a:cubicBezTo>
                    <a:cubicBezTo>
                      <a:pt x="180875" y="8561"/>
                      <a:pt x="180261" y="8740"/>
                      <a:pt x="179839" y="9098"/>
                    </a:cubicBezTo>
                    <a:cubicBezTo>
                      <a:pt x="179416" y="9435"/>
                      <a:pt x="179205" y="9868"/>
                      <a:pt x="179205" y="10394"/>
                    </a:cubicBezTo>
                    <a:cubicBezTo>
                      <a:pt x="179205" y="10753"/>
                      <a:pt x="179300" y="11068"/>
                      <a:pt x="179490" y="11341"/>
                    </a:cubicBezTo>
                    <a:cubicBezTo>
                      <a:pt x="179701" y="11594"/>
                      <a:pt x="180113" y="11836"/>
                      <a:pt x="180727" y="12068"/>
                    </a:cubicBezTo>
                    <a:cubicBezTo>
                      <a:pt x="181339" y="12300"/>
                      <a:pt x="182270" y="12542"/>
                      <a:pt x="183518" y="12795"/>
                    </a:cubicBezTo>
                    <a:cubicBezTo>
                      <a:pt x="184934" y="13047"/>
                      <a:pt x="186055" y="13427"/>
                      <a:pt x="186880" y="13932"/>
                    </a:cubicBezTo>
                    <a:cubicBezTo>
                      <a:pt x="187724" y="14417"/>
                      <a:pt x="188316" y="14986"/>
                      <a:pt x="188655" y="15638"/>
                    </a:cubicBezTo>
                    <a:cubicBezTo>
                      <a:pt x="189013" y="16270"/>
                      <a:pt x="189195" y="16976"/>
                      <a:pt x="189195" y="17755"/>
                    </a:cubicBezTo>
                    <a:cubicBezTo>
                      <a:pt x="189195" y="18702"/>
                      <a:pt x="188909" y="19555"/>
                      <a:pt x="188338" y="20314"/>
                    </a:cubicBezTo>
                    <a:cubicBezTo>
                      <a:pt x="187788" y="21072"/>
                      <a:pt x="186963" y="21672"/>
                      <a:pt x="185865" y="22114"/>
                    </a:cubicBezTo>
                    <a:cubicBezTo>
                      <a:pt x="184787" y="22536"/>
                      <a:pt x="183443" y="22746"/>
                      <a:pt x="181837" y="22746"/>
                    </a:cubicBezTo>
                    <a:close/>
                    <a:moveTo>
                      <a:pt x="199762" y="22746"/>
                    </a:moveTo>
                    <a:cubicBezTo>
                      <a:pt x="198070" y="22746"/>
                      <a:pt x="196643" y="22450"/>
                      <a:pt x="195481" y="21861"/>
                    </a:cubicBezTo>
                    <a:cubicBezTo>
                      <a:pt x="194339" y="21273"/>
                      <a:pt x="193460" y="20440"/>
                      <a:pt x="192848" y="19366"/>
                    </a:cubicBezTo>
                    <a:cubicBezTo>
                      <a:pt x="192255" y="18292"/>
                      <a:pt x="191917" y="17039"/>
                      <a:pt x="191834" y="15606"/>
                    </a:cubicBezTo>
                    <a:cubicBezTo>
                      <a:pt x="191811" y="15227"/>
                      <a:pt x="191802" y="14765"/>
                      <a:pt x="191802" y="14216"/>
                    </a:cubicBezTo>
                    <a:cubicBezTo>
                      <a:pt x="191802" y="13668"/>
                      <a:pt x="191811" y="13205"/>
                      <a:pt x="191834" y="12826"/>
                    </a:cubicBezTo>
                    <a:cubicBezTo>
                      <a:pt x="191917" y="11373"/>
                      <a:pt x="192266" y="10121"/>
                      <a:pt x="192880" y="9067"/>
                    </a:cubicBezTo>
                    <a:cubicBezTo>
                      <a:pt x="193514" y="7993"/>
                      <a:pt x="194402" y="7160"/>
                      <a:pt x="195544" y="6571"/>
                    </a:cubicBezTo>
                    <a:cubicBezTo>
                      <a:pt x="196706" y="5982"/>
                      <a:pt x="198113" y="5687"/>
                      <a:pt x="199762" y="5687"/>
                    </a:cubicBezTo>
                    <a:cubicBezTo>
                      <a:pt x="201411" y="5687"/>
                      <a:pt x="202806" y="5982"/>
                      <a:pt x="203948" y="6571"/>
                    </a:cubicBezTo>
                    <a:cubicBezTo>
                      <a:pt x="205110" y="7160"/>
                      <a:pt x="205998" y="7993"/>
                      <a:pt x="206612" y="9067"/>
                    </a:cubicBezTo>
                    <a:cubicBezTo>
                      <a:pt x="207246" y="10121"/>
                      <a:pt x="207604" y="11373"/>
                      <a:pt x="207690" y="12826"/>
                    </a:cubicBezTo>
                    <a:cubicBezTo>
                      <a:pt x="207710" y="13205"/>
                      <a:pt x="207722" y="13668"/>
                      <a:pt x="207722" y="14216"/>
                    </a:cubicBezTo>
                    <a:cubicBezTo>
                      <a:pt x="207722" y="14765"/>
                      <a:pt x="207710" y="15227"/>
                      <a:pt x="207690" y="15606"/>
                    </a:cubicBezTo>
                    <a:cubicBezTo>
                      <a:pt x="207604" y="17039"/>
                      <a:pt x="207255" y="18292"/>
                      <a:pt x="206643" y="19366"/>
                    </a:cubicBezTo>
                    <a:cubicBezTo>
                      <a:pt x="206050" y="20440"/>
                      <a:pt x="205173" y="21273"/>
                      <a:pt x="204011" y="21861"/>
                    </a:cubicBezTo>
                    <a:cubicBezTo>
                      <a:pt x="202870" y="22450"/>
                      <a:pt x="201452" y="22746"/>
                      <a:pt x="199762" y="22746"/>
                    </a:cubicBezTo>
                    <a:close/>
                    <a:moveTo>
                      <a:pt x="199762" y="19619"/>
                    </a:moveTo>
                    <a:cubicBezTo>
                      <a:pt x="200881" y="19619"/>
                      <a:pt x="201748" y="19271"/>
                      <a:pt x="202362" y="18576"/>
                    </a:cubicBezTo>
                    <a:cubicBezTo>
                      <a:pt x="202974" y="17861"/>
                      <a:pt x="203314" y="16818"/>
                      <a:pt x="203377" y="15448"/>
                    </a:cubicBezTo>
                    <a:cubicBezTo>
                      <a:pt x="203397" y="15132"/>
                      <a:pt x="203409" y="14722"/>
                      <a:pt x="203409" y="14216"/>
                    </a:cubicBezTo>
                    <a:cubicBezTo>
                      <a:pt x="203409" y="13711"/>
                      <a:pt x="203397" y="13300"/>
                      <a:pt x="203377" y="12984"/>
                    </a:cubicBezTo>
                    <a:cubicBezTo>
                      <a:pt x="203314" y="11637"/>
                      <a:pt x="202974" y="10603"/>
                      <a:pt x="202362" y="9888"/>
                    </a:cubicBezTo>
                    <a:cubicBezTo>
                      <a:pt x="201748" y="9173"/>
                      <a:pt x="200881" y="8814"/>
                      <a:pt x="199762" y="8814"/>
                    </a:cubicBezTo>
                    <a:cubicBezTo>
                      <a:pt x="198640" y="8814"/>
                      <a:pt x="197773" y="9173"/>
                      <a:pt x="197161" y="9888"/>
                    </a:cubicBezTo>
                    <a:cubicBezTo>
                      <a:pt x="196547" y="10603"/>
                      <a:pt x="196210" y="11637"/>
                      <a:pt x="196147" y="12984"/>
                    </a:cubicBezTo>
                    <a:cubicBezTo>
                      <a:pt x="196124" y="13300"/>
                      <a:pt x="196115" y="13711"/>
                      <a:pt x="196115" y="14216"/>
                    </a:cubicBezTo>
                    <a:cubicBezTo>
                      <a:pt x="196115" y="14722"/>
                      <a:pt x="196124" y="15132"/>
                      <a:pt x="196147" y="15448"/>
                    </a:cubicBezTo>
                    <a:cubicBezTo>
                      <a:pt x="196210" y="16818"/>
                      <a:pt x="196547" y="17861"/>
                      <a:pt x="197161" y="18576"/>
                    </a:cubicBezTo>
                    <a:cubicBezTo>
                      <a:pt x="197773" y="19271"/>
                      <a:pt x="198640" y="19619"/>
                      <a:pt x="199762" y="19619"/>
                    </a:cubicBezTo>
                    <a:close/>
                    <a:moveTo>
                      <a:pt x="211996" y="22430"/>
                    </a:moveTo>
                    <a:cubicBezTo>
                      <a:pt x="211786" y="22430"/>
                      <a:pt x="211604" y="22356"/>
                      <a:pt x="211457" y="22209"/>
                    </a:cubicBezTo>
                    <a:cubicBezTo>
                      <a:pt x="211310" y="22062"/>
                      <a:pt x="211235" y="21882"/>
                      <a:pt x="211235" y="21672"/>
                    </a:cubicBezTo>
                    <a:lnTo>
                      <a:pt x="211235" y="6792"/>
                    </a:lnTo>
                    <a:cubicBezTo>
                      <a:pt x="211235" y="6560"/>
                      <a:pt x="211310" y="6370"/>
                      <a:pt x="211457" y="6224"/>
                    </a:cubicBezTo>
                    <a:cubicBezTo>
                      <a:pt x="211604" y="6077"/>
                      <a:pt x="211786" y="6002"/>
                      <a:pt x="211996" y="6002"/>
                    </a:cubicBezTo>
                    <a:lnTo>
                      <a:pt x="214565" y="6002"/>
                    </a:lnTo>
                    <a:cubicBezTo>
                      <a:pt x="214776" y="6002"/>
                      <a:pt x="214957" y="6077"/>
                      <a:pt x="215104" y="6224"/>
                    </a:cubicBezTo>
                    <a:cubicBezTo>
                      <a:pt x="215274" y="6370"/>
                      <a:pt x="215358" y="6560"/>
                      <a:pt x="215358" y="6792"/>
                    </a:cubicBezTo>
                    <a:lnTo>
                      <a:pt x="215358" y="8087"/>
                    </a:lnTo>
                    <a:cubicBezTo>
                      <a:pt x="215845" y="7413"/>
                      <a:pt x="216468" y="6898"/>
                      <a:pt x="217229" y="6540"/>
                    </a:cubicBezTo>
                    <a:cubicBezTo>
                      <a:pt x="218010" y="6181"/>
                      <a:pt x="218910" y="6002"/>
                      <a:pt x="219924" y="6002"/>
                    </a:cubicBezTo>
                    <a:lnTo>
                      <a:pt x="221225" y="6002"/>
                    </a:lnTo>
                    <a:cubicBezTo>
                      <a:pt x="221458" y="6002"/>
                      <a:pt x="221637" y="6077"/>
                      <a:pt x="221764" y="6224"/>
                    </a:cubicBezTo>
                    <a:cubicBezTo>
                      <a:pt x="221911" y="6370"/>
                      <a:pt x="221986" y="6551"/>
                      <a:pt x="221986" y="6761"/>
                    </a:cubicBezTo>
                    <a:lnTo>
                      <a:pt x="221986" y="9035"/>
                    </a:lnTo>
                    <a:cubicBezTo>
                      <a:pt x="221986" y="9245"/>
                      <a:pt x="221911" y="9426"/>
                      <a:pt x="221764" y="9572"/>
                    </a:cubicBezTo>
                    <a:cubicBezTo>
                      <a:pt x="221637" y="9719"/>
                      <a:pt x="221458" y="9793"/>
                      <a:pt x="221225" y="9793"/>
                    </a:cubicBezTo>
                    <a:lnTo>
                      <a:pt x="218751" y="9793"/>
                    </a:lnTo>
                    <a:cubicBezTo>
                      <a:pt x="217736" y="9793"/>
                      <a:pt x="216943" y="10078"/>
                      <a:pt x="216373" y="10646"/>
                    </a:cubicBezTo>
                    <a:cubicBezTo>
                      <a:pt x="215822" y="11215"/>
                      <a:pt x="215548" y="11994"/>
                      <a:pt x="215548" y="12984"/>
                    </a:cubicBezTo>
                    <a:lnTo>
                      <a:pt x="215548" y="21672"/>
                    </a:lnTo>
                    <a:cubicBezTo>
                      <a:pt x="215548" y="21882"/>
                      <a:pt x="215473" y="22062"/>
                      <a:pt x="215326" y="22209"/>
                    </a:cubicBezTo>
                    <a:cubicBezTo>
                      <a:pt x="215179" y="22356"/>
                      <a:pt x="214989" y="22430"/>
                      <a:pt x="214755" y="22430"/>
                    </a:cubicBezTo>
                    <a:lnTo>
                      <a:pt x="211996" y="22430"/>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7" name="Freeform 166">
                <a:extLst>
                  <a:ext uri="{FF2B5EF4-FFF2-40B4-BE49-F238E27FC236}">
                    <a16:creationId xmlns:a16="http://schemas.microsoft.com/office/drawing/2014/main" id="{CF18F7C4-1A24-8677-6218-60B7096B1D1F}"/>
                  </a:ext>
                </a:extLst>
              </p:cNvPr>
              <p:cNvSpPr/>
              <p:nvPr/>
            </p:nvSpPr>
            <p:spPr>
              <a:xfrm>
                <a:off x="2286984" y="6360778"/>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8" name="Freeform 167">
                <a:extLst>
                  <a:ext uri="{FF2B5EF4-FFF2-40B4-BE49-F238E27FC236}">
                    <a16:creationId xmlns:a16="http://schemas.microsoft.com/office/drawing/2014/main" id="{A08F0D44-372B-44FC-C85A-4F9EE15CA40D}"/>
                  </a:ext>
                </a:extLst>
              </p:cNvPr>
              <p:cNvSpPr/>
              <p:nvPr/>
            </p:nvSpPr>
            <p:spPr>
              <a:xfrm>
                <a:off x="2277923" y="6369805"/>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69" name="Freeform 168">
                <a:extLst>
                  <a:ext uri="{FF2B5EF4-FFF2-40B4-BE49-F238E27FC236}">
                    <a16:creationId xmlns:a16="http://schemas.microsoft.com/office/drawing/2014/main" id="{57EC7E22-0751-9162-8D70-8C84F43348BA}"/>
                  </a:ext>
                </a:extLst>
              </p:cNvPr>
              <p:cNvSpPr/>
              <p:nvPr/>
            </p:nvSpPr>
            <p:spPr>
              <a:xfrm>
                <a:off x="2273393" y="638334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0" name="Freeform 169">
                <a:extLst>
                  <a:ext uri="{FF2B5EF4-FFF2-40B4-BE49-F238E27FC236}">
                    <a16:creationId xmlns:a16="http://schemas.microsoft.com/office/drawing/2014/main" id="{F2A98F34-CCB4-9C95-7636-308519F6D3F8}"/>
                  </a:ext>
                </a:extLst>
              </p:cNvPr>
              <p:cNvSpPr/>
              <p:nvPr/>
            </p:nvSpPr>
            <p:spPr>
              <a:xfrm>
                <a:off x="2314167" y="6383344"/>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1" name="Freeform 170">
                <a:extLst>
                  <a:ext uri="{FF2B5EF4-FFF2-40B4-BE49-F238E27FC236}">
                    <a16:creationId xmlns:a16="http://schemas.microsoft.com/office/drawing/2014/main" id="{8CD42736-6E3E-373A-CD40-35D4CD41EE88}"/>
                  </a:ext>
                </a:extLst>
              </p:cNvPr>
              <p:cNvSpPr/>
              <p:nvPr/>
            </p:nvSpPr>
            <p:spPr>
              <a:xfrm>
                <a:off x="2302841" y="6381087"/>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2" name="Freeform 171">
                <a:extLst>
                  <a:ext uri="{FF2B5EF4-FFF2-40B4-BE49-F238E27FC236}">
                    <a16:creationId xmlns:a16="http://schemas.microsoft.com/office/drawing/2014/main" id="{8488BF0E-EBB7-2484-5806-A04FAB194C4A}"/>
                  </a:ext>
                </a:extLst>
              </p:cNvPr>
              <p:cNvSpPr/>
              <p:nvPr/>
            </p:nvSpPr>
            <p:spPr>
              <a:xfrm>
                <a:off x="2289249" y="6381087"/>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grpSp>
            <p:nvGrpSpPr>
              <p:cNvPr id="173" name="Graphic 26">
                <a:extLst>
                  <a:ext uri="{FF2B5EF4-FFF2-40B4-BE49-F238E27FC236}">
                    <a16:creationId xmlns:a16="http://schemas.microsoft.com/office/drawing/2014/main" id="{DB230C5A-A90D-97AE-554F-D26CE9C3585C}"/>
                  </a:ext>
                </a:extLst>
              </p:cNvPr>
              <p:cNvGrpSpPr/>
              <p:nvPr/>
            </p:nvGrpSpPr>
            <p:grpSpPr>
              <a:xfrm>
                <a:off x="2728699" y="6218615"/>
                <a:ext cx="40774" cy="40619"/>
                <a:chOff x="2728699" y="6218615"/>
                <a:chExt cx="40774" cy="40619"/>
              </a:xfrm>
              <a:solidFill>
                <a:srgbClr val="000000"/>
              </a:solidFill>
            </p:grpSpPr>
            <p:sp>
              <p:nvSpPr>
                <p:cNvPr id="197" name="Freeform 196">
                  <a:extLst>
                    <a:ext uri="{FF2B5EF4-FFF2-40B4-BE49-F238E27FC236}">
                      <a16:creationId xmlns:a16="http://schemas.microsoft.com/office/drawing/2014/main" id="{6E62FCB3-13A4-A0AD-920E-8D1181991B1E}"/>
                    </a:ext>
                  </a:extLst>
                </p:cNvPr>
                <p:cNvSpPr/>
                <p:nvPr/>
              </p:nvSpPr>
              <p:spPr>
                <a:xfrm>
                  <a:off x="2728699" y="6241104"/>
                  <a:ext cx="18199" cy="18129"/>
                </a:xfrm>
                <a:custGeom>
                  <a:avLst/>
                  <a:gdLst>
                    <a:gd name="csX0" fmla="*/ 17622 w 18199"/>
                    <a:gd name="csY0" fmla="*/ 0 h 18129"/>
                    <a:gd name="csX1" fmla="*/ 18199 w 18199"/>
                    <a:gd name="csY1" fmla="*/ 575 h 18129"/>
                    <a:gd name="csX2" fmla="*/ 18199 w 18199"/>
                    <a:gd name="csY2" fmla="*/ 13201 h 18129"/>
                    <a:gd name="csX3" fmla="*/ 17622 w 18199"/>
                    <a:gd name="csY3" fmla="*/ 13776 h 18129"/>
                    <a:gd name="csX4" fmla="*/ 14165 w 18199"/>
                    <a:gd name="csY4" fmla="*/ 13776 h 18129"/>
                    <a:gd name="csX5" fmla="*/ 13590 w 18199"/>
                    <a:gd name="csY5" fmla="*/ 13201 h 18129"/>
                    <a:gd name="csX6" fmla="*/ 13590 w 18199"/>
                    <a:gd name="csY6" fmla="*/ 7808 h 18129"/>
                    <a:gd name="csX7" fmla="*/ 3396 w 18199"/>
                    <a:gd name="csY7" fmla="*/ 17962 h 18129"/>
                    <a:gd name="csX8" fmla="*/ 2581 w 18199"/>
                    <a:gd name="csY8" fmla="*/ 17962 h 18129"/>
                    <a:gd name="csX9" fmla="*/ 168 w 18199"/>
                    <a:gd name="csY9" fmla="*/ 15559 h 18129"/>
                    <a:gd name="csX10" fmla="*/ 168 w 18199"/>
                    <a:gd name="csY10" fmla="*/ 14747 h 18129"/>
                    <a:gd name="csX11" fmla="*/ 10362 w 18199"/>
                    <a:gd name="csY11" fmla="*/ 4592 h 18129"/>
                    <a:gd name="csX12" fmla="*/ 4948 w 18199"/>
                    <a:gd name="csY12" fmla="*/ 4592 h 18129"/>
                    <a:gd name="csX13" fmla="*/ 4370 w 18199"/>
                    <a:gd name="csY13" fmla="*/ 4019 h 18129"/>
                    <a:gd name="csX14" fmla="*/ 4370 w 18199"/>
                    <a:gd name="csY14" fmla="*/ 575 h 18129"/>
                    <a:gd name="csX15" fmla="*/ 4948 w 18199"/>
                    <a:gd name="csY15" fmla="*/ 0 h 18129"/>
                    <a:gd name="csX16" fmla="*/ 17622 w 18199"/>
                    <a:gd name="csY16" fmla="*/ 0 h 181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199" h="18129">
                      <a:moveTo>
                        <a:pt x="17622" y="0"/>
                      </a:moveTo>
                      <a:cubicBezTo>
                        <a:pt x="17941" y="0"/>
                        <a:pt x="18199" y="257"/>
                        <a:pt x="18199" y="575"/>
                      </a:cubicBezTo>
                      <a:lnTo>
                        <a:pt x="18199" y="13201"/>
                      </a:lnTo>
                      <a:cubicBezTo>
                        <a:pt x="18199" y="13519"/>
                        <a:pt x="17941" y="13776"/>
                        <a:pt x="17622" y="13776"/>
                      </a:cubicBezTo>
                      <a:lnTo>
                        <a:pt x="14165" y="13776"/>
                      </a:lnTo>
                      <a:cubicBezTo>
                        <a:pt x="13848" y="13776"/>
                        <a:pt x="13590" y="13519"/>
                        <a:pt x="13590" y="13201"/>
                      </a:cubicBezTo>
                      <a:lnTo>
                        <a:pt x="13590" y="7808"/>
                      </a:lnTo>
                      <a:lnTo>
                        <a:pt x="3396" y="17962"/>
                      </a:lnTo>
                      <a:cubicBezTo>
                        <a:pt x="3170" y="18186"/>
                        <a:pt x="2805" y="18186"/>
                        <a:pt x="2581" y="17962"/>
                      </a:cubicBezTo>
                      <a:lnTo>
                        <a:pt x="168" y="15559"/>
                      </a:lnTo>
                      <a:cubicBezTo>
                        <a:pt x="-56" y="15336"/>
                        <a:pt x="-56" y="14972"/>
                        <a:pt x="168" y="14747"/>
                      </a:cubicBezTo>
                      <a:lnTo>
                        <a:pt x="10362" y="4592"/>
                      </a:lnTo>
                      <a:lnTo>
                        <a:pt x="4948" y="4592"/>
                      </a:lnTo>
                      <a:cubicBezTo>
                        <a:pt x="4628" y="4592"/>
                        <a:pt x="4370" y="4335"/>
                        <a:pt x="4370" y="4019"/>
                      </a:cubicBezTo>
                      <a:lnTo>
                        <a:pt x="4370" y="575"/>
                      </a:lnTo>
                      <a:cubicBezTo>
                        <a:pt x="4370" y="257"/>
                        <a:pt x="4628" y="0"/>
                        <a:pt x="4948" y="0"/>
                      </a:cubicBezTo>
                      <a:lnTo>
                        <a:pt x="17622" y="0"/>
                      </a:lnTo>
                      <a:close/>
                    </a:path>
                  </a:pathLst>
                </a:custGeom>
                <a:solidFill>
                  <a:srgbClr val="000000"/>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8" name="Freeform 197">
                  <a:extLst>
                    <a:ext uri="{FF2B5EF4-FFF2-40B4-BE49-F238E27FC236}">
                      <a16:creationId xmlns:a16="http://schemas.microsoft.com/office/drawing/2014/main" id="{5A458E64-22BF-05A2-D3E3-BEB493F30053}"/>
                    </a:ext>
                  </a:extLst>
                </p:cNvPr>
                <p:cNvSpPr/>
                <p:nvPr/>
              </p:nvSpPr>
              <p:spPr>
                <a:xfrm>
                  <a:off x="2750352" y="6218615"/>
                  <a:ext cx="19120" cy="19045"/>
                </a:xfrm>
                <a:custGeom>
                  <a:avLst/>
                  <a:gdLst>
                    <a:gd name="csX0" fmla="*/ 15725 w 19120"/>
                    <a:gd name="csY0" fmla="*/ 168 h 19045"/>
                    <a:gd name="csX1" fmla="*/ 16541 w 19120"/>
                    <a:gd name="csY1" fmla="*/ 168 h 19045"/>
                    <a:gd name="csX2" fmla="*/ 18951 w 19120"/>
                    <a:gd name="csY2" fmla="*/ 2571 h 19045"/>
                    <a:gd name="csX3" fmla="*/ 18951 w 19120"/>
                    <a:gd name="csY3" fmla="*/ 3383 h 19045"/>
                    <a:gd name="csX4" fmla="*/ 7835 w 19120"/>
                    <a:gd name="csY4" fmla="*/ 14456 h 19045"/>
                    <a:gd name="csX5" fmla="*/ 13251 w 19120"/>
                    <a:gd name="csY5" fmla="*/ 14456 h 19045"/>
                    <a:gd name="csX6" fmla="*/ 13829 w 19120"/>
                    <a:gd name="csY6" fmla="*/ 15029 h 19045"/>
                    <a:gd name="csX7" fmla="*/ 13829 w 19120"/>
                    <a:gd name="csY7" fmla="*/ 18473 h 19045"/>
                    <a:gd name="csX8" fmla="*/ 13251 w 19120"/>
                    <a:gd name="csY8" fmla="*/ 19046 h 19045"/>
                    <a:gd name="csX9" fmla="*/ 578 w 19120"/>
                    <a:gd name="csY9" fmla="*/ 19046 h 19045"/>
                    <a:gd name="csX10" fmla="*/ 0 w 19120"/>
                    <a:gd name="csY10" fmla="*/ 18473 h 19045"/>
                    <a:gd name="csX11" fmla="*/ 0 w 19120"/>
                    <a:gd name="csY11" fmla="*/ 5847 h 19045"/>
                    <a:gd name="csX12" fmla="*/ 578 w 19120"/>
                    <a:gd name="csY12" fmla="*/ 5272 h 19045"/>
                    <a:gd name="csX13" fmla="*/ 4034 w 19120"/>
                    <a:gd name="csY13" fmla="*/ 5272 h 19045"/>
                    <a:gd name="csX14" fmla="*/ 4610 w 19120"/>
                    <a:gd name="csY14" fmla="*/ 5847 h 19045"/>
                    <a:gd name="csX15" fmla="*/ 4610 w 19120"/>
                    <a:gd name="csY15" fmla="*/ 11240 h 19045"/>
                    <a:gd name="csX16" fmla="*/ 15725 w 19120"/>
                    <a:gd name="csY16" fmla="*/ 168 h 1904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9120" h="19045">
                      <a:moveTo>
                        <a:pt x="15725" y="168"/>
                      </a:moveTo>
                      <a:cubicBezTo>
                        <a:pt x="15949" y="-56"/>
                        <a:pt x="16314" y="-56"/>
                        <a:pt x="16541" y="168"/>
                      </a:cubicBezTo>
                      <a:lnTo>
                        <a:pt x="18951" y="2571"/>
                      </a:lnTo>
                      <a:cubicBezTo>
                        <a:pt x="19177" y="2794"/>
                        <a:pt x="19177" y="3157"/>
                        <a:pt x="18951" y="3383"/>
                      </a:cubicBezTo>
                      <a:lnTo>
                        <a:pt x="7835" y="14456"/>
                      </a:lnTo>
                      <a:lnTo>
                        <a:pt x="13251" y="14456"/>
                      </a:lnTo>
                      <a:cubicBezTo>
                        <a:pt x="13571" y="14456"/>
                        <a:pt x="13829" y="14713"/>
                        <a:pt x="13829" y="15029"/>
                      </a:cubicBezTo>
                      <a:lnTo>
                        <a:pt x="13829" y="18473"/>
                      </a:lnTo>
                      <a:cubicBezTo>
                        <a:pt x="13829" y="18791"/>
                        <a:pt x="13571" y="19046"/>
                        <a:pt x="13251" y="19046"/>
                      </a:cubicBezTo>
                      <a:lnTo>
                        <a:pt x="578" y="19046"/>
                      </a:lnTo>
                      <a:cubicBezTo>
                        <a:pt x="258" y="19046"/>
                        <a:pt x="0" y="18791"/>
                        <a:pt x="0" y="18473"/>
                      </a:cubicBezTo>
                      <a:lnTo>
                        <a:pt x="0" y="5847"/>
                      </a:lnTo>
                      <a:cubicBezTo>
                        <a:pt x="0" y="5529"/>
                        <a:pt x="258" y="5272"/>
                        <a:pt x="578" y="5272"/>
                      </a:cubicBezTo>
                      <a:lnTo>
                        <a:pt x="4034" y="5272"/>
                      </a:lnTo>
                      <a:cubicBezTo>
                        <a:pt x="4352" y="5272"/>
                        <a:pt x="4610" y="5529"/>
                        <a:pt x="4610" y="5847"/>
                      </a:cubicBezTo>
                      <a:lnTo>
                        <a:pt x="4610" y="11240"/>
                      </a:lnTo>
                      <a:lnTo>
                        <a:pt x="15725" y="168"/>
                      </a:lnTo>
                      <a:close/>
                    </a:path>
                  </a:pathLst>
                </a:custGeom>
                <a:solidFill>
                  <a:srgbClr val="000000"/>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grpSp>
          <p:sp>
            <p:nvSpPr>
              <p:cNvPr id="174" name="Freeform 173">
                <a:extLst>
                  <a:ext uri="{FF2B5EF4-FFF2-40B4-BE49-F238E27FC236}">
                    <a16:creationId xmlns:a16="http://schemas.microsoft.com/office/drawing/2014/main" id="{F701C506-CA27-C1FC-61F7-B196959281C8}"/>
                  </a:ext>
                </a:extLst>
              </p:cNvPr>
              <p:cNvSpPr/>
              <p:nvPr/>
            </p:nvSpPr>
            <p:spPr>
              <a:xfrm>
                <a:off x="2656213" y="5767303"/>
                <a:ext cx="13591" cy="13539"/>
              </a:xfrm>
              <a:custGeom>
                <a:avLst/>
                <a:gdLst>
                  <a:gd name="csX0" fmla="*/ 11326 w 13591"/>
                  <a:gd name="csY0" fmla="*/ 0 h 13539"/>
                  <a:gd name="csX1" fmla="*/ 2265 w 13591"/>
                  <a:gd name="csY1" fmla="*/ 0 h 13539"/>
                  <a:gd name="csX2" fmla="*/ 0 w 13591"/>
                  <a:gd name="csY2" fmla="*/ 2257 h 13539"/>
                  <a:gd name="csX3" fmla="*/ 0 w 13591"/>
                  <a:gd name="csY3" fmla="*/ 11283 h 13539"/>
                  <a:gd name="csX4" fmla="*/ 2265 w 13591"/>
                  <a:gd name="csY4" fmla="*/ 13539 h 13539"/>
                  <a:gd name="csX5" fmla="*/ 11326 w 13591"/>
                  <a:gd name="csY5" fmla="*/ 13539 h 13539"/>
                  <a:gd name="csX6" fmla="*/ 13591 w 13591"/>
                  <a:gd name="csY6" fmla="*/ 11283 h 13539"/>
                  <a:gd name="csX7" fmla="*/ 13591 w 13591"/>
                  <a:gd name="csY7" fmla="*/ 2257 h 13539"/>
                  <a:gd name="csX8" fmla="*/ 11326 w 13591"/>
                  <a:gd name="csY8" fmla="*/ 0 h 135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91" h="13539">
                    <a:moveTo>
                      <a:pt x="11326" y="0"/>
                    </a:moveTo>
                    <a:lnTo>
                      <a:pt x="2265" y="0"/>
                    </a:lnTo>
                    <a:cubicBezTo>
                      <a:pt x="1015" y="0"/>
                      <a:pt x="0" y="1011"/>
                      <a:pt x="0" y="2257"/>
                    </a:cubicBezTo>
                    <a:lnTo>
                      <a:pt x="0" y="11283"/>
                    </a:lnTo>
                    <a:cubicBezTo>
                      <a:pt x="0" y="12528"/>
                      <a:pt x="1015" y="13539"/>
                      <a:pt x="2265" y="13539"/>
                    </a:cubicBezTo>
                    <a:lnTo>
                      <a:pt x="11326" y="13539"/>
                    </a:lnTo>
                    <a:cubicBezTo>
                      <a:pt x="12576" y="13539"/>
                      <a:pt x="13591" y="12528"/>
                      <a:pt x="13591" y="11283"/>
                    </a:cubicBezTo>
                    <a:lnTo>
                      <a:pt x="13591" y="2257"/>
                    </a:lnTo>
                    <a:cubicBezTo>
                      <a:pt x="13591" y="1011"/>
                      <a:pt x="12576" y="0"/>
                      <a:pt x="11326"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5" name="Freeform 174">
                <a:extLst>
                  <a:ext uri="{FF2B5EF4-FFF2-40B4-BE49-F238E27FC236}">
                    <a16:creationId xmlns:a16="http://schemas.microsoft.com/office/drawing/2014/main" id="{C317C4AB-DE4D-3FC0-CFF0-92D003A0A04F}"/>
                  </a:ext>
                </a:extLst>
              </p:cNvPr>
              <p:cNvSpPr/>
              <p:nvPr/>
            </p:nvSpPr>
            <p:spPr>
              <a:xfrm>
                <a:off x="2624500" y="5767303"/>
                <a:ext cx="13591" cy="13539"/>
              </a:xfrm>
              <a:custGeom>
                <a:avLst/>
                <a:gdLst>
                  <a:gd name="csX0" fmla="*/ 11326 w 13591"/>
                  <a:gd name="csY0" fmla="*/ 0 h 13539"/>
                  <a:gd name="csX1" fmla="*/ 2265 w 13591"/>
                  <a:gd name="csY1" fmla="*/ 0 h 13539"/>
                  <a:gd name="csX2" fmla="*/ 0 w 13591"/>
                  <a:gd name="csY2" fmla="*/ 2257 h 13539"/>
                  <a:gd name="csX3" fmla="*/ 0 w 13591"/>
                  <a:gd name="csY3" fmla="*/ 11283 h 13539"/>
                  <a:gd name="csX4" fmla="*/ 2265 w 13591"/>
                  <a:gd name="csY4" fmla="*/ 13539 h 13539"/>
                  <a:gd name="csX5" fmla="*/ 11326 w 13591"/>
                  <a:gd name="csY5" fmla="*/ 13539 h 13539"/>
                  <a:gd name="csX6" fmla="*/ 13591 w 13591"/>
                  <a:gd name="csY6" fmla="*/ 11283 h 13539"/>
                  <a:gd name="csX7" fmla="*/ 13591 w 13591"/>
                  <a:gd name="csY7" fmla="*/ 2257 h 13539"/>
                  <a:gd name="csX8" fmla="*/ 11326 w 13591"/>
                  <a:gd name="csY8" fmla="*/ 0 h 135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91" h="13539">
                    <a:moveTo>
                      <a:pt x="11326" y="0"/>
                    </a:moveTo>
                    <a:lnTo>
                      <a:pt x="2265" y="0"/>
                    </a:lnTo>
                    <a:cubicBezTo>
                      <a:pt x="1015" y="0"/>
                      <a:pt x="0" y="1011"/>
                      <a:pt x="0" y="2257"/>
                    </a:cubicBezTo>
                    <a:lnTo>
                      <a:pt x="0" y="11283"/>
                    </a:lnTo>
                    <a:cubicBezTo>
                      <a:pt x="0" y="12528"/>
                      <a:pt x="1015" y="13539"/>
                      <a:pt x="2265" y="13539"/>
                    </a:cubicBezTo>
                    <a:lnTo>
                      <a:pt x="11326" y="13539"/>
                    </a:lnTo>
                    <a:cubicBezTo>
                      <a:pt x="12576" y="13539"/>
                      <a:pt x="13591" y="12528"/>
                      <a:pt x="13591" y="11283"/>
                    </a:cubicBezTo>
                    <a:lnTo>
                      <a:pt x="13591" y="2257"/>
                    </a:lnTo>
                    <a:cubicBezTo>
                      <a:pt x="13591" y="1011"/>
                      <a:pt x="12576" y="0"/>
                      <a:pt x="11326"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6" name="Freeform 175">
                <a:extLst>
                  <a:ext uri="{FF2B5EF4-FFF2-40B4-BE49-F238E27FC236}">
                    <a16:creationId xmlns:a16="http://schemas.microsoft.com/office/drawing/2014/main" id="{0C118DF6-A88E-3ABE-674F-54F5C3F2A4CC}"/>
                  </a:ext>
                </a:extLst>
              </p:cNvPr>
              <p:cNvSpPr/>
              <p:nvPr/>
            </p:nvSpPr>
            <p:spPr>
              <a:xfrm>
                <a:off x="2640356" y="5735716"/>
                <a:ext cx="13591" cy="13539"/>
              </a:xfrm>
              <a:custGeom>
                <a:avLst/>
                <a:gdLst>
                  <a:gd name="csX0" fmla="*/ 11326 w 13591"/>
                  <a:gd name="csY0" fmla="*/ 0 h 13539"/>
                  <a:gd name="csX1" fmla="*/ 2265 w 13591"/>
                  <a:gd name="csY1" fmla="*/ 0 h 13539"/>
                  <a:gd name="csX2" fmla="*/ 0 w 13591"/>
                  <a:gd name="csY2" fmla="*/ 2257 h 13539"/>
                  <a:gd name="csX3" fmla="*/ 0 w 13591"/>
                  <a:gd name="csY3" fmla="*/ 11283 h 13539"/>
                  <a:gd name="csX4" fmla="*/ 2265 w 13591"/>
                  <a:gd name="csY4" fmla="*/ 13539 h 13539"/>
                  <a:gd name="csX5" fmla="*/ 11326 w 13591"/>
                  <a:gd name="csY5" fmla="*/ 13539 h 13539"/>
                  <a:gd name="csX6" fmla="*/ 13591 w 13591"/>
                  <a:gd name="csY6" fmla="*/ 11283 h 13539"/>
                  <a:gd name="csX7" fmla="*/ 13591 w 13591"/>
                  <a:gd name="csY7" fmla="*/ 2257 h 13539"/>
                  <a:gd name="csX8" fmla="*/ 11326 w 13591"/>
                  <a:gd name="csY8" fmla="*/ 0 h 1353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3591" h="13539">
                    <a:moveTo>
                      <a:pt x="11326" y="0"/>
                    </a:moveTo>
                    <a:lnTo>
                      <a:pt x="2265" y="0"/>
                    </a:lnTo>
                    <a:cubicBezTo>
                      <a:pt x="1015" y="0"/>
                      <a:pt x="0" y="1011"/>
                      <a:pt x="0" y="2257"/>
                    </a:cubicBezTo>
                    <a:lnTo>
                      <a:pt x="0" y="11283"/>
                    </a:lnTo>
                    <a:cubicBezTo>
                      <a:pt x="0" y="12528"/>
                      <a:pt x="1015" y="13539"/>
                      <a:pt x="2265" y="13539"/>
                    </a:cubicBezTo>
                    <a:lnTo>
                      <a:pt x="11326" y="13539"/>
                    </a:lnTo>
                    <a:cubicBezTo>
                      <a:pt x="12576" y="13539"/>
                      <a:pt x="13591" y="12528"/>
                      <a:pt x="13591" y="11283"/>
                    </a:cubicBezTo>
                    <a:lnTo>
                      <a:pt x="13591" y="2257"/>
                    </a:lnTo>
                    <a:cubicBezTo>
                      <a:pt x="13591" y="1011"/>
                      <a:pt x="12576" y="0"/>
                      <a:pt x="11326"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7" name="Freeform 176">
                <a:extLst>
                  <a:ext uri="{FF2B5EF4-FFF2-40B4-BE49-F238E27FC236}">
                    <a16:creationId xmlns:a16="http://schemas.microsoft.com/office/drawing/2014/main" id="{7CDE6464-E6DD-3FF7-AAC3-D6979C2E9664}"/>
                  </a:ext>
                </a:extLst>
              </p:cNvPr>
              <p:cNvSpPr/>
              <p:nvPr/>
            </p:nvSpPr>
            <p:spPr>
              <a:xfrm>
                <a:off x="2631296" y="5758279"/>
                <a:ext cx="31712" cy="9026"/>
              </a:xfrm>
              <a:custGeom>
                <a:avLst/>
                <a:gdLst>
                  <a:gd name="csX0" fmla="*/ 0 w 31712"/>
                  <a:gd name="csY0" fmla="*/ 9026 h 9026"/>
                  <a:gd name="csX1" fmla="*/ 0 w 31712"/>
                  <a:gd name="csY1" fmla="*/ 2257 h 9026"/>
                  <a:gd name="csX2" fmla="*/ 664 w 31712"/>
                  <a:gd name="csY2" fmla="*/ 661 h 9026"/>
                  <a:gd name="csX3" fmla="*/ 2265 w 31712"/>
                  <a:gd name="csY3" fmla="*/ 0 h 9026"/>
                  <a:gd name="csX4" fmla="*/ 29448 w 31712"/>
                  <a:gd name="csY4" fmla="*/ 0 h 9026"/>
                  <a:gd name="csX5" fmla="*/ 31049 w 31712"/>
                  <a:gd name="csY5" fmla="*/ 661 h 9026"/>
                  <a:gd name="csX6" fmla="*/ 31713 w 31712"/>
                  <a:gd name="csY6" fmla="*/ 2257 h 9026"/>
                  <a:gd name="csX7" fmla="*/ 31713 w 31712"/>
                  <a:gd name="csY7" fmla="*/ 9026 h 902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31712" h="9026">
                    <a:moveTo>
                      <a:pt x="0" y="9026"/>
                    </a:moveTo>
                    <a:lnTo>
                      <a:pt x="0" y="2257"/>
                    </a:lnTo>
                    <a:cubicBezTo>
                      <a:pt x="0" y="1659"/>
                      <a:pt x="238" y="1083"/>
                      <a:pt x="664" y="661"/>
                    </a:cubicBezTo>
                    <a:cubicBezTo>
                      <a:pt x="1087" y="237"/>
                      <a:pt x="1665" y="0"/>
                      <a:pt x="2265" y="0"/>
                    </a:cubicBezTo>
                    <a:lnTo>
                      <a:pt x="29448" y="0"/>
                    </a:lnTo>
                    <a:cubicBezTo>
                      <a:pt x="30048" y="0"/>
                      <a:pt x="30626" y="237"/>
                      <a:pt x="31049" y="661"/>
                    </a:cubicBezTo>
                    <a:cubicBezTo>
                      <a:pt x="31475" y="1083"/>
                      <a:pt x="31713" y="1659"/>
                      <a:pt x="31713" y="2257"/>
                    </a:cubicBezTo>
                    <a:lnTo>
                      <a:pt x="31713" y="9026"/>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8" name="Freeform 177">
                <a:extLst>
                  <a:ext uri="{FF2B5EF4-FFF2-40B4-BE49-F238E27FC236}">
                    <a16:creationId xmlns:a16="http://schemas.microsoft.com/office/drawing/2014/main" id="{26C37D7E-F9F3-1FD5-F3CA-B6B114859E38}"/>
                  </a:ext>
                </a:extLst>
              </p:cNvPr>
              <p:cNvSpPr/>
              <p:nvPr/>
            </p:nvSpPr>
            <p:spPr>
              <a:xfrm>
                <a:off x="2647152" y="5749255"/>
                <a:ext cx="2265" cy="9026"/>
              </a:xfrm>
              <a:custGeom>
                <a:avLst/>
                <a:gdLst>
                  <a:gd name="csX0" fmla="*/ 0 w 2265"/>
                  <a:gd name="csY0" fmla="*/ 9026 h 9026"/>
                  <a:gd name="csX1" fmla="*/ 0 w 2265"/>
                  <a:gd name="csY1" fmla="*/ 0 h 9026"/>
                </a:gdLst>
                <a:ahLst/>
                <a:cxnLst>
                  <a:cxn ang="0">
                    <a:pos x="csX0" y="csY0"/>
                  </a:cxn>
                  <a:cxn ang="0">
                    <a:pos x="csX1" y="csY1"/>
                  </a:cxn>
                </a:cxnLst>
                <a:rect l="l" t="t" r="r" b="b"/>
                <a:pathLst>
                  <a:path w="2265" h="9026">
                    <a:moveTo>
                      <a:pt x="0" y="9026"/>
                    </a:move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79" name="Freeform 178">
                <a:extLst>
                  <a:ext uri="{FF2B5EF4-FFF2-40B4-BE49-F238E27FC236}">
                    <a16:creationId xmlns:a16="http://schemas.microsoft.com/office/drawing/2014/main" id="{DD3E5D34-FB9F-B472-F6C8-290190BF0D5D}"/>
                  </a:ext>
                </a:extLst>
              </p:cNvPr>
              <p:cNvSpPr/>
              <p:nvPr/>
            </p:nvSpPr>
            <p:spPr>
              <a:xfrm>
                <a:off x="2566116" y="6694748"/>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0" name="Freeform 179">
                <a:extLst>
                  <a:ext uri="{FF2B5EF4-FFF2-40B4-BE49-F238E27FC236}">
                    <a16:creationId xmlns:a16="http://schemas.microsoft.com/office/drawing/2014/main" id="{2E76FCDA-31F6-F010-738C-638EEA9A6659}"/>
                  </a:ext>
                </a:extLst>
              </p:cNvPr>
              <p:cNvSpPr/>
              <p:nvPr/>
            </p:nvSpPr>
            <p:spPr>
              <a:xfrm>
                <a:off x="2218892" y="5517428"/>
                <a:ext cx="389438" cy="179061"/>
              </a:xfrm>
              <a:custGeom>
                <a:avLst/>
                <a:gdLst>
                  <a:gd name="csX0" fmla="*/ 13315 w 389438"/>
                  <a:gd name="csY0" fmla="*/ 179062 h 179061"/>
                  <a:gd name="csX1" fmla="*/ 27298 w 389438"/>
                  <a:gd name="csY1" fmla="*/ 158473 h 179061"/>
                  <a:gd name="csX2" fmla="*/ 0 w 389438"/>
                  <a:gd name="csY2" fmla="*/ 156697 h 179061"/>
                  <a:gd name="csX3" fmla="*/ 13315 w 389438"/>
                  <a:gd name="csY3" fmla="*/ 179062 h 179061"/>
                  <a:gd name="csX4" fmla="*/ 387074 w 389438"/>
                  <a:gd name="csY4" fmla="*/ 129 h 179061"/>
                  <a:gd name="csX5" fmla="*/ 384709 w 389438"/>
                  <a:gd name="csY5" fmla="*/ 2 h 179061"/>
                  <a:gd name="csX6" fmla="*/ 384709 w 389438"/>
                  <a:gd name="csY6" fmla="*/ 0 h 179061"/>
                  <a:gd name="csX7" fmla="*/ 384709 w 389438"/>
                  <a:gd name="csY7" fmla="*/ 2 h 179061"/>
                  <a:gd name="csX8" fmla="*/ 384709 w 389438"/>
                  <a:gd name="csY8" fmla="*/ 29 h 179061"/>
                  <a:gd name="csX9" fmla="*/ 384705 w 389438"/>
                  <a:gd name="csY9" fmla="*/ 165 h 179061"/>
                  <a:gd name="csX10" fmla="*/ 384671 w 389438"/>
                  <a:gd name="csY10" fmla="*/ 763 h 179061"/>
                  <a:gd name="csX11" fmla="*/ 384369 w 389438"/>
                  <a:gd name="csY11" fmla="*/ 3168 h 179061"/>
                  <a:gd name="csX12" fmla="*/ 381914 w 389438"/>
                  <a:gd name="csY12" fmla="*/ 12043 h 179061"/>
                  <a:gd name="csX13" fmla="*/ 361996 w 389438"/>
                  <a:gd name="csY13" fmla="*/ 39941 h 179061"/>
                  <a:gd name="csX14" fmla="*/ 199936 w 389438"/>
                  <a:gd name="csY14" fmla="*/ 87446 h 179061"/>
                  <a:gd name="csX15" fmla="*/ 200194 w 389438"/>
                  <a:gd name="csY15" fmla="*/ 89596 h 179061"/>
                  <a:gd name="csX16" fmla="*/ 200453 w 389438"/>
                  <a:gd name="csY16" fmla="*/ 91747 h 179061"/>
                  <a:gd name="csX17" fmla="*/ 365432 w 389438"/>
                  <a:gd name="csY17" fmla="*/ 43075 h 179061"/>
                  <a:gd name="csX18" fmla="*/ 386392 w 389438"/>
                  <a:gd name="csY18" fmla="*/ 13657 h 179061"/>
                  <a:gd name="csX19" fmla="*/ 389047 w 389438"/>
                  <a:gd name="csY19" fmla="*/ 4044 h 179061"/>
                  <a:gd name="csX20" fmla="*/ 389387 w 389438"/>
                  <a:gd name="csY20" fmla="*/ 1309 h 179061"/>
                  <a:gd name="csX21" fmla="*/ 389432 w 389438"/>
                  <a:gd name="csY21" fmla="*/ 557 h 179061"/>
                  <a:gd name="csX22" fmla="*/ 389437 w 389438"/>
                  <a:gd name="csY22" fmla="*/ 347 h 179061"/>
                  <a:gd name="csX23" fmla="*/ 389439 w 389438"/>
                  <a:gd name="csY23" fmla="*/ 287 h 179061"/>
                  <a:gd name="csX24" fmla="*/ 389439 w 389438"/>
                  <a:gd name="csY24" fmla="*/ 266 h 179061"/>
                  <a:gd name="csX25" fmla="*/ 389439 w 389438"/>
                  <a:gd name="csY25" fmla="*/ 257 h 179061"/>
                  <a:gd name="csX26" fmla="*/ 387074 w 389438"/>
                  <a:gd name="csY26" fmla="*/ 129 h 179061"/>
                  <a:gd name="csX27" fmla="*/ 200194 w 389438"/>
                  <a:gd name="csY27" fmla="*/ 89596 h 179061"/>
                  <a:gd name="csX28" fmla="*/ 199936 w 389438"/>
                  <a:gd name="csY28" fmla="*/ 87446 h 179061"/>
                  <a:gd name="csX29" fmla="*/ 11306 w 389438"/>
                  <a:gd name="csY29" fmla="*/ 159148 h 179061"/>
                  <a:gd name="csX30" fmla="*/ 13616 w 389438"/>
                  <a:gd name="csY30" fmla="*/ 159732 h 179061"/>
                  <a:gd name="csX31" fmla="*/ 15924 w 389438"/>
                  <a:gd name="csY31" fmla="*/ 160314 h 179061"/>
                  <a:gd name="csX32" fmla="*/ 200453 w 389438"/>
                  <a:gd name="csY32" fmla="*/ 91747 h 179061"/>
                  <a:gd name="csX33" fmla="*/ 200194 w 389438"/>
                  <a:gd name="csY33" fmla="*/ 89596 h 1790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389438" h="179061">
                    <a:moveTo>
                      <a:pt x="13315" y="179062"/>
                    </a:moveTo>
                    <a:lnTo>
                      <a:pt x="27298" y="158473"/>
                    </a:lnTo>
                    <a:lnTo>
                      <a:pt x="0" y="156697"/>
                    </a:lnTo>
                    <a:lnTo>
                      <a:pt x="13315" y="179062"/>
                    </a:lnTo>
                    <a:close/>
                    <a:moveTo>
                      <a:pt x="387074" y="129"/>
                    </a:moveTo>
                    <a:cubicBezTo>
                      <a:pt x="384709" y="7"/>
                      <a:pt x="384709" y="5"/>
                      <a:pt x="384709" y="2"/>
                    </a:cubicBezTo>
                    <a:cubicBezTo>
                      <a:pt x="384709" y="2"/>
                      <a:pt x="384709" y="0"/>
                      <a:pt x="384709" y="0"/>
                    </a:cubicBezTo>
                    <a:cubicBezTo>
                      <a:pt x="384709" y="0"/>
                      <a:pt x="384709" y="0"/>
                      <a:pt x="384709" y="2"/>
                    </a:cubicBezTo>
                    <a:cubicBezTo>
                      <a:pt x="384709" y="7"/>
                      <a:pt x="384709" y="16"/>
                      <a:pt x="384709" y="29"/>
                    </a:cubicBezTo>
                    <a:cubicBezTo>
                      <a:pt x="384709" y="54"/>
                      <a:pt x="384707" y="102"/>
                      <a:pt x="384705" y="165"/>
                    </a:cubicBezTo>
                    <a:cubicBezTo>
                      <a:pt x="384700" y="291"/>
                      <a:pt x="384691" y="494"/>
                      <a:pt x="384671" y="763"/>
                    </a:cubicBezTo>
                    <a:cubicBezTo>
                      <a:pt x="384628" y="1302"/>
                      <a:pt x="384544" y="2117"/>
                      <a:pt x="384369" y="3168"/>
                    </a:cubicBezTo>
                    <a:cubicBezTo>
                      <a:pt x="384023" y="5274"/>
                      <a:pt x="383325" y="8329"/>
                      <a:pt x="381914" y="12043"/>
                    </a:cubicBezTo>
                    <a:cubicBezTo>
                      <a:pt x="379096" y="19465"/>
                      <a:pt x="373426" y="29545"/>
                      <a:pt x="361996" y="39941"/>
                    </a:cubicBezTo>
                    <a:cubicBezTo>
                      <a:pt x="339145" y="60726"/>
                      <a:pt x="293029" y="82989"/>
                      <a:pt x="199936" y="87446"/>
                    </a:cubicBezTo>
                    <a:lnTo>
                      <a:pt x="200194" y="89596"/>
                    </a:lnTo>
                    <a:lnTo>
                      <a:pt x="200453" y="91747"/>
                    </a:lnTo>
                    <a:cubicBezTo>
                      <a:pt x="294237" y="87256"/>
                      <a:pt x="341562" y="64786"/>
                      <a:pt x="365432" y="43075"/>
                    </a:cubicBezTo>
                    <a:cubicBezTo>
                      <a:pt x="377363" y="32221"/>
                      <a:pt x="383373" y="21613"/>
                      <a:pt x="386392" y="13657"/>
                    </a:cubicBezTo>
                    <a:cubicBezTo>
                      <a:pt x="387903" y="9683"/>
                      <a:pt x="388664" y="6377"/>
                      <a:pt x="389047" y="4044"/>
                    </a:cubicBezTo>
                    <a:cubicBezTo>
                      <a:pt x="389240" y="2877"/>
                      <a:pt x="389337" y="1954"/>
                      <a:pt x="389387" y="1309"/>
                    </a:cubicBezTo>
                    <a:cubicBezTo>
                      <a:pt x="389412" y="986"/>
                      <a:pt x="389425" y="736"/>
                      <a:pt x="389432" y="557"/>
                    </a:cubicBezTo>
                    <a:cubicBezTo>
                      <a:pt x="389434" y="469"/>
                      <a:pt x="389437" y="397"/>
                      <a:pt x="389437" y="347"/>
                    </a:cubicBezTo>
                    <a:cubicBezTo>
                      <a:pt x="389437" y="323"/>
                      <a:pt x="389439" y="302"/>
                      <a:pt x="389439" y="287"/>
                    </a:cubicBezTo>
                    <a:cubicBezTo>
                      <a:pt x="389439" y="278"/>
                      <a:pt x="389439" y="271"/>
                      <a:pt x="389439" y="266"/>
                    </a:cubicBezTo>
                    <a:cubicBezTo>
                      <a:pt x="389439" y="262"/>
                      <a:pt x="389439" y="259"/>
                      <a:pt x="389439" y="257"/>
                    </a:cubicBezTo>
                    <a:cubicBezTo>
                      <a:pt x="389439" y="255"/>
                      <a:pt x="389439" y="253"/>
                      <a:pt x="387074" y="129"/>
                    </a:cubicBezTo>
                    <a:close/>
                    <a:moveTo>
                      <a:pt x="200194" y="89596"/>
                    </a:moveTo>
                    <a:lnTo>
                      <a:pt x="199936" y="87446"/>
                    </a:lnTo>
                    <a:cubicBezTo>
                      <a:pt x="55035" y="94383"/>
                      <a:pt x="18137" y="131329"/>
                      <a:pt x="11306" y="159148"/>
                    </a:cubicBezTo>
                    <a:lnTo>
                      <a:pt x="13616" y="159732"/>
                    </a:lnTo>
                    <a:lnTo>
                      <a:pt x="15924" y="160314"/>
                    </a:lnTo>
                    <a:cubicBezTo>
                      <a:pt x="22034" y="135438"/>
                      <a:pt x="55817" y="98670"/>
                      <a:pt x="200453" y="91747"/>
                    </a:cubicBezTo>
                    <a:lnTo>
                      <a:pt x="200194" y="89596"/>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1" name="Freeform 180">
                <a:extLst>
                  <a:ext uri="{FF2B5EF4-FFF2-40B4-BE49-F238E27FC236}">
                    <a16:creationId xmlns:a16="http://schemas.microsoft.com/office/drawing/2014/main" id="{7E714D10-D7B0-6903-6E92-E4D6A4716983}"/>
                  </a:ext>
                </a:extLst>
              </p:cNvPr>
              <p:cNvSpPr/>
              <p:nvPr/>
            </p:nvSpPr>
            <p:spPr>
              <a:xfrm>
                <a:off x="2548255" y="5517428"/>
                <a:ext cx="389438" cy="179061"/>
              </a:xfrm>
              <a:custGeom>
                <a:avLst/>
                <a:gdLst>
                  <a:gd name="csX0" fmla="*/ 376124 w 389438"/>
                  <a:gd name="csY0" fmla="*/ 179062 h 179061"/>
                  <a:gd name="csX1" fmla="*/ 362141 w 389438"/>
                  <a:gd name="csY1" fmla="*/ 158473 h 179061"/>
                  <a:gd name="csX2" fmla="*/ 389439 w 389438"/>
                  <a:gd name="csY2" fmla="*/ 156697 h 179061"/>
                  <a:gd name="csX3" fmla="*/ 376124 w 389438"/>
                  <a:gd name="csY3" fmla="*/ 179062 h 179061"/>
                  <a:gd name="csX4" fmla="*/ 2365 w 389438"/>
                  <a:gd name="csY4" fmla="*/ 129 h 179061"/>
                  <a:gd name="csX5" fmla="*/ 4730 w 389438"/>
                  <a:gd name="csY5" fmla="*/ 2 h 179061"/>
                  <a:gd name="csX6" fmla="*/ 4730 w 389438"/>
                  <a:gd name="csY6" fmla="*/ 0 h 179061"/>
                  <a:gd name="csX7" fmla="*/ 4730 w 389438"/>
                  <a:gd name="csY7" fmla="*/ 2 h 179061"/>
                  <a:gd name="csX8" fmla="*/ 4730 w 389438"/>
                  <a:gd name="csY8" fmla="*/ 29 h 179061"/>
                  <a:gd name="csX9" fmla="*/ 4734 w 389438"/>
                  <a:gd name="csY9" fmla="*/ 165 h 179061"/>
                  <a:gd name="csX10" fmla="*/ 4770 w 389438"/>
                  <a:gd name="csY10" fmla="*/ 763 h 179061"/>
                  <a:gd name="csX11" fmla="*/ 5070 w 389438"/>
                  <a:gd name="csY11" fmla="*/ 3168 h 179061"/>
                  <a:gd name="csX12" fmla="*/ 7525 w 389438"/>
                  <a:gd name="csY12" fmla="*/ 12043 h 179061"/>
                  <a:gd name="csX13" fmla="*/ 27443 w 389438"/>
                  <a:gd name="csY13" fmla="*/ 39941 h 179061"/>
                  <a:gd name="csX14" fmla="*/ 189503 w 389438"/>
                  <a:gd name="csY14" fmla="*/ 87446 h 179061"/>
                  <a:gd name="csX15" fmla="*/ 189244 w 389438"/>
                  <a:gd name="csY15" fmla="*/ 89596 h 179061"/>
                  <a:gd name="csX16" fmla="*/ 188986 w 389438"/>
                  <a:gd name="csY16" fmla="*/ 91747 h 179061"/>
                  <a:gd name="csX17" fmla="*/ 24007 w 389438"/>
                  <a:gd name="csY17" fmla="*/ 43075 h 179061"/>
                  <a:gd name="csX18" fmla="*/ 3047 w 389438"/>
                  <a:gd name="csY18" fmla="*/ 13657 h 179061"/>
                  <a:gd name="csX19" fmla="*/ 392 w 389438"/>
                  <a:gd name="csY19" fmla="*/ 4044 h 179061"/>
                  <a:gd name="csX20" fmla="*/ 52 w 389438"/>
                  <a:gd name="csY20" fmla="*/ 1309 h 179061"/>
                  <a:gd name="csX21" fmla="*/ 9 w 389438"/>
                  <a:gd name="csY21" fmla="*/ 557 h 179061"/>
                  <a:gd name="csX22" fmla="*/ 2 w 389438"/>
                  <a:gd name="csY22" fmla="*/ 347 h 179061"/>
                  <a:gd name="csX23" fmla="*/ 2 w 389438"/>
                  <a:gd name="csY23" fmla="*/ 287 h 179061"/>
                  <a:gd name="csX24" fmla="*/ 0 w 389438"/>
                  <a:gd name="csY24" fmla="*/ 266 h 179061"/>
                  <a:gd name="csX25" fmla="*/ 0 w 389438"/>
                  <a:gd name="csY25" fmla="*/ 257 h 179061"/>
                  <a:gd name="csX26" fmla="*/ 2365 w 389438"/>
                  <a:gd name="csY26" fmla="*/ 129 h 179061"/>
                  <a:gd name="csX27" fmla="*/ 189244 w 389438"/>
                  <a:gd name="csY27" fmla="*/ 89596 h 179061"/>
                  <a:gd name="csX28" fmla="*/ 189503 w 389438"/>
                  <a:gd name="csY28" fmla="*/ 87446 h 179061"/>
                  <a:gd name="csX29" fmla="*/ 378133 w 389438"/>
                  <a:gd name="csY29" fmla="*/ 159148 h 179061"/>
                  <a:gd name="csX30" fmla="*/ 375823 w 389438"/>
                  <a:gd name="csY30" fmla="*/ 159732 h 179061"/>
                  <a:gd name="csX31" fmla="*/ 373514 w 389438"/>
                  <a:gd name="csY31" fmla="*/ 160314 h 179061"/>
                  <a:gd name="csX32" fmla="*/ 188986 w 389438"/>
                  <a:gd name="csY32" fmla="*/ 91747 h 179061"/>
                  <a:gd name="csX33" fmla="*/ 189244 w 389438"/>
                  <a:gd name="csY33" fmla="*/ 89596 h 17906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Lst>
                <a:rect l="l" t="t" r="r" b="b"/>
                <a:pathLst>
                  <a:path w="389438" h="179061">
                    <a:moveTo>
                      <a:pt x="376124" y="179062"/>
                    </a:moveTo>
                    <a:lnTo>
                      <a:pt x="362141" y="158473"/>
                    </a:lnTo>
                    <a:lnTo>
                      <a:pt x="389439" y="156697"/>
                    </a:lnTo>
                    <a:lnTo>
                      <a:pt x="376124" y="179062"/>
                    </a:lnTo>
                    <a:close/>
                    <a:moveTo>
                      <a:pt x="2365" y="129"/>
                    </a:moveTo>
                    <a:cubicBezTo>
                      <a:pt x="4730" y="7"/>
                      <a:pt x="4730" y="5"/>
                      <a:pt x="4730" y="2"/>
                    </a:cubicBezTo>
                    <a:cubicBezTo>
                      <a:pt x="4730" y="2"/>
                      <a:pt x="4730" y="0"/>
                      <a:pt x="4730" y="0"/>
                    </a:cubicBezTo>
                    <a:cubicBezTo>
                      <a:pt x="4730" y="0"/>
                      <a:pt x="4730" y="0"/>
                      <a:pt x="4730" y="2"/>
                    </a:cubicBezTo>
                    <a:cubicBezTo>
                      <a:pt x="4730" y="7"/>
                      <a:pt x="4730" y="16"/>
                      <a:pt x="4730" y="29"/>
                    </a:cubicBezTo>
                    <a:cubicBezTo>
                      <a:pt x="4730" y="54"/>
                      <a:pt x="4732" y="102"/>
                      <a:pt x="4734" y="165"/>
                    </a:cubicBezTo>
                    <a:cubicBezTo>
                      <a:pt x="4739" y="291"/>
                      <a:pt x="4748" y="494"/>
                      <a:pt x="4770" y="763"/>
                    </a:cubicBezTo>
                    <a:cubicBezTo>
                      <a:pt x="4811" y="1302"/>
                      <a:pt x="4895" y="2117"/>
                      <a:pt x="5070" y="3168"/>
                    </a:cubicBezTo>
                    <a:cubicBezTo>
                      <a:pt x="5416" y="5274"/>
                      <a:pt x="6114" y="8329"/>
                      <a:pt x="7525" y="12043"/>
                    </a:cubicBezTo>
                    <a:cubicBezTo>
                      <a:pt x="10343" y="19465"/>
                      <a:pt x="16015" y="29545"/>
                      <a:pt x="27443" y="39941"/>
                    </a:cubicBezTo>
                    <a:cubicBezTo>
                      <a:pt x="50294" y="60726"/>
                      <a:pt x="96409" y="82989"/>
                      <a:pt x="189503" y="87446"/>
                    </a:cubicBezTo>
                    <a:lnTo>
                      <a:pt x="189244" y="89596"/>
                    </a:lnTo>
                    <a:lnTo>
                      <a:pt x="188986" y="91747"/>
                    </a:lnTo>
                    <a:cubicBezTo>
                      <a:pt x="95202" y="87256"/>
                      <a:pt x="47877" y="64786"/>
                      <a:pt x="24007" y="43075"/>
                    </a:cubicBezTo>
                    <a:cubicBezTo>
                      <a:pt x="12076" y="32221"/>
                      <a:pt x="6066" y="21613"/>
                      <a:pt x="3047" y="13657"/>
                    </a:cubicBezTo>
                    <a:cubicBezTo>
                      <a:pt x="1536" y="9683"/>
                      <a:pt x="775" y="6377"/>
                      <a:pt x="392" y="4044"/>
                    </a:cubicBezTo>
                    <a:cubicBezTo>
                      <a:pt x="199" y="2877"/>
                      <a:pt x="102" y="1954"/>
                      <a:pt x="52" y="1309"/>
                    </a:cubicBezTo>
                    <a:cubicBezTo>
                      <a:pt x="27" y="986"/>
                      <a:pt x="16" y="736"/>
                      <a:pt x="9" y="557"/>
                    </a:cubicBezTo>
                    <a:cubicBezTo>
                      <a:pt x="4" y="469"/>
                      <a:pt x="2" y="397"/>
                      <a:pt x="2" y="347"/>
                    </a:cubicBezTo>
                    <a:cubicBezTo>
                      <a:pt x="2" y="323"/>
                      <a:pt x="2" y="302"/>
                      <a:pt x="2" y="287"/>
                    </a:cubicBezTo>
                    <a:cubicBezTo>
                      <a:pt x="2" y="278"/>
                      <a:pt x="0" y="271"/>
                      <a:pt x="0" y="266"/>
                    </a:cubicBezTo>
                    <a:cubicBezTo>
                      <a:pt x="0" y="262"/>
                      <a:pt x="0" y="259"/>
                      <a:pt x="0" y="257"/>
                    </a:cubicBezTo>
                    <a:cubicBezTo>
                      <a:pt x="0" y="255"/>
                      <a:pt x="0" y="253"/>
                      <a:pt x="2365" y="129"/>
                    </a:cubicBezTo>
                    <a:close/>
                    <a:moveTo>
                      <a:pt x="189244" y="89596"/>
                    </a:moveTo>
                    <a:lnTo>
                      <a:pt x="189503" y="87446"/>
                    </a:lnTo>
                    <a:cubicBezTo>
                      <a:pt x="334403" y="94383"/>
                      <a:pt x="371301" y="131329"/>
                      <a:pt x="378133" y="159148"/>
                    </a:cubicBezTo>
                    <a:lnTo>
                      <a:pt x="375823" y="159732"/>
                    </a:lnTo>
                    <a:lnTo>
                      <a:pt x="373514" y="160314"/>
                    </a:lnTo>
                    <a:cubicBezTo>
                      <a:pt x="367405" y="135438"/>
                      <a:pt x="333622" y="98670"/>
                      <a:pt x="188986" y="91747"/>
                    </a:cubicBezTo>
                    <a:lnTo>
                      <a:pt x="189244" y="89596"/>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2" name="Rectangle 181">
                <a:extLst>
                  <a:ext uri="{FF2B5EF4-FFF2-40B4-BE49-F238E27FC236}">
                    <a16:creationId xmlns:a16="http://schemas.microsoft.com/office/drawing/2014/main" id="{8F13C3CE-B0A8-96A4-6127-B6EFE1CE5809}"/>
                  </a:ext>
                </a:extLst>
              </p:cNvPr>
              <p:cNvSpPr/>
              <p:nvPr/>
            </p:nvSpPr>
            <p:spPr>
              <a:xfrm>
                <a:off x="2225823" y="5442362"/>
                <a:ext cx="679562" cy="124110"/>
              </a:xfrm>
              <a:prstGeom prst="rect">
                <a:avLst/>
              </a:prstGeom>
              <a:solidFill>
                <a:srgbClr val="FFFFFF"/>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3" name="Freeform 182">
                <a:extLst>
                  <a:ext uri="{FF2B5EF4-FFF2-40B4-BE49-F238E27FC236}">
                    <a16:creationId xmlns:a16="http://schemas.microsoft.com/office/drawing/2014/main" id="{B6FAF205-1302-1280-D236-A983BE060FDF}"/>
                  </a:ext>
                </a:extLst>
              </p:cNvPr>
              <p:cNvSpPr/>
              <p:nvPr/>
            </p:nvSpPr>
            <p:spPr>
              <a:xfrm>
                <a:off x="2343062" y="5489379"/>
                <a:ext cx="220825" cy="23251"/>
              </a:xfrm>
              <a:custGeom>
                <a:avLst/>
                <a:gdLst>
                  <a:gd name="csX0" fmla="*/ 9292 w 220825"/>
                  <a:gd name="csY0" fmla="*/ 23252 h 23251"/>
                  <a:gd name="csX1" fmla="*/ 4440 w 220825"/>
                  <a:gd name="csY1" fmla="*/ 22335 h 23251"/>
                  <a:gd name="csX2" fmla="*/ 1269 w 220825"/>
                  <a:gd name="csY2" fmla="*/ 19461 h 23251"/>
                  <a:gd name="csX3" fmla="*/ 32 w 220825"/>
                  <a:gd name="csY3" fmla="*/ 14595 h 23251"/>
                  <a:gd name="csX4" fmla="*/ 0 w 220825"/>
                  <a:gd name="csY4" fmla="*/ 11910 h 23251"/>
                  <a:gd name="csX5" fmla="*/ 32 w 220825"/>
                  <a:gd name="csY5" fmla="*/ 9193 h 23251"/>
                  <a:gd name="csX6" fmla="*/ 1300 w 220825"/>
                  <a:gd name="csY6" fmla="*/ 4391 h 23251"/>
                  <a:gd name="csX7" fmla="*/ 4503 w 220825"/>
                  <a:gd name="csY7" fmla="*/ 1485 h 23251"/>
                  <a:gd name="csX8" fmla="*/ 9292 w 220825"/>
                  <a:gd name="csY8" fmla="*/ 505 h 23251"/>
                  <a:gd name="csX9" fmla="*/ 14080 w 220825"/>
                  <a:gd name="csY9" fmla="*/ 1485 h 23251"/>
                  <a:gd name="csX10" fmla="*/ 17315 w 220825"/>
                  <a:gd name="csY10" fmla="*/ 4391 h 23251"/>
                  <a:gd name="csX11" fmla="*/ 18584 w 220825"/>
                  <a:gd name="csY11" fmla="*/ 9193 h 23251"/>
                  <a:gd name="csX12" fmla="*/ 18647 w 220825"/>
                  <a:gd name="csY12" fmla="*/ 11910 h 23251"/>
                  <a:gd name="csX13" fmla="*/ 18584 w 220825"/>
                  <a:gd name="csY13" fmla="*/ 14595 h 23251"/>
                  <a:gd name="csX14" fmla="*/ 17347 w 220825"/>
                  <a:gd name="csY14" fmla="*/ 19461 h 23251"/>
                  <a:gd name="csX15" fmla="*/ 14144 w 220825"/>
                  <a:gd name="csY15" fmla="*/ 22335 h 23251"/>
                  <a:gd name="csX16" fmla="*/ 9292 w 220825"/>
                  <a:gd name="csY16" fmla="*/ 23252 h 23251"/>
                  <a:gd name="csX17" fmla="*/ 9292 w 220825"/>
                  <a:gd name="csY17" fmla="*/ 19618 h 23251"/>
                  <a:gd name="csX18" fmla="*/ 12653 w 220825"/>
                  <a:gd name="csY18" fmla="*/ 18418 h 23251"/>
                  <a:gd name="csX19" fmla="*/ 14049 w 220825"/>
                  <a:gd name="csY19" fmla="*/ 14437 h 23251"/>
                  <a:gd name="csX20" fmla="*/ 14112 w 220825"/>
                  <a:gd name="csY20" fmla="*/ 11879 h 23251"/>
                  <a:gd name="csX21" fmla="*/ 14049 w 220825"/>
                  <a:gd name="csY21" fmla="*/ 9320 h 23251"/>
                  <a:gd name="csX22" fmla="*/ 13351 w 220825"/>
                  <a:gd name="csY22" fmla="*/ 6350 h 23251"/>
                  <a:gd name="csX23" fmla="*/ 11702 w 220825"/>
                  <a:gd name="csY23" fmla="*/ 4676 h 23251"/>
                  <a:gd name="csX24" fmla="*/ 9292 w 220825"/>
                  <a:gd name="csY24" fmla="*/ 4139 h 23251"/>
                  <a:gd name="csX25" fmla="*/ 6913 w 220825"/>
                  <a:gd name="csY25" fmla="*/ 4676 h 23251"/>
                  <a:gd name="csX26" fmla="*/ 5233 w 220825"/>
                  <a:gd name="csY26" fmla="*/ 6350 h 23251"/>
                  <a:gd name="csX27" fmla="*/ 4567 w 220825"/>
                  <a:gd name="csY27" fmla="*/ 9320 h 23251"/>
                  <a:gd name="csX28" fmla="*/ 4535 w 220825"/>
                  <a:gd name="csY28" fmla="*/ 11879 h 23251"/>
                  <a:gd name="csX29" fmla="*/ 4567 w 220825"/>
                  <a:gd name="csY29" fmla="*/ 14437 h 23251"/>
                  <a:gd name="csX30" fmla="*/ 5962 w 220825"/>
                  <a:gd name="csY30" fmla="*/ 18418 h 23251"/>
                  <a:gd name="csX31" fmla="*/ 9292 w 220825"/>
                  <a:gd name="csY31" fmla="*/ 19618 h 23251"/>
                  <a:gd name="csX32" fmla="*/ 23191 w 220825"/>
                  <a:gd name="csY32" fmla="*/ 22936 h 23251"/>
                  <a:gd name="csX33" fmla="*/ 22652 w 220825"/>
                  <a:gd name="csY33" fmla="*/ 22714 h 23251"/>
                  <a:gd name="csX34" fmla="*/ 22430 w 220825"/>
                  <a:gd name="csY34" fmla="*/ 22177 h 23251"/>
                  <a:gd name="csX35" fmla="*/ 22430 w 220825"/>
                  <a:gd name="csY35" fmla="*/ 7298 h 23251"/>
                  <a:gd name="csX36" fmla="*/ 22652 w 220825"/>
                  <a:gd name="csY36" fmla="*/ 6729 h 23251"/>
                  <a:gd name="csX37" fmla="*/ 23191 w 220825"/>
                  <a:gd name="csY37" fmla="*/ 6508 h 23251"/>
                  <a:gd name="csX38" fmla="*/ 25760 w 220825"/>
                  <a:gd name="csY38" fmla="*/ 6508 h 23251"/>
                  <a:gd name="csX39" fmla="*/ 26299 w 220825"/>
                  <a:gd name="csY39" fmla="*/ 6729 h 23251"/>
                  <a:gd name="csX40" fmla="*/ 26553 w 220825"/>
                  <a:gd name="csY40" fmla="*/ 7298 h 23251"/>
                  <a:gd name="csX41" fmla="*/ 26553 w 220825"/>
                  <a:gd name="csY41" fmla="*/ 8593 h 23251"/>
                  <a:gd name="csX42" fmla="*/ 28424 w 220825"/>
                  <a:gd name="csY42" fmla="*/ 7045 h 23251"/>
                  <a:gd name="csX43" fmla="*/ 31119 w 220825"/>
                  <a:gd name="csY43" fmla="*/ 6508 h 23251"/>
                  <a:gd name="csX44" fmla="*/ 32420 w 220825"/>
                  <a:gd name="csY44" fmla="*/ 6508 h 23251"/>
                  <a:gd name="csX45" fmla="*/ 32959 w 220825"/>
                  <a:gd name="csY45" fmla="*/ 6729 h 23251"/>
                  <a:gd name="csX46" fmla="*/ 33181 w 220825"/>
                  <a:gd name="csY46" fmla="*/ 7266 h 23251"/>
                  <a:gd name="csX47" fmla="*/ 33181 w 220825"/>
                  <a:gd name="csY47" fmla="*/ 9541 h 23251"/>
                  <a:gd name="csX48" fmla="*/ 32959 w 220825"/>
                  <a:gd name="csY48" fmla="*/ 10078 h 23251"/>
                  <a:gd name="csX49" fmla="*/ 32420 w 220825"/>
                  <a:gd name="csY49" fmla="*/ 10299 h 23251"/>
                  <a:gd name="csX50" fmla="*/ 29946 w 220825"/>
                  <a:gd name="csY50" fmla="*/ 10299 h 23251"/>
                  <a:gd name="csX51" fmla="*/ 27568 w 220825"/>
                  <a:gd name="csY51" fmla="*/ 11152 h 23251"/>
                  <a:gd name="csX52" fmla="*/ 26743 w 220825"/>
                  <a:gd name="csY52" fmla="*/ 13490 h 23251"/>
                  <a:gd name="csX53" fmla="*/ 26743 w 220825"/>
                  <a:gd name="csY53" fmla="*/ 22177 h 23251"/>
                  <a:gd name="csX54" fmla="*/ 26521 w 220825"/>
                  <a:gd name="csY54" fmla="*/ 22714 h 23251"/>
                  <a:gd name="csX55" fmla="*/ 25950 w 220825"/>
                  <a:gd name="csY55" fmla="*/ 22936 h 23251"/>
                  <a:gd name="csX56" fmla="*/ 23191 w 220825"/>
                  <a:gd name="csY56" fmla="*/ 22936 h 23251"/>
                  <a:gd name="csX57" fmla="*/ 41528 w 220825"/>
                  <a:gd name="csY57" fmla="*/ 23252 h 23251"/>
                  <a:gd name="csX58" fmla="*/ 38610 w 220825"/>
                  <a:gd name="csY58" fmla="*/ 22714 h 23251"/>
                  <a:gd name="csX59" fmla="*/ 36549 w 220825"/>
                  <a:gd name="csY59" fmla="*/ 21135 h 23251"/>
                  <a:gd name="csX60" fmla="*/ 35281 w 220825"/>
                  <a:gd name="csY60" fmla="*/ 18765 h 23251"/>
                  <a:gd name="csX61" fmla="*/ 34773 w 220825"/>
                  <a:gd name="csY61" fmla="*/ 15733 h 23251"/>
                  <a:gd name="csX62" fmla="*/ 34741 w 220825"/>
                  <a:gd name="csY62" fmla="*/ 14722 h 23251"/>
                  <a:gd name="csX63" fmla="*/ 34773 w 220825"/>
                  <a:gd name="csY63" fmla="*/ 13679 h 23251"/>
                  <a:gd name="csX64" fmla="*/ 35249 w 220825"/>
                  <a:gd name="csY64" fmla="*/ 10741 h 23251"/>
                  <a:gd name="csX65" fmla="*/ 36517 w 220825"/>
                  <a:gd name="csY65" fmla="*/ 8372 h 23251"/>
                  <a:gd name="csX66" fmla="*/ 38610 w 220825"/>
                  <a:gd name="csY66" fmla="*/ 6761 h 23251"/>
                  <a:gd name="csX67" fmla="*/ 41528 w 220825"/>
                  <a:gd name="csY67" fmla="*/ 6192 h 23251"/>
                  <a:gd name="csX68" fmla="*/ 44414 w 220825"/>
                  <a:gd name="csY68" fmla="*/ 6792 h 23251"/>
                  <a:gd name="csX69" fmla="*/ 46412 w 220825"/>
                  <a:gd name="csY69" fmla="*/ 8277 h 23251"/>
                  <a:gd name="csX70" fmla="*/ 46412 w 220825"/>
                  <a:gd name="csY70" fmla="*/ 1264 h 23251"/>
                  <a:gd name="csX71" fmla="*/ 46602 w 220825"/>
                  <a:gd name="csY71" fmla="*/ 727 h 23251"/>
                  <a:gd name="csX72" fmla="*/ 47173 w 220825"/>
                  <a:gd name="csY72" fmla="*/ 505 h 23251"/>
                  <a:gd name="csX73" fmla="*/ 49868 w 220825"/>
                  <a:gd name="csY73" fmla="*/ 505 h 23251"/>
                  <a:gd name="csX74" fmla="*/ 50408 w 220825"/>
                  <a:gd name="csY74" fmla="*/ 727 h 23251"/>
                  <a:gd name="csX75" fmla="*/ 50630 w 220825"/>
                  <a:gd name="csY75" fmla="*/ 1264 h 23251"/>
                  <a:gd name="csX76" fmla="*/ 50630 w 220825"/>
                  <a:gd name="csY76" fmla="*/ 22177 h 23251"/>
                  <a:gd name="csX77" fmla="*/ 50408 w 220825"/>
                  <a:gd name="csY77" fmla="*/ 22714 h 23251"/>
                  <a:gd name="csX78" fmla="*/ 49868 w 220825"/>
                  <a:gd name="csY78" fmla="*/ 22936 h 23251"/>
                  <a:gd name="csX79" fmla="*/ 47363 w 220825"/>
                  <a:gd name="csY79" fmla="*/ 22936 h 23251"/>
                  <a:gd name="csX80" fmla="*/ 46792 w 220825"/>
                  <a:gd name="csY80" fmla="*/ 22714 h 23251"/>
                  <a:gd name="csX81" fmla="*/ 46602 w 220825"/>
                  <a:gd name="csY81" fmla="*/ 22177 h 23251"/>
                  <a:gd name="csX82" fmla="*/ 46602 w 220825"/>
                  <a:gd name="csY82" fmla="*/ 21008 h 23251"/>
                  <a:gd name="csX83" fmla="*/ 44572 w 220825"/>
                  <a:gd name="csY83" fmla="*/ 22620 h 23251"/>
                  <a:gd name="csX84" fmla="*/ 41528 w 220825"/>
                  <a:gd name="csY84" fmla="*/ 23252 h 23251"/>
                  <a:gd name="csX85" fmla="*/ 42701 w 220825"/>
                  <a:gd name="csY85" fmla="*/ 19871 h 23251"/>
                  <a:gd name="csX86" fmla="*/ 44826 w 220825"/>
                  <a:gd name="csY86" fmla="*/ 19271 h 23251"/>
                  <a:gd name="csX87" fmla="*/ 46000 w 220825"/>
                  <a:gd name="csY87" fmla="*/ 17755 h 23251"/>
                  <a:gd name="csX88" fmla="*/ 46412 w 220825"/>
                  <a:gd name="csY88" fmla="*/ 15827 h 23251"/>
                  <a:gd name="csX89" fmla="*/ 46444 w 220825"/>
                  <a:gd name="csY89" fmla="*/ 14627 h 23251"/>
                  <a:gd name="csX90" fmla="*/ 46412 w 220825"/>
                  <a:gd name="csY90" fmla="*/ 13395 h 23251"/>
                  <a:gd name="csX91" fmla="*/ 45968 w 220825"/>
                  <a:gd name="csY91" fmla="*/ 11594 h 23251"/>
                  <a:gd name="csX92" fmla="*/ 44763 w 220825"/>
                  <a:gd name="csY92" fmla="*/ 10141 h 23251"/>
                  <a:gd name="csX93" fmla="*/ 42701 w 220825"/>
                  <a:gd name="csY93" fmla="*/ 9572 h 23251"/>
                  <a:gd name="csX94" fmla="*/ 40577 w 220825"/>
                  <a:gd name="csY94" fmla="*/ 10173 h 23251"/>
                  <a:gd name="csX95" fmla="*/ 39467 w 220825"/>
                  <a:gd name="csY95" fmla="*/ 11689 h 23251"/>
                  <a:gd name="csX96" fmla="*/ 39054 w 220825"/>
                  <a:gd name="csY96" fmla="*/ 13774 h 23251"/>
                  <a:gd name="csX97" fmla="*/ 39054 w 220825"/>
                  <a:gd name="csY97" fmla="*/ 15669 h 23251"/>
                  <a:gd name="csX98" fmla="*/ 39467 w 220825"/>
                  <a:gd name="csY98" fmla="*/ 17755 h 23251"/>
                  <a:gd name="csX99" fmla="*/ 40577 w 220825"/>
                  <a:gd name="csY99" fmla="*/ 19303 h 23251"/>
                  <a:gd name="csX100" fmla="*/ 42701 w 220825"/>
                  <a:gd name="csY100" fmla="*/ 19871 h 23251"/>
                  <a:gd name="csX101" fmla="*/ 61960 w 220825"/>
                  <a:gd name="csY101" fmla="*/ 23252 h 23251"/>
                  <a:gd name="csX102" fmla="*/ 56379 w 220825"/>
                  <a:gd name="csY102" fmla="*/ 21230 h 23251"/>
                  <a:gd name="csX103" fmla="*/ 54159 w 220825"/>
                  <a:gd name="csY103" fmla="*/ 15480 h 23251"/>
                  <a:gd name="csX104" fmla="*/ 54127 w 220825"/>
                  <a:gd name="csY104" fmla="*/ 14690 h 23251"/>
                  <a:gd name="csX105" fmla="*/ 54159 w 220825"/>
                  <a:gd name="csY105" fmla="*/ 13900 h 23251"/>
                  <a:gd name="csX106" fmla="*/ 55237 w 220825"/>
                  <a:gd name="csY106" fmla="*/ 9793 h 23251"/>
                  <a:gd name="csX107" fmla="*/ 57933 w 220825"/>
                  <a:gd name="csY107" fmla="*/ 7140 h 23251"/>
                  <a:gd name="csX108" fmla="*/ 61960 w 220825"/>
                  <a:gd name="csY108" fmla="*/ 6192 h 23251"/>
                  <a:gd name="csX109" fmla="*/ 66273 w 220825"/>
                  <a:gd name="csY109" fmla="*/ 7266 h 23251"/>
                  <a:gd name="csX110" fmla="*/ 68905 w 220825"/>
                  <a:gd name="csY110" fmla="*/ 10204 h 23251"/>
                  <a:gd name="csX111" fmla="*/ 69793 w 220825"/>
                  <a:gd name="csY111" fmla="*/ 14532 h 23251"/>
                  <a:gd name="csX112" fmla="*/ 69793 w 220825"/>
                  <a:gd name="csY112" fmla="*/ 15196 h 23251"/>
                  <a:gd name="csX113" fmla="*/ 69571 w 220825"/>
                  <a:gd name="csY113" fmla="*/ 15733 h 23251"/>
                  <a:gd name="csX114" fmla="*/ 69000 w 220825"/>
                  <a:gd name="csY114" fmla="*/ 15954 h 23251"/>
                  <a:gd name="csX115" fmla="*/ 58472 w 220825"/>
                  <a:gd name="csY115" fmla="*/ 15954 h 23251"/>
                  <a:gd name="csX116" fmla="*/ 58472 w 220825"/>
                  <a:gd name="csY116" fmla="*/ 16049 h 23251"/>
                  <a:gd name="csX117" fmla="*/ 58472 w 220825"/>
                  <a:gd name="csY117" fmla="*/ 16207 h 23251"/>
                  <a:gd name="csX118" fmla="*/ 58884 w 220825"/>
                  <a:gd name="csY118" fmla="*/ 18260 h 23251"/>
                  <a:gd name="csX119" fmla="*/ 60057 w 220825"/>
                  <a:gd name="csY119" fmla="*/ 19745 h 23251"/>
                  <a:gd name="csX120" fmla="*/ 61928 w 220825"/>
                  <a:gd name="csY120" fmla="*/ 20313 h 23251"/>
                  <a:gd name="csX121" fmla="*/ 63419 w 220825"/>
                  <a:gd name="csY121" fmla="*/ 20061 h 23251"/>
                  <a:gd name="csX122" fmla="*/ 64402 w 220825"/>
                  <a:gd name="csY122" fmla="*/ 19429 h 23251"/>
                  <a:gd name="csX123" fmla="*/ 64941 w 220825"/>
                  <a:gd name="csY123" fmla="*/ 18860 h 23251"/>
                  <a:gd name="csX124" fmla="*/ 65385 w 220825"/>
                  <a:gd name="csY124" fmla="*/ 18418 h 23251"/>
                  <a:gd name="csX125" fmla="*/ 65924 w 220825"/>
                  <a:gd name="csY125" fmla="*/ 18323 h 23251"/>
                  <a:gd name="csX126" fmla="*/ 68652 w 220825"/>
                  <a:gd name="csY126" fmla="*/ 18323 h 23251"/>
                  <a:gd name="csX127" fmla="*/ 69159 w 220825"/>
                  <a:gd name="csY127" fmla="*/ 18513 h 23251"/>
                  <a:gd name="csX128" fmla="*/ 69349 w 220825"/>
                  <a:gd name="csY128" fmla="*/ 18987 h 23251"/>
                  <a:gd name="csX129" fmla="*/ 68810 w 220825"/>
                  <a:gd name="csY129" fmla="*/ 20219 h 23251"/>
                  <a:gd name="csX130" fmla="*/ 67415 w 220825"/>
                  <a:gd name="csY130" fmla="*/ 21640 h 23251"/>
                  <a:gd name="csX131" fmla="*/ 65100 w 220825"/>
                  <a:gd name="csY131" fmla="*/ 22809 h 23251"/>
                  <a:gd name="csX132" fmla="*/ 61960 w 220825"/>
                  <a:gd name="csY132" fmla="*/ 23252 h 23251"/>
                  <a:gd name="csX133" fmla="*/ 58472 w 220825"/>
                  <a:gd name="csY133" fmla="*/ 13300 h 23251"/>
                  <a:gd name="csX134" fmla="*/ 65480 w 220825"/>
                  <a:gd name="csY134" fmla="*/ 13300 h 23251"/>
                  <a:gd name="csX135" fmla="*/ 65480 w 220825"/>
                  <a:gd name="csY135" fmla="*/ 13205 h 23251"/>
                  <a:gd name="csX136" fmla="*/ 65068 w 220825"/>
                  <a:gd name="csY136" fmla="*/ 11057 h 23251"/>
                  <a:gd name="csX137" fmla="*/ 63863 w 220825"/>
                  <a:gd name="csY137" fmla="*/ 9604 h 23251"/>
                  <a:gd name="csX138" fmla="*/ 61960 w 220825"/>
                  <a:gd name="csY138" fmla="*/ 9067 h 23251"/>
                  <a:gd name="csX139" fmla="*/ 60057 w 220825"/>
                  <a:gd name="csY139" fmla="*/ 9604 h 23251"/>
                  <a:gd name="csX140" fmla="*/ 58852 w 220825"/>
                  <a:gd name="csY140" fmla="*/ 11057 h 23251"/>
                  <a:gd name="csX141" fmla="*/ 58472 w 220825"/>
                  <a:gd name="csY141" fmla="*/ 13205 h 23251"/>
                  <a:gd name="csX142" fmla="*/ 58472 w 220825"/>
                  <a:gd name="csY142" fmla="*/ 13300 h 23251"/>
                  <a:gd name="csX143" fmla="*/ 73920 w 220825"/>
                  <a:gd name="csY143" fmla="*/ 22936 h 23251"/>
                  <a:gd name="csX144" fmla="*/ 73381 w 220825"/>
                  <a:gd name="csY144" fmla="*/ 22714 h 23251"/>
                  <a:gd name="csX145" fmla="*/ 73159 w 220825"/>
                  <a:gd name="csY145" fmla="*/ 22177 h 23251"/>
                  <a:gd name="csX146" fmla="*/ 73159 w 220825"/>
                  <a:gd name="csY146" fmla="*/ 7298 h 23251"/>
                  <a:gd name="csX147" fmla="*/ 73381 w 220825"/>
                  <a:gd name="csY147" fmla="*/ 6729 h 23251"/>
                  <a:gd name="csX148" fmla="*/ 73920 w 220825"/>
                  <a:gd name="csY148" fmla="*/ 6508 h 23251"/>
                  <a:gd name="csX149" fmla="*/ 76489 w 220825"/>
                  <a:gd name="csY149" fmla="*/ 6508 h 23251"/>
                  <a:gd name="csX150" fmla="*/ 77028 w 220825"/>
                  <a:gd name="csY150" fmla="*/ 6729 h 23251"/>
                  <a:gd name="csX151" fmla="*/ 77282 w 220825"/>
                  <a:gd name="csY151" fmla="*/ 7298 h 23251"/>
                  <a:gd name="csX152" fmla="*/ 77282 w 220825"/>
                  <a:gd name="csY152" fmla="*/ 8593 h 23251"/>
                  <a:gd name="csX153" fmla="*/ 79153 w 220825"/>
                  <a:gd name="csY153" fmla="*/ 7045 h 23251"/>
                  <a:gd name="csX154" fmla="*/ 81849 w 220825"/>
                  <a:gd name="csY154" fmla="*/ 6508 h 23251"/>
                  <a:gd name="csX155" fmla="*/ 83149 w 220825"/>
                  <a:gd name="csY155" fmla="*/ 6508 h 23251"/>
                  <a:gd name="csX156" fmla="*/ 83688 w 220825"/>
                  <a:gd name="csY156" fmla="*/ 6729 h 23251"/>
                  <a:gd name="csX157" fmla="*/ 83910 w 220825"/>
                  <a:gd name="csY157" fmla="*/ 7266 h 23251"/>
                  <a:gd name="csX158" fmla="*/ 83910 w 220825"/>
                  <a:gd name="csY158" fmla="*/ 9541 h 23251"/>
                  <a:gd name="csX159" fmla="*/ 83688 w 220825"/>
                  <a:gd name="csY159" fmla="*/ 10078 h 23251"/>
                  <a:gd name="csX160" fmla="*/ 83149 w 220825"/>
                  <a:gd name="csY160" fmla="*/ 10299 h 23251"/>
                  <a:gd name="csX161" fmla="*/ 80675 w 220825"/>
                  <a:gd name="csY161" fmla="*/ 10299 h 23251"/>
                  <a:gd name="csX162" fmla="*/ 78297 w 220825"/>
                  <a:gd name="csY162" fmla="*/ 11152 h 23251"/>
                  <a:gd name="csX163" fmla="*/ 77472 w 220825"/>
                  <a:gd name="csY163" fmla="*/ 13490 h 23251"/>
                  <a:gd name="csX164" fmla="*/ 77472 w 220825"/>
                  <a:gd name="csY164" fmla="*/ 22177 h 23251"/>
                  <a:gd name="csX165" fmla="*/ 77250 w 220825"/>
                  <a:gd name="csY165" fmla="*/ 22714 h 23251"/>
                  <a:gd name="csX166" fmla="*/ 76679 w 220825"/>
                  <a:gd name="csY166" fmla="*/ 22936 h 23251"/>
                  <a:gd name="csX167" fmla="*/ 73920 w 220825"/>
                  <a:gd name="csY167" fmla="*/ 22936 h 23251"/>
                  <a:gd name="csX168" fmla="*/ 92738 w 220825"/>
                  <a:gd name="csY168" fmla="*/ 22936 h 23251"/>
                  <a:gd name="csX169" fmla="*/ 91945 w 220825"/>
                  <a:gd name="csY169" fmla="*/ 22683 h 23251"/>
                  <a:gd name="csX170" fmla="*/ 91532 w 220825"/>
                  <a:gd name="csY170" fmla="*/ 22051 h 23251"/>
                  <a:gd name="csX171" fmla="*/ 84746 w 220825"/>
                  <a:gd name="csY171" fmla="*/ 1769 h 23251"/>
                  <a:gd name="csX172" fmla="*/ 84683 w 220825"/>
                  <a:gd name="csY172" fmla="*/ 1485 h 23251"/>
                  <a:gd name="csX173" fmla="*/ 84873 w 220825"/>
                  <a:gd name="csY173" fmla="*/ 1011 h 23251"/>
                  <a:gd name="csX174" fmla="*/ 85348 w 220825"/>
                  <a:gd name="csY174" fmla="*/ 821 h 23251"/>
                  <a:gd name="csX175" fmla="*/ 88139 w 220825"/>
                  <a:gd name="csY175" fmla="*/ 821 h 23251"/>
                  <a:gd name="csX176" fmla="*/ 88805 w 220825"/>
                  <a:gd name="csY176" fmla="*/ 1074 h 23251"/>
                  <a:gd name="csX177" fmla="*/ 89122 w 220825"/>
                  <a:gd name="csY177" fmla="*/ 1516 h 23251"/>
                  <a:gd name="csX178" fmla="*/ 94482 w 220825"/>
                  <a:gd name="csY178" fmla="*/ 17786 h 23251"/>
                  <a:gd name="csX179" fmla="*/ 99810 w 220825"/>
                  <a:gd name="csY179" fmla="*/ 1516 h 23251"/>
                  <a:gd name="csX180" fmla="*/ 100127 w 220825"/>
                  <a:gd name="csY180" fmla="*/ 1074 h 23251"/>
                  <a:gd name="csX181" fmla="*/ 100824 w 220825"/>
                  <a:gd name="csY181" fmla="*/ 821 h 23251"/>
                  <a:gd name="csX182" fmla="*/ 103615 w 220825"/>
                  <a:gd name="csY182" fmla="*/ 821 h 23251"/>
                  <a:gd name="csX183" fmla="*/ 104059 w 220825"/>
                  <a:gd name="csY183" fmla="*/ 1011 h 23251"/>
                  <a:gd name="csX184" fmla="*/ 104281 w 220825"/>
                  <a:gd name="csY184" fmla="*/ 1485 h 23251"/>
                  <a:gd name="csX185" fmla="*/ 104218 w 220825"/>
                  <a:gd name="csY185" fmla="*/ 1769 h 23251"/>
                  <a:gd name="csX186" fmla="*/ 97431 w 220825"/>
                  <a:gd name="csY186" fmla="*/ 22051 h 23251"/>
                  <a:gd name="csX187" fmla="*/ 97019 w 220825"/>
                  <a:gd name="csY187" fmla="*/ 22683 h 23251"/>
                  <a:gd name="csX188" fmla="*/ 96226 w 220825"/>
                  <a:gd name="csY188" fmla="*/ 22936 h 23251"/>
                  <a:gd name="csX189" fmla="*/ 92738 w 220825"/>
                  <a:gd name="csY189" fmla="*/ 22936 h 23251"/>
                  <a:gd name="csX190" fmla="*/ 110218 w 220825"/>
                  <a:gd name="csY190" fmla="*/ 23252 h 23251"/>
                  <a:gd name="csX191" fmla="*/ 107237 w 220825"/>
                  <a:gd name="csY191" fmla="*/ 22620 h 23251"/>
                  <a:gd name="csX192" fmla="*/ 105112 w 220825"/>
                  <a:gd name="csY192" fmla="*/ 20882 h 23251"/>
                  <a:gd name="csX193" fmla="*/ 104351 w 220825"/>
                  <a:gd name="csY193" fmla="*/ 18418 h 23251"/>
                  <a:gd name="csX194" fmla="*/ 106127 w 220825"/>
                  <a:gd name="csY194" fmla="*/ 14911 h 23251"/>
                  <a:gd name="csX195" fmla="*/ 110884 w 220825"/>
                  <a:gd name="csY195" fmla="*/ 13142 h 23251"/>
                  <a:gd name="csX196" fmla="*/ 115229 w 220825"/>
                  <a:gd name="csY196" fmla="*/ 12510 h 23251"/>
                  <a:gd name="csX197" fmla="*/ 115229 w 220825"/>
                  <a:gd name="csY197" fmla="*/ 11847 h 23251"/>
                  <a:gd name="csX198" fmla="*/ 114563 w 220825"/>
                  <a:gd name="csY198" fmla="*/ 9793 h 23251"/>
                  <a:gd name="csX199" fmla="*/ 112279 w 220825"/>
                  <a:gd name="csY199" fmla="*/ 9067 h 23251"/>
                  <a:gd name="csX200" fmla="*/ 110408 w 220825"/>
                  <a:gd name="csY200" fmla="*/ 9541 h 23251"/>
                  <a:gd name="csX201" fmla="*/ 109362 w 220825"/>
                  <a:gd name="csY201" fmla="*/ 10741 h 23251"/>
                  <a:gd name="csX202" fmla="*/ 108633 w 220825"/>
                  <a:gd name="csY202" fmla="*/ 11152 h 23251"/>
                  <a:gd name="csX203" fmla="*/ 106127 w 220825"/>
                  <a:gd name="csY203" fmla="*/ 11152 h 23251"/>
                  <a:gd name="csX204" fmla="*/ 105588 w 220825"/>
                  <a:gd name="csY204" fmla="*/ 10962 h 23251"/>
                  <a:gd name="csX205" fmla="*/ 105430 w 220825"/>
                  <a:gd name="csY205" fmla="*/ 10457 h 23251"/>
                  <a:gd name="csX206" fmla="*/ 105842 w 220825"/>
                  <a:gd name="csY206" fmla="*/ 9225 h 23251"/>
                  <a:gd name="csX207" fmla="*/ 107047 w 220825"/>
                  <a:gd name="csY207" fmla="*/ 7835 h 23251"/>
                  <a:gd name="csX208" fmla="*/ 109172 w 220825"/>
                  <a:gd name="csY208" fmla="*/ 6666 h 23251"/>
                  <a:gd name="csX209" fmla="*/ 112311 w 220825"/>
                  <a:gd name="csY209" fmla="*/ 6192 h 23251"/>
                  <a:gd name="csX210" fmla="*/ 115673 w 220825"/>
                  <a:gd name="csY210" fmla="*/ 6697 h 23251"/>
                  <a:gd name="csX211" fmla="*/ 117893 w 220825"/>
                  <a:gd name="csY211" fmla="*/ 7993 h 23251"/>
                  <a:gd name="csX212" fmla="*/ 119098 w 220825"/>
                  <a:gd name="csY212" fmla="*/ 9920 h 23251"/>
                  <a:gd name="csX213" fmla="*/ 119478 w 220825"/>
                  <a:gd name="csY213" fmla="*/ 12258 h 23251"/>
                  <a:gd name="csX214" fmla="*/ 119478 w 220825"/>
                  <a:gd name="csY214" fmla="*/ 22177 h 23251"/>
                  <a:gd name="csX215" fmla="*/ 119256 w 220825"/>
                  <a:gd name="csY215" fmla="*/ 22714 h 23251"/>
                  <a:gd name="csX216" fmla="*/ 118717 w 220825"/>
                  <a:gd name="csY216" fmla="*/ 22936 h 23251"/>
                  <a:gd name="csX217" fmla="*/ 116148 w 220825"/>
                  <a:gd name="csY217" fmla="*/ 22936 h 23251"/>
                  <a:gd name="csX218" fmla="*/ 115578 w 220825"/>
                  <a:gd name="csY218" fmla="*/ 22714 h 23251"/>
                  <a:gd name="csX219" fmla="*/ 115387 w 220825"/>
                  <a:gd name="csY219" fmla="*/ 22177 h 23251"/>
                  <a:gd name="csX220" fmla="*/ 115387 w 220825"/>
                  <a:gd name="csY220" fmla="*/ 20945 h 23251"/>
                  <a:gd name="csX221" fmla="*/ 114277 w 220825"/>
                  <a:gd name="csY221" fmla="*/ 22083 h 23251"/>
                  <a:gd name="csX222" fmla="*/ 112565 w 220825"/>
                  <a:gd name="csY222" fmla="*/ 22936 h 23251"/>
                  <a:gd name="csX223" fmla="*/ 110218 w 220825"/>
                  <a:gd name="csY223" fmla="*/ 23252 h 23251"/>
                  <a:gd name="csX224" fmla="*/ 111296 w 220825"/>
                  <a:gd name="csY224" fmla="*/ 20250 h 23251"/>
                  <a:gd name="csX225" fmla="*/ 113294 w 220825"/>
                  <a:gd name="csY225" fmla="*/ 19776 h 23251"/>
                  <a:gd name="csX226" fmla="*/ 114721 w 220825"/>
                  <a:gd name="csY226" fmla="*/ 18323 h 23251"/>
                  <a:gd name="csX227" fmla="*/ 115261 w 220825"/>
                  <a:gd name="csY227" fmla="*/ 15796 h 23251"/>
                  <a:gd name="csX228" fmla="*/ 115261 w 220825"/>
                  <a:gd name="csY228" fmla="*/ 15132 h 23251"/>
                  <a:gd name="csX229" fmla="*/ 112089 w 220825"/>
                  <a:gd name="csY229" fmla="*/ 15638 h 23251"/>
                  <a:gd name="csX230" fmla="*/ 109298 w 220825"/>
                  <a:gd name="csY230" fmla="*/ 16554 h 23251"/>
                  <a:gd name="csX231" fmla="*/ 108379 w 220825"/>
                  <a:gd name="csY231" fmla="*/ 18102 h 23251"/>
                  <a:gd name="csX232" fmla="*/ 108791 w 220825"/>
                  <a:gd name="csY232" fmla="*/ 19303 h 23251"/>
                  <a:gd name="csX233" fmla="*/ 109901 w 220825"/>
                  <a:gd name="csY233" fmla="*/ 20029 h 23251"/>
                  <a:gd name="csX234" fmla="*/ 111296 w 220825"/>
                  <a:gd name="csY234" fmla="*/ 20250 h 23251"/>
                  <a:gd name="csX235" fmla="*/ 124339 w 220825"/>
                  <a:gd name="csY235" fmla="*/ 22936 h 23251"/>
                  <a:gd name="csX236" fmla="*/ 123800 w 220825"/>
                  <a:gd name="csY236" fmla="*/ 22714 h 23251"/>
                  <a:gd name="csX237" fmla="*/ 123578 w 220825"/>
                  <a:gd name="csY237" fmla="*/ 22177 h 23251"/>
                  <a:gd name="csX238" fmla="*/ 123578 w 220825"/>
                  <a:gd name="csY238" fmla="*/ 1264 h 23251"/>
                  <a:gd name="csX239" fmla="*/ 123800 w 220825"/>
                  <a:gd name="csY239" fmla="*/ 727 h 23251"/>
                  <a:gd name="csX240" fmla="*/ 124339 w 220825"/>
                  <a:gd name="csY240" fmla="*/ 505 h 23251"/>
                  <a:gd name="csX241" fmla="*/ 126972 w 220825"/>
                  <a:gd name="csY241" fmla="*/ 505 h 23251"/>
                  <a:gd name="csX242" fmla="*/ 127511 w 220825"/>
                  <a:gd name="csY242" fmla="*/ 727 h 23251"/>
                  <a:gd name="csX243" fmla="*/ 127733 w 220825"/>
                  <a:gd name="csY243" fmla="*/ 1264 h 23251"/>
                  <a:gd name="csX244" fmla="*/ 127733 w 220825"/>
                  <a:gd name="csY244" fmla="*/ 22177 h 23251"/>
                  <a:gd name="csX245" fmla="*/ 127511 w 220825"/>
                  <a:gd name="csY245" fmla="*/ 22714 h 23251"/>
                  <a:gd name="csX246" fmla="*/ 126972 w 220825"/>
                  <a:gd name="csY246" fmla="*/ 22936 h 23251"/>
                  <a:gd name="csX247" fmla="*/ 124339 w 220825"/>
                  <a:gd name="csY247" fmla="*/ 22936 h 23251"/>
                  <a:gd name="csX248" fmla="*/ 132700 w 220825"/>
                  <a:gd name="csY248" fmla="*/ 22936 h 23251"/>
                  <a:gd name="csX249" fmla="*/ 132161 w 220825"/>
                  <a:gd name="csY249" fmla="*/ 22714 h 23251"/>
                  <a:gd name="csX250" fmla="*/ 131939 w 220825"/>
                  <a:gd name="csY250" fmla="*/ 22177 h 23251"/>
                  <a:gd name="csX251" fmla="*/ 131939 w 220825"/>
                  <a:gd name="csY251" fmla="*/ 7266 h 23251"/>
                  <a:gd name="csX252" fmla="*/ 132161 w 220825"/>
                  <a:gd name="csY252" fmla="*/ 6729 h 23251"/>
                  <a:gd name="csX253" fmla="*/ 132700 w 220825"/>
                  <a:gd name="csY253" fmla="*/ 6508 h 23251"/>
                  <a:gd name="csX254" fmla="*/ 135333 w 220825"/>
                  <a:gd name="csY254" fmla="*/ 6508 h 23251"/>
                  <a:gd name="csX255" fmla="*/ 135872 w 220825"/>
                  <a:gd name="csY255" fmla="*/ 6729 h 23251"/>
                  <a:gd name="csX256" fmla="*/ 136094 w 220825"/>
                  <a:gd name="csY256" fmla="*/ 7266 h 23251"/>
                  <a:gd name="csX257" fmla="*/ 136094 w 220825"/>
                  <a:gd name="csY257" fmla="*/ 22177 h 23251"/>
                  <a:gd name="csX258" fmla="*/ 135872 w 220825"/>
                  <a:gd name="csY258" fmla="*/ 22714 h 23251"/>
                  <a:gd name="csX259" fmla="*/ 135333 w 220825"/>
                  <a:gd name="csY259" fmla="*/ 22936 h 23251"/>
                  <a:gd name="csX260" fmla="*/ 132700 w 220825"/>
                  <a:gd name="csY260" fmla="*/ 22936 h 23251"/>
                  <a:gd name="csX261" fmla="*/ 132574 w 220825"/>
                  <a:gd name="csY261" fmla="*/ 3791 h 23251"/>
                  <a:gd name="csX262" fmla="*/ 132003 w 220825"/>
                  <a:gd name="csY262" fmla="*/ 3601 h 23251"/>
                  <a:gd name="csX263" fmla="*/ 131812 w 220825"/>
                  <a:gd name="csY263" fmla="*/ 3033 h 23251"/>
                  <a:gd name="csX264" fmla="*/ 131812 w 220825"/>
                  <a:gd name="csY264" fmla="*/ 758 h 23251"/>
                  <a:gd name="csX265" fmla="*/ 132003 w 220825"/>
                  <a:gd name="csY265" fmla="*/ 221 h 23251"/>
                  <a:gd name="csX266" fmla="*/ 132574 w 220825"/>
                  <a:gd name="csY266" fmla="*/ 0 h 23251"/>
                  <a:gd name="csX267" fmla="*/ 135459 w 220825"/>
                  <a:gd name="csY267" fmla="*/ 0 h 23251"/>
                  <a:gd name="csX268" fmla="*/ 136030 w 220825"/>
                  <a:gd name="csY268" fmla="*/ 221 h 23251"/>
                  <a:gd name="csX269" fmla="*/ 136252 w 220825"/>
                  <a:gd name="csY269" fmla="*/ 758 h 23251"/>
                  <a:gd name="csX270" fmla="*/ 136252 w 220825"/>
                  <a:gd name="csY270" fmla="*/ 3033 h 23251"/>
                  <a:gd name="csX271" fmla="*/ 136030 w 220825"/>
                  <a:gd name="csY271" fmla="*/ 3601 h 23251"/>
                  <a:gd name="csX272" fmla="*/ 135459 w 220825"/>
                  <a:gd name="csY272" fmla="*/ 3791 h 23251"/>
                  <a:gd name="csX273" fmla="*/ 132574 w 220825"/>
                  <a:gd name="csY273" fmla="*/ 3791 h 23251"/>
                  <a:gd name="csX274" fmla="*/ 146423 w 220825"/>
                  <a:gd name="csY274" fmla="*/ 23252 h 23251"/>
                  <a:gd name="csX275" fmla="*/ 143505 w 220825"/>
                  <a:gd name="csY275" fmla="*/ 22714 h 23251"/>
                  <a:gd name="csX276" fmla="*/ 141444 w 220825"/>
                  <a:gd name="csY276" fmla="*/ 21135 h 23251"/>
                  <a:gd name="csX277" fmla="*/ 140176 w 220825"/>
                  <a:gd name="csY277" fmla="*/ 18765 h 23251"/>
                  <a:gd name="csX278" fmla="*/ 139668 w 220825"/>
                  <a:gd name="csY278" fmla="*/ 15733 h 23251"/>
                  <a:gd name="csX279" fmla="*/ 139636 w 220825"/>
                  <a:gd name="csY279" fmla="*/ 14722 h 23251"/>
                  <a:gd name="csX280" fmla="*/ 139668 w 220825"/>
                  <a:gd name="csY280" fmla="*/ 13679 h 23251"/>
                  <a:gd name="csX281" fmla="*/ 140144 w 220825"/>
                  <a:gd name="csY281" fmla="*/ 10741 h 23251"/>
                  <a:gd name="csX282" fmla="*/ 141412 w 220825"/>
                  <a:gd name="csY282" fmla="*/ 8372 h 23251"/>
                  <a:gd name="csX283" fmla="*/ 143505 w 220825"/>
                  <a:gd name="csY283" fmla="*/ 6761 h 23251"/>
                  <a:gd name="csX284" fmla="*/ 146423 w 220825"/>
                  <a:gd name="csY284" fmla="*/ 6192 h 23251"/>
                  <a:gd name="csX285" fmla="*/ 149309 w 220825"/>
                  <a:gd name="csY285" fmla="*/ 6792 h 23251"/>
                  <a:gd name="csX286" fmla="*/ 151307 w 220825"/>
                  <a:gd name="csY286" fmla="*/ 8277 h 23251"/>
                  <a:gd name="csX287" fmla="*/ 151307 w 220825"/>
                  <a:gd name="csY287" fmla="*/ 1264 h 23251"/>
                  <a:gd name="csX288" fmla="*/ 151497 w 220825"/>
                  <a:gd name="csY288" fmla="*/ 727 h 23251"/>
                  <a:gd name="csX289" fmla="*/ 152068 w 220825"/>
                  <a:gd name="csY289" fmla="*/ 505 h 23251"/>
                  <a:gd name="csX290" fmla="*/ 154763 w 220825"/>
                  <a:gd name="csY290" fmla="*/ 505 h 23251"/>
                  <a:gd name="csX291" fmla="*/ 155303 w 220825"/>
                  <a:gd name="csY291" fmla="*/ 727 h 23251"/>
                  <a:gd name="csX292" fmla="*/ 155525 w 220825"/>
                  <a:gd name="csY292" fmla="*/ 1264 h 23251"/>
                  <a:gd name="csX293" fmla="*/ 155525 w 220825"/>
                  <a:gd name="csY293" fmla="*/ 22177 h 23251"/>
                  <a:gd name="csX294" fmla="*/ 155303 w 220825"/>
                  <a:gd name="csY294" fmla="*/ 22714 h 23251"/>
                  <a:gd name="csX295" fmla="*/ 154763 w 220825"/>
                  <a:gd name="csY295" fmla="*/ 22936 h 23251"/>
                  <a:gd name="csX296" fmla="*/ 152258 w 220825"/>
                  <a:gd name="csY296" fmla="*/ 22936 h 23251"/>
                  <a:gd name="csX297" fmla="*/ 151687 w 220825"/>
                  <a:gd name="csY297" fmla="*/ 22714 h 23251"/>
                  <a:gd name="csX298" fmla="*/ 151497 w 220825"/>
                  <a:gd name="csY298" fmla="*/ 22177 h 23251"/>
                  <a:gd name="csX299" fmla="*/ 151497 w 220825"/>
                  <a:gd name="csY299" fmla="*/ 21008 h 23251"/>
                  <a:gd name="csX300" fmla="*/ 149467 w 220825"/>
                  <a:gd name="csY300" fmla="*/ 22620 h 23251"/>
                  <a:gd name="csX301" fmla="*/ 146423 w 220825"/>
                  <a:gd name="csY301" fmla="*/ 23252 h 23251"/>
                  <a:gd name="csX302" fmla="*/ 147596 w 220825"/>
                  <a:gd name="csY302" fmla="*/ 19871 h 23251"/>
                  <a:gd name="csX303" fmla="*/ 149721 w 220825"/>
                  <a:gd name="csY303" fmla="*/ 19271 h 23251"/>
                  <a:gd name="csX304" fmla="*/ 150894 w 220825"/>
                  <a:gd name="csY304" fmla="*/ 17755 h 23251"/>
                  <a:gd name="csX305" fmla="*/ 151307 w 220825"/>
                  <a:gd name="csY305" fmla="*/ 15827 h 23251"/>
                  <a:gd name="csX306" fmla="*/ 151338 w 220825"/>
                  <a:gd name="csY306" fmla="*/ 14627 h 23251"/>
                  <a:gd name="csX307" fmla="*/ 151307 w 220825"/>
                  <a:gd name="csY307" fmla="*/ 13395 h 23251"/>
                  <a:gd name="csX308" fmla="*/ 150863 w 220825"/>
                  <a:gd name="csY308" fmla="*/ 11594 h 23251"/>
                  <a:gd name="csX309" fmla="*/ 149658 w 220825"/>
                  <a:gd name="csY309" fmla="*/ 10141 h 23251"/>
                  <a:gd name="csX310" fmla="*/ 147596 w 220825"/>
                  <a:gd name="csY310" fmla="*/ 9572 h 23251"/>
                  <a:gd name="csX311" fmla="*/ 145472 w 220825"/>
                  <a:gd name="csY311" fmla="*/ 10173 h 23251"/>
                  <a:gd name="csX312" fmla="*/ 144362 w 220825"/>
                  <a:gd name="csY312" fmla="*/ 11689 h 23251"/>
                  <a:gd name="csX313" fmla="*/ 143949 w 220825"/>
                  <a:gd name="csY313" fmla="*/ 13774 h 23251"/>
                  <a:gd name="csX314" fmla="*/ 143949 w 220825"/>
                  <a:gd name="csY314" fmla="*/ 15669 h 23251"/>
                  <a:gd name="csX315" fmla="*/ 144362 w 220825"/>
                  <a:gd name="csY315" fmla="*/ 17755 h 23251"/>
                  <a:gd name="csX316" fmla="*/ 145472 w 220825"/>
                  <a:gd name="csY316" fmla="*/ 19303 h 23251"/>
                  <a:gd name="csX317" fmla="*/ 147596 w 220825"/>
                  <a:gd name="csY317" fmla="*/ 19871 h 23251"/>
                  <a:gd name="csX318" fmla="*/ 164538 w 220825"/>
                  <a:gd name="csY318" fmla="*/ 23252 h 23251"/>
                  <a:gd name="csX319" fmla="*/ 161557 w 220825"/>
                  <a:gd name="csY319" fmla="*/ 22620 h 23251"/>
                  <a:gd name="csX320" fmla="*/ 159432 w 220825"/>
                  <a:gd name="csY320" fmla="*/ 20882 h 23251"/>
                  <a:gd name="csX321" fmla="*/ 158671 w 220825"/>
                  <a:gd name="csY321" fmla="*/ 18418 h 23251"/>
                  <a:gd name="csX322" fmla="*/ 160447 w 220825"/>
                  <a:gd name="csY322" fmla="*/ 14911 h 23251"/>
                  <a:gd name="csX323" fmla="*/ 165204 w 220825"/>
                  <a:gd name="csY323" fmla="*/ 13142 h 23251"/>
                  <a:gd name="csX324" fmla="*/ 169548 w 220825"/>
                  <a:gd name="csY324" fmla="*/ 12510 h 23251"/>
                  <a:gd name="csX325" fmla="*/ 169548 w 220825"/>
                  <a:gd name="csY325" fmla="*/ 11847 h 23251"/>
                  <a:gd name="csX326" fmla="*/ 168882 w 220825"/>
                  <a:gd name="csY326" fmla="*/ 9793 h 23251"/>
                  <a:gd name="csX327" fmla="*/ 166599 w 220825"/>
                  <a:gd name="csY327" fmla="*/ 9067 h 23251"/>
                  <a:gd name="csX328" fmla="*/ 164728 w 220825"/>
                  <a:gd name="csY328" fmla="*/ 9541 h 23251"/>
                  <a:gd name="csX329" fmla="*/ 163682 w 220825"/>
                  <a:gd name="csY329" fmla="*/ 10741 h 23251"/>
                  <a:gd name="csX330" fmla="*/ 162952 w 220825"/>
                  <a:gd name="csY330" fmla="*/ 11152 h 23251"/>
                  <a:gd name="csX331" fmla="*/ 160447 w 220825"/>
                  <a:gd name="csY331" fmla="*/ 11152 h 23251"/>
                  <a:gd name="csX332" fmla="*/ 159908 w 220825"/>
                  <a:gd name="csY332" fmla="*/ 10962 h 23251"/>
                  <a:gd name="csX333" fmla="*/ 159749 w 220825"/>
                  <a:gd name="csY333" fmla="*/ 10457 h 23251"/>
                  <a:gd name="csX334" fmla="*/ 160161 w 220825"/>
                  <a:gd name="csY334" fmla="*/ 9225 h 23251"/>
                  <a:gd name="csX335" fmla="*/ 161367 w 220825"/>
                  <a:gd name="csY335" fmla="*/ 7835 h 23251"/>
                  <a:gd name="csX336" fmla="*/ 163491 w 220825"/>
                  <a:gd name="csY336" fmla="*/ 6666 h 23251"/>
                  <a:gd name="csX337" fmla="*/ 166631 w 220825"/>
                  <a:gd name="csY337" fmla="*/ 6192 h 23251"/>
                  <a:gd name="csX338" fmla="*/ 169992 w 220825"/>
                  <a:gd name="csY338" fmla="*/ 6697 h 23251"/>
                  <a:gd name="csX339" fmla="*/ 172212 w 220825"/>
                  <a:gd name="csY339" fmla="*/ 7993 h 23251"/>
                  <a:gd name="csX340" fmla="*/ 173417 w 220825"/>
                  <a:gd name="csY340" fmla="*/ 9920 h 23251"/>
                  <a:gd name="csX341" fmla="*/ 173798 w 220825"/>
                  <a:gd name="csY341" fmla="*/ 12258 h 23251"/>
                  <a:gd name="csX342" fmla="*/ 173798 w 220825"/>
                  <a:gd name="csY342" fmla="*/ 22177 h 23251"/>
                  <a:gd name="csX343" fmla="*/ 173576 w 220825"/>
                  <a:gd name="csY343" fmla="*/ 22714 h 23251"/>
                  <a:gd name="csX344" fmla="*/ 173037 w 220825"/>
                  <a:gd name="csY344" fmla="*/ 22936 h 23251"/>
                  <a:gd name="csX345" fmla="*/ 170468 w 220825"/>
                  <a:gd name="csY345" fmla="*/ 22936 h 23251"/>
                  <a:gd name="csX346" fmla="*/ 169897 w 220825"/>
                  <a:gd name="csY346" fmla="*/ 22714 h 23251"/>
                  <a:gd name="csX347" fmla="*/ 169707 w 220825"/>
                  <a:gd name="csY347" fmla="*/ 22177 h 23251"/>
                  <a:gd name="csX348" fmla="*/ 169707 w 220825"/>
                  <a:gd name="csY348" fmla="*/ 20945 h 23251"/>
                  <a:gd name="csX349" fmla="*/ 168597 w 220825"/>
                  <a:gd name="csY349" fmla="*/ 22083 h 23251"/>
                  <a:gd name="csX350" fmla="*/ 166885 w 220825"/>
                  <a:gd name="csY350" fmla="*/ 22936 h 23251"/>
                  <a:gd name="csX351" fmla="*/ 164538 w 220825"/>
                  <a:gd name="csY351" fmla="*/ 23252 h 23251"/>
                  <a:gd name="csX352" fmla="*/ 165616 w 220825"/>
                  <a:gd name="csY352" fmla="*/ 20250 h 23251"/>
                  <a:gd name="csX353" fmla="*/ 167614 w 220825"/>
                  <a:gd name="csY353" fmla="*/ 19776 h 23251"/>
                  <a:gd name="csX354" fmla="*/ 169041 w 220825"/>
                  <a:gd name="csY354" fmla="*/ 18323 h 23251"/>
                  <a:gd name="csX355" fmla="*/ 169580 w 220825"/>
                  <a:gd name="csY355" fmla="*/ 15796 h 23251"/>
                  <a:gd name="csX356" fmla="*/ 169580 w 220825"/>
                  <a:gd name="csY356" fmla="*/ 15132 h 23251"/>
                  <a:gd name="csX357" fmla="*/ 166409 w 220825"/>
                  <a:gd name="csY357" fmla="*/ 15638 h 23251"/>
                  <a:gd name="csX358" fmla="*/ 163618 w 220825"/>
                  <a:gd name="csY358" fmla="*/ 16554 h 23251"/>
                  <a:gd name="csX359" fmla="*/ 162698 w 220825"/>
                  <a:gd name="csY359" fmla="*/ 18102 h 23251"/>
                  <a:gd name="csX360" fmla="*/ 163111 w 220825"/>
                  <a:gd name="csY360" fmla="*/ 19303 h 23251"/>
                  <a:gd name="csX361" fmla="*/ 164221 w 220825"/>
                  <a:gd name="csY361" fmla="*/ 20029 h 23251"/>
                  <a:gd name="csX362" fmla="*/ 165616 w 220825"/>
                  <a:gd name="csY362" fmla="*/ 20250 h 23251"/>
                  <a:gd name="csX363" fmla="*/ 185165 w 220825"/>
                  <a:gd name="csY363" fmla="*/ 22936 h 23251"/>
                  <a:gd name="csX364" fmla="*/ 181962 w 220825"/>
                  <a:gd name="csY364" fmla="*/ 22272 h 23251"/>
                  <a:gd name="csX365" fmla="*/ 180027 w 220825"/>
                  <a:gd name="csY365" fmla="*/ 20313 h 23251"/>
                  <a:gd name="csX366" fmla="*/ 179393 w 220825"/>
                  <a:gd name="csY366" fmla="*/ 17028 h 23251"/>
                  <a:gd name="csX367" fmla="*/ 179393 w 220825"/>
                  <a:gd name="csY367" fmla="*/ 9857 h 23251"/>
                  <a:gd name="csX368" fmla="*/ 176888 w 220825"/>
                  <a:gd name="csY368" fmla="*/ 9857 h 23251"/>
                  <a:gd name="csX369" fmla="*/ 176349 w 220825"/>
                  <a:gd name="csY369" fmla="*/ 9635 h 23251"/>
                  <a:gd name="csX370" fmla="*/ 176127 w 220825"/>
                  <a:gd name="csY370" fmla="*/ 9098 h 23251"/>
                  <a:gd name="csX371" fmla="*/ 176127 w 220825"/>
                  <a:gd name="csY371" fmla="*/ 7266 h 23251"/>
                  <a:gd name="csX372" fmla="*/ 176349 w 220825"/>
                  <a:gd name="csY372" fmla="*/ 6729 h 23251"/>
                  <a:gd name="csX373" fmla="*/ 176888 w 220825"/>
                  <a:gd name="csY373" fmla="*/ 6508 h 23251"/>
                  <a:gd name="csX374" fmla="*/ 179393 w 220825"/>
                  <a:gd name="csY374" fmla="*/ 6508 h 23251"/>
                  <a:gd name="csX375" fmla="*/ 179393 w 220825"/>
                  <a:gd name="csY375" fmla="*/ 1264 h 23251"/>
                  <a:gd name="csX376" fmla="*/ 179583 w 220825"/>
                  <a:gd name="csY376" fmla="*/ 727 h 23251"/>
                  <a:gd name="csX377" fmla="*/ 180154 w 220825"/>
                  <a:gd name="csY377" fmla="*/ 505 h 23251"/>
                  <a:gd name="csX378" fmla="*/ 182723 w 220825"/>
                  <a:gd name="csY378" fmla="*/ 505 h 23251"/>
                  <a:gd name="csX379" fmla="*/ 183262 w 220825"/>
                  <a:gd name="csY379" fmla="*/ 727 h 23251"/>
                  <a:gd name="csX380" fmla="*/ 183484 w 220825"/>
                  <a:gd name="csY380" fmla="*/ 1264 h 23251"/>
                  <a:gd name="csX381" fmla="*/ 183484 w 220825"/>
                  <a:gd name="csY381" fmla="*/ 6508 h 23251"/>
                  <a:gd name="csX382" fmla="*/ 187448 w 220825"/>
                  <a:gd name="csY382" fmla="*/ 6508 h 23251"/>
                  <a:gd name="csX383" fmla="*/ 187987 w 220825"/>
                  <a:gd name="csY383" fmla="*/ 6729 h 23251"/>
                  <a:gd name="csX384" fmla="*/ 188209 w 220825"/>
                  <a:gd name="csY384" fmla="*/ 7266 h 23251"/>
                  <a:gd name="csX385" fmla="*/ 188209 w 220825"/>
                  <a:gd name="csY385" fmla="*/ 9098 h 23251"/>
                  <a:gd name="csX386" fmla="*/ 187987 w 220825"/>
                  <a:gd name="csY386" fmla="*/ 9635 h 23251"/>
                  <a:gd name="csX387" fmla="*/ 187448 w 220825"/>
                  <a:gd name="csY387" fmla="*/ 9857 h 23251"/>
                  <a:gd name="csX388" fmla="*/ 183484 w 220825"/>
                  <a:gd name="csY388" fmla="*/ 9857 h 23251"/>
                  <a:gd name="csX389" fmla="*/ 183484 w 220825"/>
                  <a:gd name="csY389" fmla="*/ 16712 h 23251"/>
                  <a:gd name="csX390" fmla="*/ 183928 w 220825"/>
                  <a:gd name="csY390" fmla="*/ 18734 h 23251"/>
                  <a:gd name="csX391" fmla="*/ 185545 w 220825"/>
                  <a:gd name="csY391" fmla="*/ 19461 h 23251"/>
                  <a:gd name="csX392" fmla="*/ 187734 w 220825"/>
                  <a:gd name="csY392" fmla="*/ 19461 h 23251"/>
                  <a:gd name="csX393" fmla="*/ 188273 w 220825"/>
                  <a:gd name="csY393" fmla="*/ 19682 h 23251"/>
                  <a:gd name="csX394" fmla="*/ 188495 w 220825"/>
                  <a:gd name="csY394" fmla="*/ 20219 h 23251"/>
                  <a:gd name="csX395" fmla="*/ 188495 w 220825"/>
                  <a:gd name="csY395" fmla="*/ 22177 h 23251"/>
                  <a:gd name="csX396" fmla="*/ 188273 w 220825"/>
                  <a:gd name="csY396" fmla="*/ 22714 h 23251"/>
                  <a:gd name="csX397" fmla="*/ 187734 w 220825"/>
                  <a:gd name="csY397" fmla="*/ 22936 h 23251"/>
                  <a:gd name="csX398" fmla="*/ 185165 w 220825"/>
                  <a:gd name="csY398" fmla="*/ 22936 h 23251"/>
                  <a:gd name="csX399" fmla="*/ 198602 w 220825"/>
                  <a:gd name="csY399" fmla="*/ 23252 h 23251"/>
                  <a:gd name="csX400" fmla="*/ 194321 w 220825"/>
                  <a:gd name="csY400" fmla="*/ 22367 h 23251"/>
                  <a:gd name="csX401" fmla="*/ 191689 w 220825"/>
                  <a:gd name="csY401" fmla="*/ 19871 h 23251"/>
                  <a:gd name="csX402" fmla="*/ 190674 w 220825"/>
                  <a:gd name="csY402" fmla="*/ 16112 h 23251"/>
                  <a:gd name="csX403" fmla="*/ 190642 w 220825"/>
                  <a:gd name="csY403" fmla="*/ 14722 h 23251"/>
                  <a:gd name="csX404" fmla="*/ 190674 w 220825"/>
                  <a:gd name="csY404" fmla="*/ 13332 h 23251"/>
                  <a:gd name="csX405" fmla="*/ 191720 w 220825"/>
                  <a:gd name="csY405" fmla="*/ 9572 h 23251"/>
                  <a:gd name="csX406" fmla="*/ 194384 w 220825"/>
                  <a:gd name="csY406" fmla="*/ 7077 h 23251"/>
                  <a:gd name="csX407" fmla="*/ 198602 w 220825"/>
                  <a:gd name="csY407" fmla="*/ 6192 h 23251"/>
                  <a:gd name="csX408" fmla="*/ 202788 w 220825"/>
                  <a:gd name="csY408" fmla="*/ 7077 h 23251"/>
                  <a:gd name="csX409" fmla="*/ 205452 w 220825"/>
                  <a:gd name="csY409" fmla="*/ 9572 h 23251"/>
                  <a:gd name="csX410" fmla="*/ 206530 w 220825"/>
                  <a:gd name="csY410" fmla="*/ 13332 h 23251"/>
                  <a:gd name="csX411" fmla="*/ 206562 w 220825"/>
                  <a:gd name="csY411" fmla="*/ 14722 h 23251"/>
                  <a:gd name="csX412" fmla="*/ 206530 w 220825"/>
                  <a:gd name="csY412" fmla="*/ 16112 h 23251"/>
                  <a:gd name="csX413" fmla="*/ 205484 w 220825"/>
                  <a:gd name="csY413" fmla="*/ 19871 h 23251"/>
                  <a:gd name="csX414" fmla="*/ 202852 w 220825"/>
                  <a:gd name="csY414" fmla="*/ 22367 h 23251"/>
                  <a:gd name="csX415" fmla="*/ 198602 w 220825"/>
                  <a:gd name="csY415" fmla="*/ 23252 h 23251"/>
                  <a:gd name="csX416" fmla="*/ 198602 w 220825"/>
                  <a:gd name="csY416" fmla="*/ 20124 h 23251"/>
                  <a:gd name="csX417" fmla="*/ 201202 w 220825"/>
                  <a:gd name="csY417" fmla="*/ 19081 h 23251"/>
                  <a:gd name="csX418" fmla="*/ 202217 w 220825"/>
                  <a:gd name="csY418" fmla="*/ 15954 h 23251"/>
                  <a:gd name="csX419" fmla="*/ 202249 w 220825"/>
                  <a:gd name="csY419" fmla="*/ 14722 h 23251"/>
                  <a:gd name="csX420" fmla="*/ 202217 w 220825"/>
                  <a:gd name="csY420" fmla="*/ 13490 h 23251"/>
                  <a:gd name="csX421" fmla="*/ 201202 w 220825"/>
                  <a:gd name="csY421" fmla="*/ 10394 h 23251"/>
                  <a:gd name="csX422" fmla="*/ 198602 w 220825"/>
                  <a:gd name="csY422" fmla="*/ 9320 h 23251"/>
                  <a:gd name="csX423" fmla="*/ 196002 w 220825"/>
                  <a:gd name="csY423" fmla="*/ 10394 h 23251"/>
                  <a:gd name="csX424" fmla="*/ 194987 w 220825"/>
                  <a:gd name="csY424" fmla="*/ 13490 h 23251"/>
                  <a:gd name="csX425" fmla="*/ 194955 w 220825"/>
                  <a:gd name="csY425" fmla="*/ 14722 h 23251"/>
                  <a:gd name="csX426" fmla="*/ 194987 w 220825"/>
                  <a:gd name="csY426" fmla="*/ 15954 h 23251"/>
                  <a:gd name="csX427" fmla="*/ 196002 w 220825"/>
                  <a:gd name="csY427" fmla="*/ 19081 h 23251"/>
                  <a:gd name="csX428" fmla="*/ 198602 w 220825"/>
                  <a:gd name="csY428" fmla="*/ 20124 h 23251"/>
                  <a:gd name="csX429" fmla="*/ 210836 w 220825"/>
                  <a:gd name="csY429" fmla="*/ 22936 h 23251"/>
                  <a:gd name="csX430" fmla="*/ 210297 w 220825"/>
                  <a:gd name="csY430" fmla="*/ 22714 h 23251"/>
                  <a:gd name="csX431" fmla="*/ 210075 w 220825"/>
                  <a:gd name="csY431" fmla="*/ 22177 h 23251"/>
                  <a:gd name="csX432" fmla="*/ 210075 w 220825"/>
                  <a:gd name="csY432" fmla="*/ 7298 h 23251"/>
                  <a:gd name="csX433" fmla="*/ 210297 w 220825"/>
                  <a:gd name="csY433" fmla="*/ 6729 h 23251"/>
                  <a:gd name="csX434" fmla="*/ 210836 w 220825"/>
                  <a:gd name="csY434" fmla="*/ 6508 h 23251"/>
                  <a:gd name="csX435" fmla="*/ 213405 w 220825"/>
                  <a:gd name="csY435" fmla="*/ 6508 h 23251"/>
                  <a:gd name="csX436" fmla="*/ 213944 w 220825"/>
                  <a:gd name="csY436" fmla="*/ 6729 h 23251"/>
                  <a:gd name="csX437" fmla="*/ 214198 w 220825"/>
                  <a:gd name="csY437" fmla="*/ 7298 h 23251"/>
                  <a:gd name="csX438" fmla="*/ 214198 w 220825"/>
                  <a:gd name="csY438" fmla="*/ 8593 h 23251"/>
                  <a:gd name="csX439" fmla="*/ 216069 w 220825"/>
                  <a:gd name="csY439" fmla="*/ 7045 h 23251"/>
                  <a:gd name="csX440" fmla="*/ 218765 w 220825"/>
                  <a:gd name="csY440" fmla="*/ 6508 h 23251"/>
                  <a:gd name="csX441" fmla="*/ 220065 w 220825"/>
                  <a:gd name="csY441" fmla="*/ 6508 h 23251"/>
                  <a:gd name="csX442" fmla="*/ 220604 w 220825"/>
                  <a:gd name="csY442" fmla="*/ 6729 h 23251"/>
                  <a:gd name="csX443" fmla="*/ 220826 w 220825"/>
                  <a:gd name="csY443" fmla="*/ 7266 h 23251"/>
                  <a:gd name="csX444" fmla="*/ 220826 w 220825"/>
                  <a:gd name="csY444" fmla="*/ 9541 h 23251"/>
                  <a:gd name="csX445" fmla="*/ 220604 w 220825"/>
                  <a:gd name="csY445" fmla="*/ 10078 h 23251"/>
                  <a:gd name="csX446" fmla="*/ 220065 w 220825"/>
                  <a:gd name="csY446" fmla="*/ 10299 h 23251"/>
                  <a:gd name="csX447" fmla="*/ 217591 w 220825"/>
                  <a:gd name="csY447" fmla="*/ 10299 h 23251"/>
                  <a:gd name="csX448" fmla="*/ 215213 w 220825"/>
                  <a:gd name="csY448" fmla="*/ 11152 h 23251"/>
                  <a:gd name="csX449" fmla="*/ 214388 w 220825"/>
                  <a:gd name="csY449" fmla="*/ 13490 h 23251"/>
                  <a:gd name="csX450" fmla="*/ 214388 w 220825"/>
                  <a:gd name="csY450" fmla="*/ 22177 h 23251"/>
                  <a:gd name="csX451" fmla="*/ 214166 w 220825"/>
                  <a:gd name="csY451" fmla="*/ 22714 h 23251"/>
                  <a:gd name="csX452" fmla="*/ 213595 w 220825"/>
                  <a:gd name="csY452" fmla="*/ 22936 h 23251"/>
                  <a:gd name="csX453" fmla="*/ 210836 w 220825"/>
                  <a:gd name="csY453" fmla="*/ 22936 h 2325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Lst>
                <a:rect l="l" t="t" r="r" b="b"/>
                <a:pathLst>
                  <a:path w="220825" h="23251">
                    <a:moveTo>
                      <a:pt x="9292" y="23252"/>
                    </a:moveTo>
                    <a:cubicBezTo>
                      <a:pt x="7409" y="23252"/>
                      <a:pt x="5792" y="22947"/>
                      <a:pt x="4440" y="22335"/>
                    </a:cubicBezTo>
                    <a:cubicBezTo>
                      <a:pt x="3087" y="21704"/>
                      <a:pt x="2030" y="20744"/>
                      <a:pt x="1269" y="19461"/>
                    </a:cubicBezTo>
                    <a:cubicBezTo>
                      <a:pt x="507" y="18154"/>
                      <a:pt x="95" y="16534"/>
                      <a:pt x="32" y="14595"/>
                    </a:cubicBezTo>
                    <a:cubicBezTo>
                      <a:pt x="11" y="13691"/>
                      <a:pt x="0" y="12795"/>
                      <a:pt x="0" y="11910"/>
                    </a:cubicBezTo>
                    <a:cubicBezTo>
                      <a:pt x="0" y="11026"/>
                      <a:pt x="11" y="10121"/>
                      <a:pt x="32" y="9193"/>
                    </a:cubicBezTo>
                    <a:cubicBezTo>
                      <a:pt x="95" y="7277"/>
                      <a:pt x="519" y="5675"/>
                      <a:pt x="1300" y="4391"/>
                    </a:cubicBezTo>
                    <a:cubicBezTo>
                      <a:pt x="2082" y="3107"/>
                      <a:pt x="3151" y="2137"/>
                      <a:pt x="4503" y="1485"/>
                    </a:cubicBezTo>
                    <a:cubicBezTo>
                      <a:pt x="5878" y="833"/>
                      <a:pt x="7473" y="505"/>
                      <a:pt x="9292" y="505"/>
                    </a:cubicBezTo>
                    <a:cubicBezTo>
                      <a:pt x="11111" y="505"/>
                      <a:pt x="12705" y="833"/>
                      <a:pt x="14080" y="1485"/>
                    </a:cubicBezTo>
                    <a:cubicBezTo>
                      <a:pt x="15456" y="2137"/>
                      <a:pt x="16534" y="3107"/>
                      <a:pt x="17315" y="4391"/>
                    </a:cubicBezTo>
                    <a:cubicBezTo>
                      <a:pt x="18097" y="5675"/>
                      <a:pt x="18520" y="7277"/>
                      <a:pt x="18584" y="9193"/>
                    </a:cubicBezTo>
                    <a:cubicBezTo>
                      <a:pt x="18627" y="10121"/>
                      <a:pt x="18647" y="11026"/>
                      <a:pt x="18647" y="11910"/>
                    </a:cubicBezTo>
                    <a:cubicBezTo>
                      <a:pt x="18647" y="12795"/>
                      <a:pt x="18627" y="13691"/>
                      <a:pt x="18584" y="14595"/>
                    </a:cubicBezTo>
                    <a:cubicBezTo>
                      <a:pt x="18520" y="16534"/>
                      <a:pt x="18108" y="18154"/>
                      <a:pt x="17347" y="19461"/>
                    </a:cubicBezTo>
                    <a:cubicBezTo>
                      <a:pt x="16586" y="20744"/>
                      <a:pt x="15519" y="21704"/>
                      <a:pt x="14144" y="22335"/>
                    </a:cubicBezTo>
                    <a:cubicBezTo>
                      <a:pt x="12792" y="22947"/>
                      <a:pt x="11174" y="23252"/>
                      <a:pt x="9292" y="23252"/>
                    </a:cubicBezTo>
                    <a:close/>
                    <a:moveTo>
                      <a:pt x="9292" y="19618"/>
                    </a:moveTo>
                    <a:cubicBezTo>
                      <a:pt x="10667" y="19618"/>
                      <a:pt x="11786" y="19219"/>
                      <a:pt x="12653" y="18418"/>
                    </a:cubicBezTo>
                    <a:cubicBezTo>
                      <a:pt x="13521" y="17597"/>
                      <a:pt x="13985" y="16270"/>
                      <a:pt x="14049" y="14437"/>
                    </a:cubicBezTo>
                    <a:cubicBezTo>
                      <a:pt x="14092" y="13510"/>
                      <a:pt x="14112" y="12657"/>
                      <a:pt x="14112" y="11879"/>
                    </a:cubicBezTo>
                    <a:cubicBezTo>
                      <a:pt x="14112" y="11077"/>
                      <a:pt x="14092" y="10224"/>
                      <a:pt x="14049" y="9320"/>
                    </a:cubicBezTo>
                    <a:cubicBezTo>
                      <a:pt x="14006" y="8099"/>
                      <a:pt x="13775" y="7108"/>
                      <a:pt x="13351" y="6350"/>
                    </a:cubicBezTo>
                    <a:cubicBezTo>
                      <a:pt x="12950" y="5571"/>
                      <a:pt x="12400" y="5012"/>
                      <a:pt x="11702" y="4676"/>
                    </a:cubicBezTo>
                    <a:cubicBezTo>
                      <a:pt x="11004" y="4317"/>
                      <a:pt x="10200" y="4139"/>
                      <a:pt x="9292" y="4139"/>
                    </a:cubicBezTo>
                    <a:cubicBezTo>
                      <a:pt x="8404" y="4139"/>
                      <a:pt x="7611" y="4317"/>
                      <a:pt x="6913" y="4676"/>
                    </a:cubicBezTo>
                    <a:cubicBezTo>
                      <a:pt x="6216" y="5012"/>
                      <a:pt x="5656" y="5571"/>
                      <a:pt x="5233" y="6350"/>
                    </a:cubicBezTo>
                    <a:cubicBezTo>
                      <a:pt x="4832" y="7108"/>
                      <a:pt x="4610" y="8099"/>
                      <a:pt x="4567" y="9320"/>
                    </a:cubicBezTo>
                    <a:cubicBezTo>
                      <a:pt x="4546" y="10224"/>
                      <a:pt x="4535" y="11077"/>
                      <a:pt x="4535" y="11879"/>
                    </a:cubicBezTo>
                    <a:cubicBezTo>
                      <a:pt x="4535" y="12657"/>
                      <a:pt x="4546" y="13510"/>
                      <a:pt x="4567" y="14437"/>
                    </a:cubicBezTo>
                    <a:cubicBezTo>
                      <a:pt x="4630" y="16270"/>
                      <a:pt x="5094" y="17597"/>
                      <a:pt x="5962" y="18418"/>
                    </a:cubicBezTo>
                    <a:cubicBezTo>
                      <a:pt x="6830" y="19219"/>
                      <a:pt x="7939" y="19618"/>
                      <a:pt x="9292" y="19618"/>
                    </a:cubicBezTo>
                    <a:close/>
                    <a:moveTo>
                      <a:pt x="23191" y="22936"/>
                    </a:moveTo>
                    <a:cubicBezTo>
                      <a:pt x="22981" y="22936"/>
                      <a:pt x="22802" y="22861"/>
                      <a:pt x="22652" y="22714"/>
                    </a:cubicBezTo>
                    <a:cubicBezTo>
                      <a:pt x="22505" y="22568"/>
                      <a:pt x="22430" y="22387"/>
                      <a:pt x="22430" y="22177"/>
                    </a:cubicBezTo>
                    <a:lnTo>
                      <a:pt x="22430" y="7298"/>
                    </a:lnTo>
                    <a:cubicBezTo>
                      <a:pt x="22430" y="7065"/>
                      <a:pt x="22505" y="6876"/>
                      <a:pt x="22652" y="6729"/>
                    </a:cubicBezTo>
                    <a:cubicBezTo>
                      <a:pt x="22802" y="6582"/>
                      <a:pt x="22981" y="6508"/>
                      <a:pt x="23191" y="6508"/>
                    </a:cubicBezTo>
                    <a:lnTo>
                      <a:pt x="25760" y="6508"/>
                    </a:lnTo>
                    <a:cubicBezTo>
                      <a:pt x="25973" y="6508"/>
                      <a:pt x="26152" y="6582"/>
                      <a:pt x="26299" y="6729"/>
                    </a:cubicBezTo>
                    <a:cubicBezTo>
                      <a:pt x="26469" y="6876"/>
                      <a:pt x="26553" y="7065"/>
                      <a:pt x="26553" y="7298"/>
                    </a:cubicBezTo>
                    <a:lnTo>
                      <a:pt x="26553" y="8593"/>
                    </a:lnTo>
                    <a:cubicBezTo>
                      <a:pt x="27040" y="7918"/>
                      <a:pt x="27663" y="7404"/>
                      <a:pt x="28424" y="7045"/>
                    </a:cubicBezTo>
                    <a:cubicBezTo>
                      <a:pt x="29208" y="6686"/>
                      <a:pt x="30105" y="6508"/>
                      <a:pt x="31119" y="6508"/>
                    </a:cubicBezTo>
                    <a:lnTo>
                      <a:pt x="32420" y="6508"/>
                    </a:lnTo>
                    <a:cubicBezTo>
                      <a:pt x="32653" y="6508"/>
                      <a:pt x="32832" y="6582"/>
                      <a:pt x="32959" y="6729"/>
                    </a:cubicBezTo>
                    <a:cubicBezTo>
                      <a:pt x="33108" y="6876"/>
                      <a:pt x="33181" y="7056"/>
                      <a:pt x="33181" y="7266"/>
                    </a:cubicBezTo>
                    <a:lnTo>
                      <a:pt x="33181" y="9541"/>
                    </a:lnTo>
                    <a:cubicBezTo>
                      <a:pt x="33181" y="9751"/>
                      <a:pt x="33108" y="9931"/>
                      <a:pt x="32959" y="10078"/>
                    </a:cubicBezTo>
                    <a:cubicBezTo>
                      <a:pt x="32832" y="10224"/>
                      <a:pt x="32653" y="10299"/>
                      <a:pt x="32420" y="10299"/>
                    </a:cubicBezTo>
                    <a:lnTo>
                      <a:pt x="29946" y="10299"/>
                    </a:lnTo>
                    <a:cubicBezTo>
                      <a:pt x="28931" y="10299"/>
                      <a:pt x="28138" y="10583"/>
                      <a:pt x="27568" y="11152"/>
                    </a:cubicBezTo>
                    <a:cubicBezTo>
                      <a:pt x="27019" y="11721"/>
                      <a:pt x="26743" y="12499"/>
                      <a:pt x="26743" y="13490"/>
                    </a:cubicBezTo>
                    <a:lnTo>
                      <a:pt x="26743" y="22177"/>
                    </a:lnTo>
                    <a:cubicBezTo>
                      <a:pt x="26743" y="22387"/>
                      <a:pt x="26671" y="22568"/>
                      <a:pt x="26521" y="22714"/>
                    </a:cubicBezTo>
                    <a:cubicBezTo>
                      <a:pt x="26374" y="22861"/>
                      <a:pt x="26184" y="22936"/>
                      <a:pt x="25950" y="22936"/>
                    </a:cubicBezTo>
                    <a:lnTo>
                      <a:pt x="23191" y="22936"/>
                    </a:lnTo>
                    <a:close/>
                    <a:moveTo>
                      <a:pt x="41528" y="23252"/>
                    </a:moveTo>
                    <a:cubicBezTo>
                      <a:pt x="40429" y="23252"/>
                      <a:pt x="39455" y="23073"/>
                      <a:pt x="38610" y="22714"/>
                    </a:cubicBezTo>
                    <a:cubicBezTo>
                      <a:pt x="37786" y="22335"/>
                      <a:pt x="37100" y="21810"/>
                      <a:pt x="36549" y="21135"/>
                    </a:cubicBezTo>
                    <a:cubicBezTo>
                      <a:pt x="35999" y="20460"/>
                      <a:pt x="35577" y="19670"/>
                      <a:pt x="35281" y="18765"/>
                    </a:cubicBezTo>
                    <a:cubicBezTo>
                      <a:pt x="34984" y="17838"/>
                      <a:pt x="34816" y="16827"/>
                      <a:pt x="34773" y="15733"/>
                    </a:cubicBezTo>
                    <a:cubicBezTo>
                      <a:pt x="34753" y="15354"/>
                      <a:pt x="34741" y="15017"/>
                      <a:pt x="34741" y="14722"/>
                    </a:cubicBezTo>
                    <a:cubicBezTo>
                      <a:pt x="34741" y="14406"/>
                      <a:pt x="34753" y="14058"/>
                      <a:pt x="34773" y="13679"/>
                    </a:cubicBezTo>
                    <a:cubicBezTo>
                      <a:pt x="34816" y="12625"/>
                      <a:pt x="34975" y="11646"/>
                      <a:pt x="35249" y="10741"/>
                    </a:cubicBezTo>
                    <a:cubicBezTo>
                      <a:pt x="35546" y="9836"/>
                      <a:pt x="35967" y="9047"/>
                      <a:pt x="36517" y="8372"/>
                    </a:cubicBezTo>
                    <a:cubicBezTo>
                      <a:pt x="37088" y="7677"/>
                      <a:pt x="37786" y="7140"/>
                      <a:pt x="38610" y="6761"/>
                    </a:cubicBezTo>
                    <a:cubicBezTo>
                      <a:pt x="39455" y="6382"/>
                      <a:pt x="40429" y="6192"/>
                      <a:pt x="41528" y="6192"/>
                    </a:cubicBezTo>
                    <a:cubicBezTo>
                      <a:pt x="42670" y="6192"/>
                      <a:pt x="43632" y="6393"/>
                      <a:pt x="44414" y="6792"/>
                    </a:cubicBezTo>
                    <a:cubicBezTo>
                      <a:pt x="45218" y="7171"/>
                      <a:pt x="45884" y="7666"/>
                      <a:pt x="46412" y="8277"/>
                    </a:cubicBezTo>
                    <a:lnTo>
                      <a:pt x="46412" y="1264"/>
                    </a:lnTo>
                    <a:cubicBezTo>
                      <a:pt x="46412" y="1054"/>
                      <a:pt x="46475" y="873"/>
                      <a:pt x="46602" y="727"/>
                    </a:cubicBezTo>
                    <a:cubicBezTo>
                      <a:pt x="46749" y="580"/>
                      <a:pt x="46940" y="505"/>
                      <a:pt x="47173" y="505"/>
                    </a:cubicBezTo>
                    <a:lnTo>
                      <a:pt x="49868" y="505"/>
                    </a:lnTo>
                    <a:cubicBezTo>
                      <a:pt x="50079" y="505"/>
                      <a:pt x="50260" y="580"/>
                      <a:pt x="50408" y="727"/>
                    </a:cubicBezTo>
                    <a:cubicBezTo>
                      <a:pt x="50555" y="873"/>
                      <a:pt x="50630" y="1054"/>
                      <a:pt x="50630" y="1264"/>
                    </a:cubicBezTo>
                    <a:lnTo>
                      <a:pt x="50630" y="22177"/>
                    </a:lnTo>
                    <a:cubicBezTo>
                      <a:pt x="50630" y="22387"/>
                      <a:pt x="50555" y="22568"/>
                      <a:pt x="50408" y="22714"/>
                    </a:cubicBezTo>
                    <a:cubicBezTo>
                      <a:pt x="50260" y="22861"/>
                      <a:pt x="50079" y="22936"/>
                      <a:pt x="49868" y="22936"/>
                    </a:cubicBezTo>
                    <a:lnTo>
                      <a:pt x="47363" y="22936"/>
                    </a:lnTo>
                    <a:cubicBezTo>
                      <a:pt x="47130" y="22936"/>
                      <a:pt x="46940" y="22861"/>
                      <a:pt x="46792" y="22714"/>
                    </a:cubicBezTo>
                    <a:cubicBezTo>
                      <a:pt x="46665" y="22568"/>
                      <a:pt x="46602" y="22387"/>
                      <a:pt x="46602" y="22177"/>
                    </a:cubicBezTo>
                    <a:lnTo>
                      <a:pt x="46602" y="21008"/>
                    </a:lnTo>
                    <a:cubicBezTo>
                      <a:pt x="46074" y="21661"/>
                      <a:pt x="45397" y="22198"/>
                      <a:pt x="44572" y="22620"/>
                    </a:cubicBezTo>
                    <a:cubicBezTo>
                      <a:pt x="43768" y="23042"/>
                      <a:pt x="42754" y="23252"/>
                      <a:pt x="41528" y="23252"/>
                    </a:cubicBezTo>
                    <a:close/>
                    <a:moveTo>
                      <a:pt x="42701" y="19871"/>
                    </a:moveTo>
                    <a:cubicBezTo>
                      <a:pt x="43589" y="19871"/>
                      <a:pt x="44298" y="19670"/>
                      <a:pt x="44826" y="19271"/>
                    </a:cubicBezTo>
                    <a:cubicBezTo>
                      <a:pt x="45354" y="18872"/>
                      <a:pt x="45746" y="18366"/>
                      <a:pt x="46000" y="17755"/>
                    </a:cubicBezTo>
                    <a:cubicBezTo>
                      <a:pt x="46253" y="17123"/>
                      <a:pt x="46391" y="16480"/>
                      <a:pt x="46412" y="15827"/>
                    </a:cubicBezTo>
                    <a:cubicBezTo>
                      <a:pt x="46432" y="15448"/>
                      <a:pt x="46444" y="15049"/>
                      <a:pt x="46444" y="14627"/>
                    </a:cubicBezTo>
                    <a:cubicBezTo>
                      <a:pt x="46444" y="14185"/>
                      <a:pt x="46432" y="13774"/>
                      <a:pt x="46412" y="13395"/>
                    </a:cubicBezTo>
                    <a:cubicBezTo>
                      <a:pt x="46391" y="12763"/>
                      <a:pt x="46242" y="12163"/>
                      <a:pt x="45968" y="11594"/>
                    </a:cubicBezTo>
                    <a:cubicBezTo>
                      <a:pt x="45694" y="11005"/>
                      <a:pt x="45291" y="10520"/>
                      <a:pt x="44763" y="10141"/>
                    </a:cubicBezTo>
                    <a:cubicBezTo>
                      <a:pt x="44235" y="9762"/>
                      <a:pt x="43546" y="9572"/>
                      <a:pt x="42701" y="9572"/>
                    </a:cubicBezTo>
                    <a:cubicBezTo>
                      <a:pt x="41813" y="9572"/>
                      <a:pt x="41104" y="9773"/>
                      <a:pt x="40577" y="10173"/>
                    </a:cubicBezTo>
                    <a:cubicBezTo>
                      <a:pt x="40069" y="10552"/>
                      <a:pt x="39700" y="11057"/>
                      <a:pt x="39467" y="11689"/>
                    </a:cubicBezTo>
                    <a:cubicBezTo>
                      <a:pt x="39233" y="12321"/>
                      <a:pt x="39097" y="13016"/>
                      <a:pt x="39054" y="13774"/>
                    </a:cubicBezTo>
                    <a:cubicBezTo>
                      <a:pt x="39034" y="14406"/>
                      <a:pt x="39034" y="15038"/>
                      <a:pt x="39054" y="15669"/>
                    </a:cubicBezTo>
                    <a:cubicBezTo>
                      <a:pt x="39097" y="16428"/>
                      <a:pt x="39233" y="17123"/>
                      <a:pt x="39467" y="17755"/>
                    </a:cubicBezTo>
                    <a:cubicBezTo>
                      <a:pt x="39700" y="18386"/>
                      <a:pt x="40069" y="18903"/>
                      <a:pt x="40577" y="19303"/>
                    </a:cubicBezTo>
                    <a:cubicBezTo>
                      <a:pt x="41104" y="19682"/>
                      <a:pt x="41813" y="19871"/>
                      <a:pt x="42701" y="19871"/>
                    </a:cubicBezTo>
                    <a:close/>
                    <a:moveTo>
                      <a:pt x="61960" y="23252"/>
                    </a:moveTo>
                    <a:cubicBezTo>
                      <a:pt x="59613" y="23252"/>
                      <a:pt x="57751" y="22577"/>
                      <a:pt x="56379" y="21230"/>
                    </a:cubicBezTo>
                    <a:cubicBezTo>
                      <a:pt x="55004" y="19882"/>
                      <a:pt x="54263" y="17964"/>
                      <a:pt x="54159" y="15480"/>
                    </a:cubicBezTo>
                    <a:cubicBezTo>
                      <a:pt x="54136" y="15270"/>
                      <a:pt x="54127" y="15006"/>
                      <a:pt x="54127" y="14690"/>
                    </a:cubicBezTo>
                    <a:cubicBezTo>
                      <a:pt x="54127" y="14354"/>
                      <a:pt x="54136" y="14090"/>
                      <a:pt x="54159" y="13900"/>
                    </a:cubicBezTo>
                    <a:cubicBezTo>
                      <a:pt x="54243" y="12321"/>
                      <a:pt x="54603" y="10951"/>
                      <a:pt x="55237" y="9793"/>
                    </a:cubicBezTo>
                    <a:cubicBezTo>
                      <a:pt x="55892" y="8636"/>
                      <a:pt x="56791" y="7751"/>
                      <a:pt x="57933" y="7140"/>
                    </a:cubicBezTo>
                    <a:cubicBezTo>
                      <a:pt x="59074" y="6508"/>
                      <a:pt x="60415" y="6192"/>
                      <a:pt x="61960" y="6192"/>
                    </a:cubicBezTo>
                    <a:cubicBezTo>
                      <a:pt x="63673" y="6192"/>
                      <a:pt x="65109" y="6551"/>
                      <a:pt x="66273" y="7266"/>
                    </a:cubicBezTo>
                    <a:cubicBezTo>
                      <a:pt x="67435" y="7961"/>
                      <a:pt x="68312" y="8940"/>
                      <a:pt x="68905" y="10204"/>
                    </a:cubicBezTo>
                    <a:cubicBezTo>
                      <a:pt x="69497" y="11447"/>
                      <a:pt x="69793" y="12889"/>
                      <a:pt x="69793" y="14532"/>
                    </a:cubicBezTo>
                    <a:lnTo>
                      <a:pt x="69793" y="15196"/>
                    </a:lnTo>
                    <a:cubicBezTo>
                      <a:pt x="69793" y="15405"/>
                      <a:pt x="69719" y="15586"/>
                      <a:pt x="69571" y="15733"/>
                    </a:cubicBezTo>
                    <a:cubicBezTo>
                      <a:pt x="69422" y="15879"/>
                      <a:pt x="69231" y="15954"/>
                      <a:pt x="69000" y="15954"/>
                    </a:cubicBezTo>
                    <a:lnTo>
                      <a:pt x="58472" y="15954"/>
                    </a:lnTo>
                    <a:cubicBezTo>
                      <a:pt x="58472" y="15954"/>
                      <a:pt x="58472" y="15985"/>
                      <a:pt x="58472" y="16049"/>
                    </a:cubicBezTo>
                    <a:cubicBezTo>
                      <a:pt x="58472" y="16112"/>
                      <a:pt x="58472" y="16164"/>
                      <a:pt x="58472" y="16207"/>
                    </a:cubicBezTo>
                    <a:cubicBezTo>
                      <a:pt x="58492" y="16944"/>
                      <a:pt x="58630" y="17628"/>
                      <a:pt x="58884" y="18260"/>
                    </a:cubicBezTo>
                    <a:cubicBezTo>
                      <a:pt x="59158" y="18872"/>
                      <a:pt x="59550" y="19366"/>
                      <a:pt x="60057" y="19745"/>
                    </a:cubicBezTo>
                    <a:cubicBezTo>
                      <a:pt x="60585" y="20124"/>
                      <a:pt x="61208" y="20313"/>
                      <a:pt x="61928" y="20313"/>
                    </a:cubicBezTo>
                    <a:cubicBezTo>
                      <a:pt x="62520" y="20313"/>
                      <a:pt x="63016" y="20230"/>
                      <a:pt x="63419" y="20061"/>
                    </a:cubicBezTo>
                    <a:cubicBezTo>
                      <a:pt x="63820" y="19871"/>
                      <a:pt x="64148" y="19661"/>
                      <a:pt x="64402" y="19429"/>
                    </a:cubicBezTo>
                    <a:cubicBezTo>
                      <a:pt x="64656" y="19196"/>
                      <a:pt x="64835" y="19007"/>
                      <a:pt x="64941" y="18860"/>
                    </a:cubicBezTo>
                    <a:cubicBezTo>
                      <a:pt x="65131" y="18608"/>
                      <a:pt x="65279" y="18461"/>
                      <a:pt x="65385" y="18418"/>
                    </a:cubicBezTo>
                    <a:cubicBezTo>
                      <a:pt x="65512" y="18355"/>
                      <a:pt x="65691" y="18323"/>
                      <a:pt x="65924" y="18323"/>
                    </a:cubicBezTo>
                    <a:lnTo>
                      <a:pt x="68652" y="18323"/>
                    </a:lnTo>
                    <a:cubicBezTo>
                      <a:pt x="68862" y="18323"/>
                      <a:pt x="69032" y="18386"/>
                      <a:pt x="69159" y="18513"/>
                    </a:cubicBezTo>
                    <a:cubicBezTo>
                      <a:pt x="69306" y="18639"/>
                      <a:pt x="69370" y="18797"/>
                      <a:pt x="69349" y="18987"/>
                    </a:cubicBezTo>
                    <a:cubicBezTo>
                      <a:pt x="69327" y="19323"/>
                      <a:pt x="69148" y="19734"/>
                      <a:pt x="68810" y="20219"/>
                    </a:cubicBezTo>
                    <a:cubicBezTo>
                      <a:pt x="68493" y="20704"/>
                      <a:pt x="68026" y="21178"/>
                      <a:pt x="67415" y="21640"/>
                    </a:cubicBezTo>
                    <a:cubicBezTo>
                      <a:pt x="66801" y="22103"/>
                      <a:pt x="66028" y="22493"/>
                      <a:pt x="65100" y="22809"/>
                    </a:cubicBezTo>
                    <a:cubicBezTo>
                      <a:pt x="64189" y="23105"/>
                      <a:pt x="63143" y="23252"/>
                      <a:pt x="61960" y="23252"/>
                    </a:cubicBezTo>
                    <a:close/>
                    <a:moveTo>
                      <a:pt x="58472" y="13300"/>
                    </a:moveTo>
                    <a:lnTo>
                      <a:pt x="65480" y="13300"/>
                    </a:lnTo>
                    <a:lnTo>
                      <a:pt x="65480" y="13205"/>
                    </a:lnTo>
                    <a:cubicBezTo>
                      <a:pt x="65480" y="12384"/>
                      <a:pt x="65342" y="11669"/>
                      <a:pt x="65068" y="11057"/>
                    </a:cubicBezTo>
                    <a:cubicBezTo>
                      <a:pt x="64792" y="10446"/>
                      <a:pt x="64391" y="9963"/>
                      <a:pt x="63863" y="9604"/>
                    </a:cubicBezTo>
                    <a:cubicBezTo>
                      <a:pt x="63333" y="9245"/>
                      <a:pt x="62699" y="9067"/>
                      <a:pt x="61960" y="9067"/>
                    </a:cubicBezTo>
                    <a:cubicBezTo>
                      <a:pt x="61219" y="9067"/>
                      <a:pt x="60585" y="9245"/>
                      <a:pt x="60057" y="9604"/>
                    </a:cubicBezTo>
                    <a:cubicBezTo>
                      <a:pt x="59527" y="9963"/>
                      <a:pt x="59126" y="10446"/>
                      <a:pt x="58852" y="11057"/>
                    </a:cubicBezTo>
                    <a:cubicBezTo>
                      <a:pt x="58599" y="11669"/>
                      <a:pt x="58472" y="12384"/>
                      <a:pt x="58472" y="13205"/>
                    </a:cubicBezTo>
                    <a:lnTo>
                      <a:pt x="58472" y="13300"/>
                    </a:lnTo>
                    <a:close/>
                    <a:moveTo>
                      <a:pt x="73920" y="22936"/>
                    </a:moveTo>
                    <a:cubicBezTo>
                      <a:pt x="73710" y="22936"/>
                      <a:pt x="73529" y="22861"/>
                      <a:pt x="73381" y="22714"/>
                    </a:cubicBezTo>
                    <a:cubicBezTo>
                      <a:pt x="73234" y="22568"/>
                      <a:pt x="73159" y="22387"/>
                      <a:pt x="73159" y="22177"/>
                    </a:cubicBezTo>
                    <a:lnTo>
                      <a:pt x="73159" y="7298"/>
                    </a:lnTo>
                    <a:cubicBezTo>
                      <a:pt x="73159" y="7065"/>
                      <a:pt x="73234" y="6876"/>
                      <a:pt x="73381" y="6729"/>
                    </a:cubicBezTo>
                    <a:cubicBezTo>
                      <a:pt x="73529" y="6582"/>
                      <a:pt x="73710" y="6508"/>
                      <a:pt x="73920" y="6508"/>
                    </a:cubicBezTo>
                    <a:lnTo>
                      <a:pt x="76489" y="6508"/>
                    </a:lnTo>
                    <a:cubicBezTo>
                      <a:pt x="76700" y="6508"/>
                      <a:pt x="76881" y="6582"/>
                      <a:pt x="77028" y="6729"/>
                    </a:cubicBezTo>
                    <a:cubicBezTo>
                      <a:pt x="77198" y="6876"/>
                      <a:pt x="77282" y="7065"/>
                      <a:pt x="77282" y="7298"/>
                    </a:cubicBezTo>
                    <a:lnTo>
                      <a:pt x="77282" y="8593"/>
                    </a:lnTo>
                    <a:cubicBezTo>
                      <a:pt x="77769" y="7918"/>
                      <a:pt x="78392" y="7404"/>
                      <a:pt x="79153" y="7045"/>
                    </a:cubicBezTo>
                    <a:cubicBezTo>
                      <a:pt x="79935" y="6686"/>
                      <a:pt x="80834" y="6508"/>
                      <a:pt x="81849" y="6508"/>
                    </a:cubicBezTo>
                    <a:lnTo>
                      <a:pt x="83149" y="6508"/>
                    </a:lnTo>
                    <a:cubicBezTo>
                      <a:pt x="83382" y="6508"/>
                      <a:pt x="83561" y="6582"/>
                      <a:pt x="83688" y="6729"/>
                    </a:cubicBezTo>
                    <a:cubicBezTo>
                      <a:pt x="83835" y="6876"/>
                      <a:pt x="83910" y="7056"/>
                      <a:pt x="83910" y="7266"/>
                    </a:cubicBezTo>
                    <a:lnTo>
                      <a:pt x="83910" y="9541"/>
                    </a:lnTo>
                    <a:cubicBezTo>
                      <a:pt x="83910" y="9751"/>
                      <a:pt x="83835" y="9931"/>
                      <a:pt x="83688" y="10078"/>
                    </a:cubicBezTo>
                    <a:cubicBezTo>
                      <a:pt x="83561" y="10224"/>
                      <a:pt x="83382" y="10299"/>
                      <a:pt x="83149" y="10299"/>
                    </a:cubicBezTo>
                    <a:lnTo>
                      <a:pt x="80675" y="10299"/>
                    </a:lnTo>
                    <a:cubicBezTo>
                      <a:pt x="79661" y="10299"/>
                      <a:pt x="78868" y="10583"/>
                      <a:pt x="78297" y="11152"/>
                    </a:cubicBezTo>
                    <a:cubicBezTo>
                      <a:pt x="77746" y="11721"/>
                      <a:pt x="77472" y="12499"/>
                      <a:pt x="77472" y="13490"/>
                    </a:cubicBezTo>
                    <a:lnTo>
                      <a:pt x="77472" y="22177"/>
                    </a:lnTo>
                    <a:cubicBezTo>
                      <a:pt x="77472" y="22387"/>
                      <a:pt x="77398" y="22568"/>
                      <a:pt x="77250" y="22714"/>
                    </a:cubicBezTo>
                    <a:cubicBezTo>
                      <a:pt x="77103" y="22861"/>
                      <a:pt x="76913" y="22936"/>
                      <a:pt x="76679" y="22936"/>
                    </a:cubicBezTo>
                    <a:lnTo>
                      <a:pt x="73920" y="22936"/>
                    </a:lnTo>
                    <a:close/>
                    <a:moveTo>
                      <a:pt x="92738" y="22936"/>
                    </a:moveTo>
                    <a:cubicBezTo>
                      <a:pt x="92400" y="22936"/>
                      <a:pt x="92135" y="22852"/>
                      <a:pt x="91945" y="22683"/>
                    </a:cubicBezTo>
                    <a:cubicBezTo>
                      <a:pt x="91754" y="22514"/>
                      <a:pt x="91616" y="22304"/>
                      <a:pt x="91532" y="22051"/>
                    </a:cubicBezTo>
                    <a:lnTo>
                      <a:pt x="84746" y="1769"/>
                    </a:lnTo>
                    <a:cubicBezTo>
                      <a:pt x="84703" y="1663"/>
                      <a:pt x="84683" y="1568"/>
                      <a:pt x="84683" y="1485"/>
                    </a:cubicBezTo>
                    <a:cubicBezTo>
                      <a:pt x="84683" y="1295"/>
                      <a:pt x="84746" y="1137"/>
                      <a:pt x="84873" y="1011"/>
                    </a:cubicBezTo>
                    <a:cubicBezTo>
                      <a:pt x="85000" y="885"/>
                      <a:pt x="85158" y="821"/>
                      <a:pt x="85348" y="821"/>
                    </a:cubicBezTo>
                    <a:lnTo>
                      <a:pt x="88139" y="821"/>
                    </a:lnTo>
                    <a:cubicBezTo>
                      <a:pt x="88436" y="821"/>
                      <a:pt x="88658" y="905"/>
                      <a:pt x="88805" y="1074"/>
                    </a:cubicBezTo>
                    <a:cubicBezTo>
                      <a:pt x="88975" y="1221"/>
                      <a:pt x="89079" y="1370"/>
                      <a:pt x="89122" y="1516"/>
                    </a:cubicBezTo>
                    <a:lnTo>
                      <a:pt x="94482" y="17786"/>
                    </a:lnTo>
                    <a:lnTo>
                      <a:pt x="99810" y="1516"/>
                    </a:lnTo>
                    <a:cubicBezTo>
                      <a:pt x="99873" y="1370"/>
                      <a:pt x="99979" y="1221"/>
                      <a:pt x="100127" y="1074"/>
                    </a:cubicBezTo>
                    <a:cubicBezTo>
                      <a:pt x="100297" y="905"/>
                      <a:pt x="100528" y="821"/>
                      <a:pt x="100824" y="821"/>
                    </a:cubicBezTo>
                    <a:lnTo>
                      <a:pt x="103615" y="821"/>
                    </a:lnTo>
                    <a:cubicBezTo>
                      <a:pt x="103785" y="821"/>
                      <a:pt x="103932" y="885"/>
                      <a:pt x="104059" y="1011"/>
                    </a:cubicBezTo>
                    <a:cubicBezTo>
                      <a:pt x="104206" y="1137"/>
                      <a:pt x="104281" y="1295"/>
                      <a:pt x="104281" y="1485"/>
                    </a:cubicBezTo>
                    <a:cubicBezTo>
                      <a:pt x="104281" y="1568"/>
                      <a:pt x="104261" y="1663"/>
                      <a:pt x="104218" y="1769"/>
                    </a:cubicBezTo>
                    <a:lnTo>
                      <a:pt x="97431" y="22051"/>
                    </a:lnTo>
                    <a:cubicBezTo>
                      <a:pt x="97347" y="22304"/>
                      <a:pt x="97209" y="22514"/>
                      <a:pt x="97019" y="22683"/>
                    </a:cubicBezTo>
                    <a:cubicBezTo>
                      <a:pt x="96829" y="22852"/>
                      <a:pt x="96564" y="22936"/>
                      <a:pt x="96226" y="22936"/>
                    </a:cubicBezTo>
                    <a:lnTo>
                      <a:pt x="92738" y="22936"/>
                    </a:lnTo>
                    <a:close/>
                    <a:moveTo>
                      <a:pt x="110218" y="23252"/>
                    </a:moveTo>
                    <a:cubicBezTo>
                      <a:pt x="109120" y="23252"/>
                      <a:pt x="108125" y="23042"/>
                      <a:pt x="107237" y="22620"/>
                    </a:cubicBezTo>
                    <a:cubicBezTo>
                      <a:pt x="106349" y="22177"/>
                      <a:pt x="105640" y="21597"/>
                      <a:pt x="105112" y="20882"/>
                    </a:cubicBezTo>
                    <a:cubicBezTo>
                      <a:pt x="104605" y="20144"/>
                      <a:pt x="104351" y="19323"/>
                      <a:pt x="104351" y="18418"/>
                    </a:cubicBezTo>
                    <a:cubicBezTo>
                      <a:pt x="104351" y="16944"/>
                      <a:pt x="104943" y="15776"/>
                      <a:pt x="106127" y="14911"/>
                    </a:cubicBezTo>
                    <a:cubicBezTo>
                      <a:pt x="107332" y="14027"/>
                      <a:pt x="108918" y="13438"/>
                      <a:pt x="110884" y="13142"/>
                    </a:cubicBezTo>
                    <a:lnTo>
                      <a:pt x="115229" y="12510"/>
                    </a:lnTo>
                    <a:lnTo>
                      <a:pt x="115229" y="11847"/>
                    </a:lnTo>
                    <a:cubicBezTo>
                      <a:pt x="115229" y="10962"/>
                      <a:pt x="115007" y="10279"/>
                      <a:pt x="114563" y="9793"/>
                    </a:cubicBezTo>
                    <a:cubicBezTo>
                      <a:pt x="114119" y="9308"/>
                      <a:pt x="113358" y="9067"/>
                      <a:pt x="112279" y="9067"/>
                    </a:cubicBezTo>
                    <a:cubicBezTo>
                      <a:pt x="111518" y="9067"/>
                      <a:pt x="110895" y="9225"/>
                      <a:pt x="110408" y="9541"/>
                    </a:cubicBezTo>
                    <a:cubicBezTo>
                      <a:pt x="109944" y="9836"/>
                      <a:pt x="109595" y="10236"/>
                      <a:pt x="109362" y="10741"/>
                    </a:cubicBezTo>
                    <a:cubicBezTo>
                      <a:pt x="109192" y="11014"/>
                      <a:pt x="108950" y="11152"/>
                      <a:pt x="108633" y="11152"/>
                    </a:cubicBezTo>
                    <a:lnTo>
                      <a:pt x="106127" y="11152"/>
                    </a:lnTo>
                    <a:cubicBezTo>
                      <a:pt x="105894" y="11152"/>
                      <a:pt x="105715" y="11089"/>
                      <a:pt x="105588" y="10962"/>
                    </a:cubicBezTo>
                    <a:cubicBezTo>
                      <a:pt x="105482" y="10836"/>
                      <a:pt x="105430" y="10667"/>
                      <a:pt x="105430" y="10457"/>
                    </a:cubicBezTo>
                    <a:cubicBezTo>
                      <a:pt x="105450" y="10121"/>
                      <a:pt x="105588" y="9710"/>
                      <a:pt x="105842" y="9225"/>
                    </a:cubicBezTo>
                    <a:cubicBezTo>
                      <a:pt x="106095" y="8740"/>
                      <a:pt x="106496" y="8277"/>
                      <a:pt x="107047" y="7835"/>
                    </a:cubicBezTo>
                    <a:cubicBezTo>
                      <a:pt x="107597" y="7372"/>
                      <a:pt x="108304" y="6982"/>
                      <a:pt x="109172" y="6666"/>
                    </a:cubicBezTo>
                    <a:cubicBezTo>
                      <a:pt x="110039" y="6350"/>
                      <a:pt x="111086" y="6192"/>
                      <a:pt x="112311" y="6192"/>
                    </a:cubicBezTo>
                    <a:cubicBezTo>
                      <a:pt x="113643" y="6192"/>
                      <a:pt x="114764" y="6361"/>
                      <a:pt x="115673" y="6697"/>
                    </a:cubicBezTo>
                    <a:cubicBezTo>
                      <a:pt x="116604" y="7013"/>
                      <a:pt x="117342" y="7444"/>
                      <a:pt x="117893" y="7993"/>
                    </a:cubicBezTo>
                    <a:cubicBezTo>
                      <a:pt x="118443" y="8541"/>
                      <a:pt x="118844" y="9182"/>
                      <a:pt x="119098" y="9920"/>
                    </a:cubicBezTo>
                    <a:cubicBezTo>
                      <a:pt x="119351" y="10658"/>
                      <a:pt x="119478" y="11436"/>
                      <a:pt x="119478" y="12258"/>
                    </a:cubicBezTo>
                    <a:lnTo>
                      <a:pt x="119478" y="22177"/>
                    </a:lnTo>
                    <a:cubicBezTo>
                      <a:pt x="119478" y="22387"/>
                      <a:pt x="119404" y="22568"/>
                      <a:pt x="119256" y="22714"/>
                    </a:cubicBezTo>
                    <a:cubicBezTo>
                      <a:pt x="119109" y="22861"/>
                      <a:pt x="118928" y="22936"/>
                      <a:pt x="118717" y="22936"/>
                    </a:cubicBezTo>
                    <a:lnTo>
                      <a:pt x="116148" y="22936"/>
                    </a:lnTo>
                    <a:cubicBezTo>
                      <a:pt x="115915" y="22936"/>
                      <a:pt x="115725" y="22861"/>
                      <a:pt x="115578" y="22714"/>
                    </a:cubicBezTo>
                    <a:cubicBezTo>
                      <a:pt x="115451" y="22568"/>
                      <a:pt x="115387" y="22387"/>
                      <a:pt x="115387" y="22177"/>
                    </a:cubicBezTo>
                    <a:lnTo>
                      <a:pt x="115387" y="20945"/>
                    </a:lnTo>
                    <a:cubicBezTo>
                      <a:pt x="115113" y="21345"/>
                      <a:pt x="114742" y="21724"/>
                      <a:pt x="114277" y="22083"/>
                    </a:cubicBezTo>
                    <a:cubicBezTo>
                      <a:pt x="113813" y="22419"/>
                      <a:pt x="113242" y="22703"/>
                      <a:pt x="112565" y="22936"/>
                    </a:cubicBezTo>
                    <a:cubicBezTo>
                      <a:pt x="111910" y="23145"/>
                      <a:pt x="111126" y="23252"/>
                      <a:pt x="110218" y="23252"/>
                    </a:cubicBezTo>
                    <a:close/>
                    <a:moveTo>
                      <a:pt x="111296" y="20250"/>
                    </a:moveTo>
                    <a:cubicBezTo>
                      <a:pt x="112037" y="20250"/>
                      <a:pt x="112703" y="20092"/>
                      <a:pt x="113294" y="19776"/>
                    </a:cubicBezTo>
                    <a:cubicBezTo>
                      <a:pt x="113908" y="19461"/>
                      <a:pt x="114384" y="18975"/>
                      <a:pt x="114721" y="18323"/>
                    </a:cubicBezTo>
                    <a:cubicBezTo>
                      <a:pt x="115082" y="17648"/>
                      <a:pt x="115261" y="16807"/>
                      <a:pt x="115261" y="15796"/>
                    </a:cubicBezTo>
                    <a:lnTo>
                      <a:pt x="115261" y="15132"/>
                    </a:lnTo>
                    <a:lnTo>
                      <a:pt x="112089" y="15638"/>
                    </a:lnTo>
                    <a:cubicBezTo>
                      <a:pt x="110841" y="15827"/>
                      <a:pt x="109912" y="16132"/>
                      <a:pt x="109298" y="16554"/>
                    </a:cubicBezTo>
                    <a:cubicBezTo>
                      <a:pt x="108685" y="16976"/>
                      <a:pt x="108379" y="17491"/>
                      <a:pt x="108379" y="18102"/>
                    </a:cubicBezTo>
                    <a:cubicBezTo>
                      <a:pt x="108379" y="18565"/>
                      <a:pt x="108517" y="18966"/>
                      <a:pt x="108791" y="19303"/>
                    </a:cubicBezTo>
                    <a:cubicBezTo>
                      <a:pt x="109088" y="19618"/>
                      <a:pt x="109457" y="19860"/>
                      <a:pt x="109901" y="20029"/>
                    </a:cubicBezTo>
                    <a:cubicBezTo>
                      <a:pt x="110345" y="20176"/>
                      <a:pt x="110809" y="20250"/>
                      <a:pt x="111296" y="20250"/>
                    </a:cubicBezTo>
                    <a:close/>
                    <a:moveTo>
                      <a:pt x="124339" y="22936"/>
                    </a:moveTo>
                    <a:cubicBezTo>
                      <a:pt x="124129" y="22936"/>
                      <a:pt x="123948" y="22861"/>
                      <a:pt x="123800" y="22714"/>
                    </a:cubicBezTo>
                    <a:cubicBezTo>
                      <a:pt x="123653" y="22568"/>
                      <a:pt x="123578" y="22387"/>
                      <a:pt x="123578" y="22177"/>
                    </a:cubicBezTo>
                    <a:lnTo>
                      <a:pt x="123578" y="1264"/>
                    </a:lnTo>
                    <a:cubicBezTo>
                      <a:pt x="123578" y="1054"/>
                      <a:pt x="123653" y="873"/>
                      <a:pt x="123800" y="727"/>
                    </a:cubicBezTo>
                    <a:cubicBezTo>
                      <a:pt x="123948" y="580"/>
                      <a:pt x="124129" y="505"/>
                      <a:pt x="124339" y="505"/>
                    </a:cubicBezTo>
                    <a:lnTo>
                      <a:pt x="126972" y="505"/>
                    </a:lnTo>
                    <a:cubicBezTo>
                      <a:pt x="127182" y="505"/>
                      <a:pt x="127363" y="580"/>
                      <a:pt x="127511" y="727"/>
                    </a:cubicBezTo>
                    <a:cubicBezTo>
                      <a:pt x="127658" y="873"/>
                      <a:pt x="127733" y="1054"/>
                      <a:pt x="127733" y="1264"/>
                    </a:cubicBezTo>
                    <a:lnTo>
                      <a:pt x="127733" y="22177"/>
                    </a:lnTo>
                    <a:cubicBezTo>
                      <a:pt x="127733" y="22387"/>
                      <a:pt x="127658" y="22568"/>
                      <a:pt x="127511" y="22714"/>
                    </a:cubicBezTo>
                    <a:cubicBezTo>
                      <a:pt x="127363" y="22861"/>
                      <a:pt x="127182" y="22936"/>
                      <a:pt x="126972" y="22936"/>
                    </a:cubicBezTo>
                    <a:lnTo>
                      <a:pt x="124339" y="22936"/>
                    </a:lnTo>
                    <a:close/>
                    <a:moveTo>
                      <a:pt x="132700" y="22936"/>
                    </a:moveTo>
                    <a:cubicBezTo>
                      <a:pt x="132490" y="22936"/>
                      <a:pt x="132308" y="22861"/>
                      <a:pt x="132161" y="22714"/>
                    </a:cubicBezTo>
                    <a:cubicBezTo>
                      <a:pt x="132014" y="22568"/>
                      <a:pt x="131939" y="22387"/>
                      <a:pt x="131939" y="22177"/>
                    </a:cubicBezTo>
                    <a:lnTo>
                      <a:pt x="131939" y="7266"/>
                    </a:lnTo>
                    <a:cubicBezTo>
                      <a:pt x="131939" y="7056"/>
                      <a:pt x="132014" y="6876"/>
                      <a:pt x="132161" y="6729"/>
                    </a:cubicBezTo>
                    <a:cubicBezTo>
                      <a:pt x="132308" y="6582"/>
                      <a:pt x="132490" y="6508"/>
                      <a:pt x="132700" y="6508"/>
                    </a:cubicBezTo>
                    <a:lnTo>
                      <a:pt x="135333" y="6508"/>
                    </a:lnTo>
                    <a:cubicBezTo>
                      <a:pt x="135566" y="6508"/>
                      <a:pt x="135745" y="6582"/>
                      <a:pt x="135872" y="6729"/>
                    </a:cubicBezTo>
                    <a:cubicBezTo>
                      <a:pt x="136019" y="6876"/>
                      <a:pt x="136094" y="7056"/>
                      <a:pt x="136094" y="7266"/>
                    </a:cubicBezTo>
                    <a:lnTo>
                      <a:pt x="136094" y="22177"/>
                    </a:lnTo>
                    <a:cubicBezTo>
                      <a:pt x="136094" y="22387"/>
                      <a:pt x="136019" y="22568"/>
                      <a:pt x="135872" y="22714"/>
                    </a:cubicBezTo>
                    <a:cubicBezTo>
                      <a:pt x="135745" y="22861"/>
                      <a:pt x="135566" y="22936"/>
                      <a:pt x="135333" y="22936"/>
                    </a:cubicBezTo>
                    <a:lnTo>
                      <a:pt x="132700" y="22936"/>
                    </a:lnTo>
                    <a:close/>
                    <a:moveTo>
                      <a:pt x="132574" y="3791"/>
                    </a:moveTo>
                    <a:cubicBezTo>
                      <a:pt x="132340" y="3791"/>
                      <a:pt x="132150" y="3728"/>
                      <a:pt x="132003" y="3601"/>
                    </a:cubicBezTo>
                    <a:cubicBezTo>
                      <a:pt x="131876" y="3455"/>
                      <a:pt x="131812" y="3265"/>
                      <a:pt x="131812" y="3033"/>
                    </a:cubicBezTo>
                    <a:lnTo>
                      <a:pt x="131812" y="758"/>
                    </a:lnTo>
                    <a:cubicBezTo>
                      <a:pt x="131812" y="548"/>
                      <a:pt x="131876" y="368"/>
                      <a:pt x="132003" y="221"/>
                    </a:cubicBezTo>
                    <a:cubicBezTo>
                      <a:pt x="132150" y="74"/>
                      <a:pt x="132340" y="0"/>
                      <a:pt x="132574" y="0"/>
                    </a:cubicBezTo>
                    <a:lnTo>
                      <a:pt x="135459" y="0"/>
                    </a:lnTo>
                    <a:cubicBezTo>
                      <a:pt x="135693" y="0"/>
                      <a:pt x="135883" y="74"/>
                      <a:pt x="136030" y="221"/>
                    </a:cubicBezTo>
                    <a:cubicBezTo>
                      <a:pt x="136177" y="368"/>
                      <a:pt x="136252" y="548"/>
                      <a:pt x="136252" y="758"/>
                    </a:cubicBezTo>
                    <a:lnTo>
                      <a:pt x="136252" y="3033"/>
                    </a:lnTo>
                    <a:cubicBezTo>
                      <a:pt x="136252" y="3265"/>
                      <a:pt x="136177" y="3455"/>
                      <a:pt x="136030" y="3601"/>
                    </a:cubicBezTo>
                    <a:cubicBezTo>
                      <a:pt x="135883" y="3728"/>
                      <a:pt x="135693" y="3791"/>
                      <a:pt x="135459" y="3791"/>
                    </a:cubicBezTo>
                    <a:lnTo>
                      <a:pt x="132574" y="3791"/>
                    </a:lnTo>
                    <a:close/>
                    <a:moveTo>
                      <a:pt x="146423" y="23252"/>
                    </a:moveTo>
                    <a:cubicBezTo>
                      <a:pt x="145322" y="23252"/>
                      <a:pt x="144350" y="23073"/>
                      <a:pt x="143505" y="22714"/>
                    </a:cubicBezTo>
                    <a:cubicBezTo>
                      <a:pt x="142681" y="22335"/>
                      <a:pt x="141992" y="21810"/>
                      <a:pt x="141444" y="21135"/>
                    </a:cubicBezTo>
                    <a:cubicBezTo>
                      <a:pt x="140894" y="20460"/>
                      <a:pt x="140470" y="19670"/>
                      <a:pt x="140176" y="18765"/>
                    </a:cubicBezTo>
                    <a:cubicBezTo>
                      <a:pt x="139879" y="17838"/>
                      <a:pt x="139709" y="16827"/>
                      <a:pt x="139668" y="15733"/>
                    </a:cubicBezTo>
                    <a:cubicBezTo>
                      <a:pt x="139645" y="15354"/>
                      <a:pt x="139636" y="15017"/>
                      <a:pt x="139636" y="14722"/>
                    </a:cubicBezTo>
                    <a:cubicBezTo>
                      <a:pt x="139636" y="14406"/>
                      <a:pt x="139645" y="14058"/>
                      <a:pt x="139668" y="13679"/>
                    </a:cubicBezTo>
                    <a:cubicBezTo>
                      <a:pt x="139709" y="12625"/>
                      <a:pt x="139867" y="11646"/>
                      <a:pt x="140144" y="10741"/>
                    </a:cubicBezTo>
                    <a:cubicBezTo>
                      <a:pt x="140438" y="9836"/>
                      <a:pt x="140862" y="9047"/>
                      <a:pt x="141412" y="8372"/>
                    </a:cubicBezTo>
                    <a:cubicBezTo>
                      <a:pt x="141983" y="7677"/>
                      <a:pt x="142681" y="7140"/>
                      <a:pt x="143505" y="6761"/>
                    </a:cubicBezTo>
                    <a:cubicBezTo>
                      <a:pt x="144350" y="6382"/>
                      <a:pt x="145322" y="6192"/>
                      <a:pt x="146423" y="6192"/>
                    </a:cubicBezTo>
                    <a:cubicBezTo>
                      <a:pt x="147565" y="6192"/>
                      <a:pt x="148525" y="6393"/>
                      <a:pt x="149309" y="6792"/>
                    </a:cubicBezTo>
                    <a:cubicBezTo>
                      <a:pt x="150111" y="7171"/>
                      <a:pt x="150777" y="7666"/>
                      <a:pt x="151307" y="8277"/>
                    </a:cubicBezTo>
                    <a:lnTo>
                      <a:pt x="151307" y="1264"/>
                    </a:lnTo>
                    <a:cubicBezTo>
                      <a:pt x="151307" y="1054"/>
                      <a:pt x="151370" y="873"/>
                      <a:pt x="151497" y="727"/>
                    </a:cubicBezTo>
                    <a:cubicBezTo>
                      <a:pt x="151644" y="580"/>
                      <a:pt x="151835" y="505"/>
                      <a:pt x="152068" y="505"/>
                    </a:cubicBezTo>
                    <a:lnTo>
                      <a:pt x="154763" y="505"/>
                    </a:lnTo>
                    <a:cubicBezTo>
                      <a:pt x="154974" y="505"/>
                      <a:pt x="155153" y="580"/>
                      <a:pt x="155303" y="727"/>
                    </a:cubicBezTo>
                    <a:cubicBezTo>
                      <a:pt x="155450" y="873"/>
                      <a:pt x="155525" y="1054"/>
                      <a:pt x="155525" y="1264"/>
                    </a:cubicBezTo>
                    <a:lnTo>
                      <a:pt x="155525" y="22177"/>
                    </a:lnTo>
                    <a:cubicBezTo>
                      <a:pt x="155525" y="22387"/>
                      <a:pt x="155450" y="22568"/>
                      <a:pt x="155303" y="22714"/>
                    </a:cubicBezTo>
                    <a:cubicBezTo>
                      <a:pt x="155153" y="22861"/>
                      <a:pt x="154974" y="22936"/>
                      <a:pt x="154763" y="22936"/>
                    </a:cubicBezTo>
                    <a:lnTo>
                      <a:pt x="152258" y="22936"/>
                    </a:lnTo>
                    <a:cubicBezTo>
                      <a:pt x="152025" y="22936"/>
                      <a:pt x="151835" y="22861"/>
                      <a:pt x="151687" y="22714"/>
                    </a:cubicBezTo>
                    <a:cubicBezTo>
                      <a:pt x="151560" y="22568"/>
                      <a:pt x="151497" y="22387"/>
                      <a:pt x="151497" y="22177"/>
                    </a:cubicBezTo>
                    <a:lnTo>
                      <a:pt x="151497" y="21008"/>
                    </a:lnTo>
                    <a:cubicBezTo>
                      <a:pt x="150967" y="21661"/>
                      <a:pt x="150292" y="22198"/>
                      <a:pt x="149467" y="22620"/>
                    </a:cubicBezTo>
                    <a:cubicBezTo>
                      <a:pt x="148663" y="23042"/>
                      <a:pt x="147648" y="23252"/>
                      <a:pt x="146423" y="23252"/>
                    </a:cubicBezTo>
                    <a:close/>
                    <a:moveTo>
                      <a:pt x="147596" y="19871"/>
                    </a:moveTo>
                    <a:cubicBezTo>
                      <a:pt x="148484" y="19871"/>
                      <a:pt x="149191" y="19670"/>
                      <a:pt x="149721" y="19271"/>
                    </a:cubicBezTo>
                    <a:cubicBezTo>
                      <a:pt x="150249" y="18872"/>
                      <a:pt x="150641" y="18366"/>
                      <a:pt x="150894" y="17755"/>
                    </a:cubicBezTo>
                    <a:cubicBezTo>
                      <a:pt x="151148" y="17123"/>
                      <a:pt x="151284" y="16480"/>
                      <a:pt x="151307" y="15827"/>
                    </a:cubicBezTo>
                    <a:cubicBezTo>
                      <a:pt x="151327" y="15448"/>
                      <a:pt x="151338" y="15049"/>
                      <a:pt x="151338" y="14627"/>
                    </a:cubicBezTo>
                    <a:cubicBezTo>
                      <a:pt x="151338" y="14185"/>
                      <a:pt x="151327" y="13774"/>
                      <a:pt x="151307" y="13395"/>
                    </a:cubicBezTo>
                    <a:cubicBezTo>
                      <a:pt x="151284" y="12763"/>
                      <a:pt x="151137" y="12163"/>
                      <a:pt x="150863" y="11594"/>
                    </a:cubicBezTo>
                    <a:cubicBezTo>
                      <a:pt x="150586" y="11005"/>
                      <a:pt x="150185" y="10520"/>
                      <a:pt x="149658" y="10141"/>
                    </a:cubicBezTo>
                    <a:cubicBezTo>
                      <a:pt x="149128" y="9762"/>
                      <a:pt x="148441" y="9572"/>
                      <a:pt x="147596" y="9572"/>
                    </a:cubicBezTo>
                    <a:cubicBezTo>
                      <a:pt x="146708" y="9572"/>
                      <a:pt x="145999" y="9773"/>
                      <a:pt x="145472" y="10173"/>
                    </a:cubicBezTo>
                    <a:cubicBezTo>
                      <a:pt x="144964" y="10552"/>
                      <a:pt x="144593" y="11057"/>
                      <a:pt x="144362" y="11689"/>
                    </a:cubicBezTo>
                    <a:cubicBezTo>
                      <a:pt x="144128" y="12321"/>
                      <a:pt x="143990" y="13016"/>
                      <a:pt x="143949" y="13774"/>
                    </a:cubicBezTo>
                    <a:cubicBezTo>
                      <a:pt x="143927" y="14406"/>
                      <a:pt x="143927" y="15038"/>
                      <a:pt x="143949" y="15669"/>
                    </a:cubicBezTo>
                    <a:cubicBezTo>
                      <a:pt x="143990" y="16428"/>
                      <a:pt x="144128" y="17123"/>
                      <a:pt x="144362" y="17755"/>
                    </a:cubicBezTo>
                    <a:cubicBezTo>
                      <a:pt x="144593" y="18386"/>
                      <a:pt x="144964" y="18903"/>
                      <a:pt x="145472" y="19303"/>
                    </a:cubicBezTo>
                    <a:cubicBezTo>
                      <a:pt x="145999" y="19682"/>
                      <a:pt x="146708" y="19871"/>
                      <a:pt x="147596" y="19871"/>
                    </a:cubicBezTo>
                    <a:close/>
                    <a:moveTo>
                      <a:pt x="164538" y="23252"/>
                    </a:moveTo>
                    <a:cubicBezTo>
                      <a:pt x="163439" y="23252"/>
                      <a:pt x="162445" y="23042"/>
                      <a:pt x="161557" y="22620"/>
                    </a:cubicBezTo>
                    <a:cubicBezTo>
                      <a:pt x="160669" y="22177"/>
                      <a:pt x="159962" y="21597"/>
                      <a:pt x="159432" y="20882"/>
                    </a:cubicBezTo>
                    <a:cubicBezTo>
                      <a:pt x="158925" y="20144"/>
                      <a:pt x="158671" y="19323"/>
                      <a:pt x="158671" y="18418"/>
                    </a:cubicBezTo>
                    <a:cubicBezTo>
                      <a:pt x="158671" y="16944"/>
                      <a:pt x="159264" y="15776"/>
                      <a:pt x="160447" y="14911"/>
                    </a:cubicBezTo>
                    <a:cubicBezTo>
                      <a:pt x="161652" y="14027"/>
                      <a:pt x="163238" y="13438"/>
                      <a:pt x="165204" y="13142"/>
                    </a:cubicBezTo>
                    <a:lnTo>
                      <a:pt x="169548" y="12510"/>
                    </a:lnTo>
                    <a:lnTo>
                      <a:pt x="169548" y="11847"/>
                    </a:lnTo>
                    <a:cubicBezTo>
                      <a:pt x="169548" y="10962"/>
                      <a:pt x="169326" y="10279"/>
                      <a:pt x="168882" y="9793"/>
                    </a:cubicBezTo>
                    <a:cubicBezTo>
                      <a:pt x="168438" y="9308"/>
                      <a:pt x="167677" y="9067"/>
                      <a:pt x="166599" y="9067"/>
                    </a:cubicBezTo>
                    <a:cubicBezTo>
                      <a:pt x="165838" y="9067"/>
                      <a:pt x="165215" y="9225"/>
                      <a:pt x="164728" y="9541"/>
                    </a:cubicBezTo>
                    <a:cubicBezTo>
                      <a:pt x="164264" y="9836"/>
                      <a:pt x="163915" y="10236"/>
                      <a:pt x="163682" y="10741"/>
                    </a:cubicBezTo>
                    <a:cubicBezTo>
                      <a:pt x="163514" y="11014"/>
                      <a:pt x="163269" y="11152"/>
                      <a:pt x="162952" y="11152"/>
                    </a:cubicBezTo>
                    <a:lnTo>
                      <a:pt x="160447" y="11152"/>
                    </a:lnTo>
                    <a:cubicBezTo>
                      <a:pt x="160216" y="11152"/>
                      <a:pt x="160035" y="11089"/>
                      <a:pt x="159908" y="10962"/>
                    </a:cubicBezTo>
                    <a:cubicBezTo>
                      <a:pt x="159804" y="10836"/>
                      <a:pt x="159749" y="10667"/>
                      <a:pt x="159749" y="10457"/>
                    </a:cubicBezTo>
                    <a:cubicBezTo>
                      <a:pt x="159772" y="10121"/>
                      <a:pt x="159908" y="9710"/>
                      <a:pt x="160161" y="9225"/>
                    </a:cubicBezTo>
                    <a:cubicBezTo>
                      <a:pt x="160415" y="8740"/>
                      <a:pt x="160818" y="8277"/>
                      <a:pt x="161367" y="7835"/>
                    </a:cubicBezTo>
                    <a:cubicBezTo>
                      <a:pt x="161917" y="7372"/>
                      <a:pt x="162626" y="6982"/>
                      <a:pt x="163491" y="6666"/>
                    </a:cubicBezTo>
                    <a:cubicBezTo>
                      <a:pt x="164359" y="6350"/>
                      <a:pt x="165405" y="6192"/>
                      <a:pt x="166631" y="6192"/>
                    </a:cubicBezTo>
                    <a:cubicBezTo>
                      <a:pt x="167963" y="6192"/>
                      <a:pt x="169084" y="6361"/>
                      <a:pt x="169992" y="6697"/>
                    </a:cubicBezTo>
                    <a:cubicBezTo>
                      <a:pt x="170923" y="7013"/>
                      <a:pt x="171664" y="7444"/>
                      <a:pt x="172212" y="7993"/>
                    </a:cubicBezTo>
                    <a:cubicBezTo>
                      <a:pt x="172763" y="8541"/>
                      <a:pt x="173164" y="9182"/>
                      <a:pt x="173417" y="9920"/>
                    </a:cubicBezTo>
                    <a:cubicBezTo>
                      <a:pt x="173671" y="10658"/>
                      <a:pt x="173798" y="11436"/>
                      <a:pt x="173798" y="12258"/>
                    </a:cubicBezTo>
                    <a:lnTo>
                      <a:pt x="173798" y="22177"/>
                    </a:lnTo>
                    <a:cubicBezTo>
                      <a:pt x="173798" y="22387"/>
                      <a:pt x="173726" y="22568"/>
                      <a:pt x="173576" y="22714"/>
                    </a:cubicBezTo>
                    <a:cubicBezTo>
                      <a:pt x="173429" y="22861"/>
                      <a:pt x="173250" y="22936"/>
                      <a:pt x="173037" y="22936"/>
                    </a:cubicBezTo>
                    <a:lnTo>
                      <a:pt x="170468" y="22936"/>
                    </a:lnTo>
                    <a:cubicBezTo>
                      <a:pt x="170237" y="22936"/>
                      <a:pt x="170047" y="22861"/>
                      <a:pt x="169897" y="22714"/>
                    </a:cubicBezTo>
                    <a:cubicBezTo>
                      <a:pt x="169770" y="22568"/>
                      <a:pt x="169707" y="22387"/>
                      <a:pt x="169707" y="22177"/>
                    </a:cubicBezTo>
                    <a:lnTo>
                      <a:pt x="169707" y="20945"/>
                    </a:lnTo>
                    <a:cubicBezTo>
                      <a:pt x="169433" y="21345"/>
                      <a:pt x="169064" y="21724"/>
                      <a:pt x="168597" y="22083"/>
                    </a:cubicBezTo>
                    <a:cubicBezTo>
                      <a:pt x="168133" y="22419"/>
                      <a:pt x="167562" y="22703"/>
                      <a:pt x="166885" y="22936"/>
                    </a:cubicBezTo>
                    <a:cubicBezTo>
                      <a:pt x="166230" y="23145"/>
                      <a:pt x="165448" y="23252"/>
                      <a:pt x="164538" y="23252"/>
                    </a:cubicBezTo>
                    <a:close/>
                    <a:moveTo>
                      <a:pt x="165616" y="20250"/>
                    </a:moveTo>
                    <a:cubicBezTo>
                      <a:pt x="166357" y="20250"/>
                      <a:pt x="167023" y="20092"/>
                      <a:pt x="167614" y="19776"/>
                    </a:cubicBezTo>
                    <a:cubicBezTo>
                      <a:pt x="168228" y="19461"/>
                      <a:pt x="168704" y="18975"/>
                      <a:pt x="169041" y="18323"/>
                    </a:cubicBezTo>
                    <a:cubicBezTo>
                      <a:pt x="169401" y="17648"/>
                      <a:pt x="169580" y="16807"/>
                      <a:pt x="169580" y="15796"/>
                    </a:cubicBezTo>
                    <a:lnTo>
                      <a:pt x="169580" y="15132"/>
                    </a:lnTo>
                    <a:lnTo>
                      <a:pt x="166409" y="15638"/>
                    </a:lnTo>
                    <a:cubicBezTo>
                      <a:pt x="165163" y="15827"/>
                      <a:pt x="164232" y="16132"/>
                      <a:pt x="163618" y="16554"/>
                    </a:cubicBezTo>
                    <a:cubicBezTo>
                      <a:pt x="163007" y="16976"/>
                      <a:pt x="162698" y="17491"/>
                      <a:pt x="162698" y="18102"/>
                    </a:cubicBezTo>
                    <a:cubicBezTo>
                      <a:pt x="162698" y="18565"/>
                      <a:pt x="162837" y="18966"/>
                      <a:pt x="163111" y="19303"/>
                    </a:cubicBezTo>
                    <a:cubicBezTo>
                      <a:pt x="163408" y="19618"/>
                      <a:pt x="163777" y="19860"/>
                      <a:pt x="164221" y="20029"/>
                    </a:cubicBezTo>
                    <a:cubicBezTo>
                      <a:pt x="164665" y="20176"/>
                      <a:pt x="165131" y="20250"/>
                      <a:pt x="165616" y="20250"/>
                    </a:cubicBezTo>
                    <a:close/>
                    <a:moveTo>
                      <a:pt x="185165" y="22936"/>
                    </a:moveTo>
                    <a:cubicBezTo>
                      <a:pt x="183896" y="22936"/>
                      <a:pt x="182829" y="22714"/>
                      <a:pt x="181962" y="22272"/>
                    </a:cubicBezTo>
                    <a:cubicBezTo>
                      <a:pt x="181094" y="21830"/>
                      <a:pt x="180451" y="21178"/>
                      <a:pt x="180027" y="20313"/>
                    </a:cubicBezTo>
                    <a:cubicBezTo>
                      <a:pt x="179604" y="19429"/>
                      <a:pt x="179393" y="18334"/>
                      <a:pt x="179393" y="17028"/>
                    </a:cubicBezTo>
                    <a:lnTo>
                      <a:pt x="179393" y="9857"/>
                    </a:lnTo>
                    <a:lnTo>
                      <a:pt x="176888" y="9857"/>
                    </a:lnTo>
                    <a:cubicBezTo>
                      <a:pt x="176677" y="9857"/>
                      <a:pt x="176496" y="9782"/>
                      <a:pt x="176349" y="9635"/>
                    </a:cubicBezTo>
                    <a:cubicBezTo>
                      <a:pt x="176201" y="9489"/>
                      <a:pt x="176127" y="9308"/>
                      <a:pt x="176127" y="9098"/>
                    </a:cubicBezTo>
                    <a:lnTo>
                      <a:pt x="176127" y="7266"/>
                    </a:lnTo>
                    <a:cubicBezTo>
                      <a:pt x="176127" y="7056"/>
                      <a:pt x="176201" y="6876"/>
                      <a:pt x="176349" y="6729"/>
                    </a:cubicBezTo>
                    <a:cubicBezTo>
                      <a:pt x="176496" y="6582"/>
                      <a:pt x="176677" y="6508"/>
                      <a:pt x="176888" y="6508"/>
                    </a:cubicBezTo>
                    <a:lnTo>
                      <a:pt x="179393" y="6508"/>
                    </a:lnTo>
                    <a:lnTo>
                      <a:pt x="179393" y="1264"/>
                    </a:lnTo>
                    <a:cubicBezTo>
                      <a:pt x="179393" y="1054"/>
                      <a:pt x="179456" y="873"/>
                      <a:pt x="179583" y="727"/>
                    </a:cubicBezTo>
                    <a:cubicBezTo>
                      <a:pt x="179731" y="580"/>
                      <a:pt x="179921" y="505"/>
                      <a:pt x="180154" y="505"/>
                    </a:cubicBezTo>
                    <a:lnTo>
                      <a:pt x="182723" y="505"/>
                    </a:lnTo>
                    <a:cubicBezTo>
                      <a:pt x="182934" y="505"/>
                      <a:pt x="183115" y="580"/>
                      <a:pt x="183262" y="727"/>
                    </a:cubicBezTo>
                    <a:cubicBezTo>
                      <a:pt x="183409" y="873"/>
                      <a:pt x="183484" y="1054"/>
                      <a:pt x="183484" y="1264"/>
                    </a:cubicBezTo>
                    <a:lnTo>
                      <a:pt x="183484" y="6508"/>
                    </a:lnTo>
                    <a:lnTo>
                      <a:pt x="187448" y="6508"/>
                    </a:lnTo>
                    <a:cubicBezTo>
                      <a:pt x="187659" y="6508"/>
                      <a:pt x="187840" y="6582"/>
                      <a:pt x="187987" y="6729"/>
                    </a:cubicBezTo>
                    <a:cubicBezTo>
                      <a:pt x="188134" y="6876"/>
                      <a:pt x="188209" y="7056"/>
                      <a:pt x="188209" y="7266"/>
                    </a:cubicBezTo>
                    <a:lnTo>
                      <a:pt x="188209" y="9098"/>
                    </a:lnTo>
                    <a:cubicBezTo>
                      <a:pt x="188209" y="9308"/>
                      <a:pt x="188134" y="9489"/>
                      <a:pt x="187987" y="9635"/>
                    </a:cubicBezTo>
                    <a:cubicBezTo>
                      <a:pt x="187840" y="9782"/>
                      <a:pt x="187659" y="9857"/>
                      <a:pt x="187448" y="9857"/>
                    </a:cubicBezTo>
                    <a:lnTo>
                      <a:pt x="183484" y="9857"/>
                    </a:lnTo>
                    <a:lnTo>
                      <a:pt x="183484" y="16712"/>
                    </a:lnTo>
                    <a:cubicBezTo>
                      <a:pt x="183484" y="17576"/>
                      <a:pt x="183631" y="18249"/>
                      <a:pt x="183928" y="18734"/>
                    </a:cubicBezTo>
                    <a:cubicBezTo>
                      <a:pt x="184245" y="19219"/>
                      <a:pt x="184784" y="19461"/>
                      <a:pt x="185545" y="19461"/>
                    </a:cubicBezTo>
                    <a:lnTo>
                      <a:pt x="187734" y="19461"/>
                    </a:lnTo>
                    <a:cubicBezTo>
                      <a:pt x="187944" y="19461"/>
                      <a:pt x="188125" y="19535"/>
                      <a:pt x="188273" y="19682"/>
                    </a:cubicBezTo>
                    <a:cubicBezTo>
                      <a:pt x="188420" y="19828"/>
                      <a:pt x="188495" y="20009"/>
                      <a:pt x="188495" y="20219"/>
                    </a:cubicBezTo>
                    <a:lnTo>
                      <a:pt x="188495" y="22177"/>
                    </a:lnTo>
                    <a:cubicBezTo>
                      <a:pt x="188495" y="22387"/>
                      <a:pt x="188420" y="22568"/>
                      <a:pt x="188273" y="22714"/>
                    </a:cubicBezTo>
                    <a:cubicBezTo>
                      <a:pt x="188125" y="22861"/>
                      <a:pt x="187944" y="22936"/>
                      <a:pt x="187734" y="22936"/>
                    </a:cubicBezTo>
                    <a:lnTo>
                      <a:pt x="185165" y="22936"/>
                    </a:lnTo>
                    <a:close/>
                    <a:moveTo>
                      <a:pt x="198602" y="23252"/>
                    </a:moveTo>
                    <a:cubicBezTo>
                      <a:pt x="196910" y="23252"/>
                      <a:pt x="195483" y="22956"/>
                      <a:pt x="194321" y="22367"/>
                    </a:cubicBezTo>
                    <a:cubicBezTo>
                      <a:pt x="193179" y="21778"/>
                      <a:pt x="192302" y="20945"/>
                      <a:pt x="191689" y="19871"/>
                    </a:cubicBezTo>
                    <a:cubicBezTo>
                      <a:pt x="191097" y="18797"/>
                      <a:pt x="190758" y="17545"/>
                      <a:pt x="190674" y="16112"/>
                    </a:cubicBezTo>
                    <a:cubicBezTo>
                      <a:pt x="190653" y="15733"/>
                      <a:pt x="190642" y="15270"/>
                      <a:pt x="190642" y="14722"/>
                    </a:cubicBezTo>
                    <a:cubicBezTo>
                      <a:pt x="190642" y="14173"/>
                      <a:pt x="190653" y="13711"/>
                      <a:pt x="190674" y="13332"/>
                    </a:cubicBezTo>
                    <a:cubicBezTo>
                      <a:pt x="190758" y="11879"/>
                      <a:pt x="191106" y="10626"/>
                      <a:pt x="191720" y="9572"/>
                    </a:cubicBezTo>
                    <a:cubicBezTo>
                      <a:pt x="192355" y="8498"/>
                      <a:pt x="193243" y="7666"/>
                      <a:pt x="194384" y="7077"/>
                    </a:cubicBezTo>
                    <a:cubicBezTo>
                      <a:pt x="195546" y="6488"/>
                      <a:pt x="196953" y="6192"/>
                      <a:pt x="198602" y="6192"/>
                    </a:cubicBezTo>
                    <a:cubicBezTo>
                      <a:pt x="200251" y="6192"/>
                      <a:pt x="201646" y="6488"/>
                      <a:pt x="202788" y="7077"/>
                    </a:cubicBezTo>
                    <a:cubicBezTo>
                      <a:pt x="203950" y="7666"/>
                      <a:pt x="204838" y="8498"/>
                      <a:pt x="205452" y="9572"/>
                    </a:cubicBezTo>
                    <a:cubicBezTo>
                      <a:pt x="206086" y="10626"/>
                      <a:pt x="206446" y="11879"/>
                      <a:pt x="206530" y="13332"/>
                    </a:cubicBezTo>
                    <a:cubicBezTo>
                      <a:pt x="206551" y="13711"/>
                      <a:pt x="206562" y="14173"/>
                      <a:pt x="206562" y="14722"/>
                    </a:cubicBezTo>
                    <a:cubicBezTo>
                      <a:pt x="206562" y="15270"/>
                      <a:pt x="206551" y="15733"/>
                      <a:pt x="206530" y="16112"/>
                    </a:cubicBezTo>
                    <a:cubicBezTo>
                      <a:pt x="206446" y="17545"/>
                      <a:pt x="206098" y="18797"/>
                      <a:pt x="205484" y="19871"/>
                    </a:cubicBezTo>
                    <a:cubicBezTo>
                      <a:pt x="204892" y="20945"/>
                      <a:pt x="204014" y="21778"/>
                      <a:pt x="202852" y="22367"/>
                    </a:cubicBezTo>
                    <a:cubicBezTo>
                      <a:pt x="201710" y="22956"/>
                      <a:pt x="200294" y="23252"/>
                      <a:pt x="198602" y="23252"/>
                    </a:cubicBezTo>
                    <a:close/>
                    <a:moveTo>
                      <a:pt x="198602" y="20124"/>
                    </a:moveTo>
                    <a:cubicBezTo>
                      <a:pt x="199723" y="20124"/>
                      <a:pt x="200589" y="19776"/>
                      <a:pt x="201202" y="19081"/>
                    </a:cubicBezTo>
                    <a:cubicBezTo>
                      <a:pt x="201816" y="18366"/>
                      <a:pt x="202154" y="17324"/>
                      <a:pt x="202217" y="15954"/>
                    </a:cubicBezTo>
                    <a:cubicBezTo>
                      <a:pt x="202238" y="15638"/>
                      <a:pt x="202249" y="15227"/>
                      <a:pt x="202249" y="14722"/>
                    </a:cubicBezTo>
                    <a:cubicBezTo>
                      <a:pt x="202249" y="14216"/>
                      <a:pt x="202238" y="13806"/>
                      <a:pt x="202217" y="13490"/>
                    </a:cubicBezTo>
                    <a:cubicBezTo>
                      <a:pt x="202154" y="12142"/>
                      <a:pt x="201816" y="11109"/>
                      <a:pt x="201202" y="10394"/>
                    </a:cubicBezTo>
                    <a:cubicBezTo>
                      <a:pt x="200589" y="9678"/>
                      <a:pt x="199723" y="9320"/>
                      <a:pt x="198602" y="9320"/>
                    </a:cubicBezTo>
                    <a:cubicBezTo>
                      <a:pt x="197481" y="9320"/>
                      <a:pt x="196615" y="9678"/>
                      <a:pt x="196002" y="10394"/>
                    </a:cubicBezTo>
                    <a:cubicBezTo>
                      <a:pt x="195388" y="11109"/>
                      <a:pt x="195050" y="12142"/>
                      <a:pt x="194987" y="13490"/>
                    </a:cubicBezTo>
                    <a:cubicBezTo>
                      <a:pt x="194966" y="13806"/>
                      <a:pt x="194955" y="14216"/>
                      <a:pt x="194955" y="14722"/>
                    </a:cubicBezTo>
                    <a:cubicBezTo>
                      <a:pt x="194955" y="15227"/>
                      <a:pt x="194966" y="15638"/>
                      <a:pt x="194987" y="15954"/>
                    </a:cubicBezTo>
                    <a:cubicBezTo>
                      <a:pt x="195050" y="17324"/>
                      <a:pt x="195388" y="18366"/>
                      <a:pt x="196002" y="19081"/>
                    </a:cubicBezTo>
                    <a:cubicBezTo>
                      <a:pt x="196615" y="19776"/>
                      <a:pt x="197481" y="20124"/>
                      <a:pt x="198602" y="20124"/>
                    </a:cubicBezTo>
                    <a:close/>
                    <a:moveTo>
                      <a:pt x="210836" y="22936"/>
                    </a:moveTo>
                    <a:cubicBezTo>
                      <a:pt x="210626" y="22936"/>
                      <a:pt x="210447" y="22861"/>
                      <a:pt x="210297" y="22714"/>
                    </a:cubicBezTo>
                    <a:cubicBezTo>
                      <a:pt x="210150" y="22568"/>
                      <a:pt x="210075" y="22387"/>
                      <a:pt x="210075" y="22177"/>
                    </a:cubicBezTo>
                    <a:lnTo>
                      <a:pt x="210075" y="7298"/>
                    </a:lnTo>
                    <a:cubicBezTo>
                      <a:pt x="210075" y="7065"/>
                      <a:pt x="210150" y="6876"/>
                      <a:pt x="210297" y="6729"/>
                    </a:cubicBezTo>
                    <a:cubicBezTo>
                      <a:pt x="210447" y="6582"/>
                      <a:pt x="210626" y="6508"/>
                      <a:pt x="210836" y="6508"/>
                    </a:cubicBezTo>
                    <a:lnTo>
                      <a:pt x="213405" y="6508"/>
                    </a:lnTo>
                    <a:cubicBezTo>
                      <a:pt x="213618" y="6508"/>
                      <a:pt x="213797" y="6582"/>
                      <a:pt x="213944" y="6729"/>
                    </a:cubicBezTo>
                    <a:cubicBezTo>
                      <a:pt x="214114" y="6876"/>
                      <a:pt x="214198" y="7065"/>
                      <a:pt x="214198" y="7298"/>
                    </a:cubicBezTo>
                    <a:lnTo>
                      <a:pt x="214198" y="8593"/>
                    </a:lnTo>
                    <a:cubicBezTo>
                      <a:pt x="214685" y="7918"/>
                      <a:pt x="215308" y="7404"/>
                      <a:pt x="216069" y="7045"/>
                    </a:cubicBezTo>
                    <a:cubicBezTo>
                      <a:pt x="216853" y="6686"/>
                      <a:pt x="217750" y="6508"/>
                      <a:pt x="218765" y="6508"/>
                    </a:cubicBezTo>
                    <a:lnTo>
                      <a:pt x="220065" y="6508"/>
                    </a:lnTo>
                    <a:cubicBezTo>
                      <a:pt x="220298" y="6508"/>
                      <a:pt x="220477" y="6582"/>
                      <a:pt x="220604" y="6729"/>
                    </a:cubicBezTo>
                    <a:cubicBezTo>
                      <a:pt x="220753" y="6876"/>
                      <a:pt x="220826" y="7056"/>
                      <a:pt x="220826" y="7266"/>
                    </a:cubicBezTo>
                    <a:lnTo>
                      <a:pt x="220826" y="9541"/>
                    </a:lnTo>
                    <a:cubicBezTo>
                      <a:pt x="220826" y="9751"/>
                      <a:pt x="220753" y="9931"/>
                      <a:pt x="220604" y="10078"/>
                    </a:cubicBezTo>
                    <a:cubicBezTo>
                      <a:pt x="220477" y="10224"/>
                      <a:pt x="220298" y="10299"/>
                      <a:pt x="220065" y="10299"/>
                    </a:cubicBezTo>
                    <a:lnTo>
                      <a:pt x="217591" y="10299"/>
                    </a:lnTo>
                    <a:cubicBezTo>
                      <a:pt x="216576" y="10299"/>
                      <a:pt x="215784" y="10583"/>
                      <a:pt x="215213" y="11152"/>
                    </a:cubicBezTo>
                    <a:cubicBezTo>
                      <a:pt x="214665" y="11721"/>
                      <a:pt x="214388" y="12499"/>
                      <a:pt x="214388" y="13490"/>
                    </a:cubicBezTo>
                    <a:lnTo>
                      <a:pt x="214388" y="22177"/>
                    </a:lnTo>
                    <a:cubicBezTo>
                      <a:pt x="214388" y="22387"/>
                      <a:pt x="214316" y="22568"/>
                      <a:pt x="214166" y="22714"/>
                    </a:cubicBezTo>
                    <a:cubicBezTo>
                      <a:pt x="214019" y="22861"/>
                      <a:pt x="213829" y="22936"/>
                      <a:pt x="213595" y="22936"/>
                    </a:cubicBezTo>
                    <a:lnTo>
                      <a:pt x="210836" y="22936"/>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4" name="Freeform 183">
                <a:extLst>
                  <a:ext uri="{FF2B5EF4-FFF2-40B4-BE49-F238E27FC236}">
                    <a16:creationId xmlns:a16="http://schemas.microsoft.com/office/drawing/2014/main" id="{D7CDA79C-E215-EA1D-60E7-DB4D81C4F407}"/>
                  </a:ext>
                </a:extLst>
              </p:cNvPr>
              <p:cNvSpPr/>
              <p:nvPr/>
            </p:nvSpPr>
            <p:spPr>
              <a:xfrm>
                <a:off x="2275658" y="5480723"/>
                <a:ext cx="9060" cy="9026"/>
              </a:xfrm>
              <a:custGeom>
                <a:avLst/>
                <a:gdLst>
                  <a:gd name="csX0" fmla="*/ 9061 w 9060"/>
                  <a:gd name="csY0" fmla="*/ 9026 h 9026"/>
                  <a:gd name="csX1" fmla="*/ 9061 w 9060"/>
                  <a:gd name="csY1" fmla="*/ 0 h 9026"/>
                  <a:gd name="csX2" fmla="*/ 0 w 9060"/>
                  <a:gd name="csY2" fmla="*/ 0 h 9026"/>
                </a:gdLst>
                <a:ahLst/>
                <a:cxnLst>
                  <a:cxn ang="0">
                    <a:pos x="csX0" y="csY0"/>
                  </a:cxn>
                  <a:cxn ang="0">
                    <a:pos x="csX1" y="csY1"/>
                  </a:cxn>
                  <a:cxn ang="0">
                    <a:pos x="csX2" y="csY2"/>
                  </a:cxn>
                </a:cxnLst>
                <a:rect l="l" t="t" r="r" b="b"/>
                <a:pathLst>
                  <a:path w="9060" h="9026">
                    <a:moveTo>
                      <a:pt x="9061" y="9026"/>
                    </a:moveTo>
                    <a:lnTo>
                      <a:pt x="9061" y="0"/>
                    </a:lnTo>
                    <a:lnTo>
                      <a:pt x="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5" name="Freeform 184">
                <a:extLst>
                  <a:ext uri="{FF2B5EF4-FFF2-40B4-BE49-F238E27FC236}">
                    <a16:creationId xmlns:a16="http://schemas.microsoft.com/office/drawing/2014/main" id="{FA3F1151-404F-2791-8FF5-53E85C4156B1}"/>
                  </a:ext>
                </a:extLst>
              </p:cNvPr>
              <p:cNvSpPr/>
              <p:nvPr/>
            </p:nvSpPr>
            <p:spPr>
              <a:xfrm>
                <a:off x="2266597" y="5489749"/>
                <a:ext cx="36243" cy="27078"/>
              </a:xfrm>
              <a:custGeom>
                <a:avLst/>
                <a:gdLst>
                  <a:gd name="csX0" fmla="*/ 31713 w 36243"/>
                  <a:gd name="csY0" fmla="*/ 0 h 27078"/>
                  <a:gd name="csX1" fmla="*/ 4530 w 36243"/>
                  <a:gd name="csY1" fmla="*/ 0 h 27078"/>
                  <a:gd name="csX2" fmla="*/ 0 w 36243"/>
                  <a:gd name="csY2" fmla="*/ 4513 h 27078"/>
                  <a:gd name="csX3" fmla="*/ 0 w 36243"/>
                  <a:gd name="csY3" fmla="*/ 22566 h 27078"/>
                  <a:gd name="csX4" fmla="*/ 4530 w 36243"/>
                  <a:gd name="csY4" fmla="*/ 27079 h 27078"/>
                  <a:gd name="csX5" fmla="*/ 31713 w 36243"/>
                  <a:gd name="csY5" fmla="*/ 27079 h 27078"/>
                  <a:gd name="csX6" fmla="*/ 36243 w 36243"/>
                  <a:gd name="csY6" fmla="*/ 22566 h 27078"/>
                  <a:gd name="csX7" fmla="*/ 36243 w 36243"/>
                  <a:gd name="csY7" fmla="*/ 4513 h 27078"/>
                  <a:gd name="csX8" fmla="*/ 31713 w 36243"/>
                  <a:gd name="csY8" fmla="*/ 0 h 2707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36243" h="27078">
                    <a:moveTo>
                      <a:pt x="31713" y="0"/>
                    </a:moveTo>
                    <a:lnTo>
                      <a:pt x="4530" y="0"/>
                    </a:lnTo>
                    <a:cubicBezTo>
                      <a:pt x="2027" y="0"/>
                      <a:pt x="0" y="2020"/>
                      <a:pt x="0" y="4513"/>
                    </a:cubicBezTo>
                    <a:lnTo>
                      <a:pt x="0" y="22566"/>
                    </a:lnTo>
                    <a:cubicBezTo>
                      <a:pt x="0" y="25059"/>
                      <a:pt x="2027" y="27079"/>
                      <a:pt x="4530" y="27079"/>
                    </a:cubicBezTo>
                    <a:lnTo>
                      <a:pt x="31713" y="27079"/>
                    </a:lnTo>
                    <a:cubicBezTo>
                      <a:pt x="34216" y="27079"/>
                      <a:pt x="36243" y="25059"/>
                      <a:pt x="36243" y="22566"/>
                    </a:cubicBezTo>
                    <a:lnTo>
                      <a:pt x="36243" y="4513"/>
                    </a:lnTo>
                    <a:cubicBezTo>
                      <a:pt x="36243" y="2020"/>
                      <a:pt x="34216" y="0"/>
                      <a:pt x="31713" y="0"/>
                    </a:cubicBez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6" name="Freeform 185">
                <a:extLst>
                  <a:ext uri="{FF2B5EF4-FFF2-40B4-BE49-F238E27FC236}">
                    <a16:creationId xmlns:a16="http://schemas.microsoft.com/office/drawing/2014/main" id="{F03420F1-766D-4713-B497-BA99298713F2}"/>
                  </a:ext>
                </a:extLst>
              </p:cNvPr>
              <p:cNvSpPr/>
              <p:nvPr/>
            </p:nvSpPr>
            <p:spPr>
              <a:xfrm>
                <a:off x="2262067" y="5503289"/>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7" name="Freeform 186">
                <a:extLst>
                  <a:ext uri="{FF2B5EF4-FFF2-40B4-BE49-F238E27FC236}">
                    <a16:creationId xmlns:a16="http://schemas.microsoft.com/office/drawing/2014/main" id="{D79962A6-CDBD-AF54-DE72-6ED1E3A1B2D5}"/>
                  </a:ext>
                </a:extLst>
              </p:cNvPr>
              <p:cNvSpPr/>
              <p:nvPr/>
            </p:nvSpPr>
            <p:spPr>
              <a:xfrm>
                <a:off x="2302841" y="5503289"/>
                <a:ext cx="4530" cy="2256"/>
              </a:xfrm>
              <a:custGeom>
                <a:avLst/>
                <a:gdLst>
                  <a:gd name="csX0" fmla="*/ 0 w 4530"/>
                  <a:gd name="csY0" fmla="*/ 0 h 2256"/>
                  <a:gd name="csX1" fmla="*/ 4530 w 4530"/>
                  <a:gd name="csY1" fmla="*/ 0 h 2256"/>
                </a:gdLst>
                <a:ahLst/>
                <a:cxnLst>
                  <a:cxn ang="0">
                    <a:pos x="csX0" y="csY0"/>
                  </a:cxn>
                  <a:cxn ang="0">
                    <a:pos x="csX1" y="csY1"/>
                  </a:cxn>
                </a:cxnLst>
                <a:rect l="l" t="t" r="r" b="b"/>
                <a:pathLst>
                  <a:path w="4530" h="2256">
                    <a:moveTo>
                      <a:pt x="0" y="0"/>
                    </a:moveTo>
                    <a:lnTo>
                      <a:pt x="4530" y="0"/>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8" name="Freeform 187">
                <a:extLst>
                  <a:ext uri="{FF2B5EF4-FFF2-40B4-BE49-F238E27FC236}">
                    <a16:creationId xmlns:a16="http://schemas.microsoft.com/office/drawing/2014/main" id="{310979DF-446A-4522-2F83-F5B54BB1C337}"/>
                  </a:ext>
                </a:extLst>
              </p:cNvPr>
              <p:cNvSpPr/>
              <p:nvPr/>
            </p:nvSpPr>
            <p:spPr>
              <a:xfrm>
                <a:off x="2291514" y="5501032"/>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89" name="Freeform 188">
                <a:extLst>
                  <a:ext uri="{FF2B5EF4-FFF2-40B4-BE49-F238E27FC236}">
                    <a16:creationId xmlns:a16="http://schemas.microsoft.com/office/drawing/2014/main" id="{498AB55E-C2DB-1F25-C6A6-C0A6D504F374}"/>
                  </a:ext>
                </a:extLst>
              </p:cNvPr>
              <p:cNvSpPr/>
              <p:nvPr/>
            </p:nvSpPr>
            <p:spPr>
              <a:xfrm>
                <a:off x="2277923" y="5501032"/>
                <a:ext cx="2265" cy="4513"/>
              </a:xfrm>
              <a:custGeom>
                <a:avLst/>
                <a:gdLst>
                  <a:gd name="csX0" fmla="*/ 0 w 2265"/>
                  <a:gd name="csY0" fmla="*/ 0 h 4513"/>
                  <a:gd name="csX1" fmla="*/ 0 w 2265"/>
                  <a:gd name="csY1" fmla="*/ 4513 h 4513"/>
                </a:gdLst>
                <a:ahLst/>
                <a:cxnLst>
                  <a:cxn ang="0">
                    <a:pos x="csX0" y="csY0"/>
                  </a:cxn>
                  <a:cxn ang="0">
                    <a:pos x="csX1" y="csY1"/>
                  </a:cxn>
                </a:cxnLst>
                <a:rect l="l" t="t" r="r" b="b"/>
                <a:pathLst>
                  <a:path w="2265" h="4513">
                    <a:moveTo>
                      <a:pt x="0" y="0"/>
                    </a:moveTo>
                    <a:lnTo>
                      <a:pt x="0" y="4513"/>
                    </a:lnTo>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0" name="Freeform 189">
                <a:extLst>
                  <a:ext uri="{FF2B5EF4-FFF2-40B4-BE49-F238E27FC236}">
                    <a16:creationId xmlns:a16="http://schemas.microsoft.com/office/drawing/2014/main" id="{D37D37FA-206C-5010-474B-7DF9E9AEB449}"/>
                  </a:ext>
                </a:extLst>
              </p:cNvPr>
              <p:cNvSpPr/>
              <p:nvPr/>
            </p:nvSpPr>
            <p:spPr>
              <a:xfrm>
                <a:off x="2779168" y="5489885"/>
                <a:ext cx="87810" cy="29380"/>
              </a:xfrm>
              <a:custGeom>
                <a:avLst/>
                <a:gdLst>
                  <a:gd name="csX0" fmla="*/ 634 w 87810"/>
                  <a:gd name="csY0" fmla="*/ 22430 h 29380"/>
                  <a:gd name="csX1" fmla="*/ 190 w 87810"/>
                  <a:gd name="csY1" fmla="*/ 22241 h 29380"/>
                  <a:gd name="csX2" fmla="*/ 0 w 87810"/>
                  <a:gd name="csY2" fmla="*/ 21798 h 29380"/>
                  <a:gd name="csX3" fmla="*/ 32 w 87810"/>
                  <a:gd name="csY3" fmla="*/ 21451 h 29380"/>
                  <a:gd name="csX4" fmla="*/ 7896 w 87810"/>
                  <a:gd name="csY4" fmla="*/ 1011 h 29380"/>
                  <a:gd name="csX5" fmla="*/ 8245 w 87810"/>
                  <a:gd name="csY5" fmla="*/ 505 h 29380"/>
                  <a:gd name="csX6" fmla="*/ 8911 w 87810"/>
                  <a:gd name="csY6" fmla="*/ 316 h 29380"/>
                  <a:gd name="csX7" fmla="*/ 11068 w 87810"/>
                  <a:gd name="csY7" fmla="*/ 316 h 29380"/>
                  <a:gd name="csX8" fmla="*/ 11702 w 87810"/>
                  <a:gd name="csY8" fmla="*/ 505 h 29380"/>
                  <a:gd name="csX9" fmla="*/ 12083 w 87810"/>
                  <a:gd name="csY9" fmla="*/ 1011 h 29380"/>
                  <a:gd name="csX10" fmla="*/ 19916 w 87810"/>
                  <a:gd name="csY10" fmla="*/ 21451 h 29380"/>
                  <a:gd name="csX11" fmla="*/ 19979 w 87810"/>
                  <a:gd name="csY11" fmla="*/ 21798 h 29380"/>
                  <a:gd name="csX12" fmla="*/ 19789 w 87810"/>
                  <a:gd name="csY12" fmla="*/ 22241 h 29380"/>
                  <a:gd name="csX13" fmla="*/ 19345 w 87810"/>
                  <a:gd name="csY13" fmla="*/ 22430 h 29380"/>
                  <a:gd name="csX14" fmla="*/ 17727 w 87810"/>
                  <a:gd name="csY14" fmla="*/ 22430 h 29380"/>
                  <a:gd name="csX15" fmla="*/ 17157 w 87810"/>
                  <a:gd name="csY15" fmla="*/ 22241 h 29380"/>
                  <a:gd name="csX16" fmla="*/ 16935 w 87810"/>
                  <a:gd name="csY16" fmla="*/ 21893 h 29380"/>
                  <a:gd name="csX17" fmla="*/ 15190 w 87810"/>
                  <a:gd name="csY17" fmla="*/ 17407 h 29380"/>
                  <a:gd name="csX18" fmla="*/ 4789 w 87810"/>
                  <a:gd name="csY18" fmla="*/ 17407 h 29380"/>
                  <a:gd name="csX19" fmla="*/ 3044 w 87810"/>
                  <a:gd name="csY19" fmla="*/ 21893 h 29380"/>
                  <a:gd name="csX20" fmla="*/ 2822 w 87810"/>
                  <a:gd name="csY20" fmla="*/ 22241 h 29380"/>
                  <a:gd name="csX21" fmla="*/ 2252 w 87810"/>
                  <a:gd name="csY21" fmla="*/ 22430 h 29380"/>
                  <a:gd name="csX22" fmla="*/ 634 w 87810"/>
                  <a:gd name="csY22" fmla="*/ 22430 h 29380"/>
                  <a:gd name="csX23" fmla="*/ 5708 w 87810"/>
                  <a:gd name="csY23" fmla="*/ 14690 h 29380"/>
                  <a:gd name="csX24" fmla="*/ 14271 w 87810"/>
                  <a:gd name="csY24" fmla="*/ 14690 h 29380"/>
                  <a:gd name="csX25" fmla="*/ 9990 w 87810"/>
                  <a:gd name="csY25" fmla="*/ 3475 h 29380"/>
                  <a:gd name="csX26" fmla="*/ 5708 w 87810"/>
                  <a:gd name="csY26" fmla="*/ 14690 h 29380"/>
                  <a:gd name="csX27" fmla="*/ 29527 w 87810"/>
                  <a:gd name="csY27" fmla="*/ 29380 h 29380"/>
                  <a:gd name="csX28" fmla="*/ 25975 w 87810"/>
                  <a:gd name="csY28" fmla="*/ 28812 h 29380"/>
                  <a:gd name="csX29" fmla="*/ 23819 w 87810"/>
                  <a:gd name="csY29" fmla="*/ 27422 h 29380"/>
                  <a:gd name="csX30" fmla="*/ 22709 w 87810"/>
                  <a:gd name="csY30" fmla="*/ 25810 h 29380"/>
                  <a:gd name="csX31" fmla="*/ 22360 w 87810"/>
                  <a:gd name="csY31" fmla="*/ 24547 h 29380"/>
                  <a:gd name="csX32" fmla="*/ 22550 w 87810"/>
                  <a:gd name="csY32" fmla="*/ 24010 h 29380"/>
                  <a:gd name="csX33" fmla="*/ 23089 w 87810"/>
                  <a:gd name="csY33" fmla="*/ 23789 h 29380"/>
                  <a:gd name="csX34" fmla="*/ 24611 w 87810"/>
                  <a:gd name="csY34" fmla="*/ 23789 h 29380"/>
                  <a:gd name="csX35" fmla="*/ 25087 w 87810"/>
                  <a:gd name="csY35" fmla="*/ 23915 h 29380"/>
                  <a:gd name="csX36" fmla="*/ 25404 w 87810"/>
                  <a:gd name="csY36" fmla="*/ 24452 h 29380"/>
                  <a:gd name="csX37" fmla="*/ 25975 w 87810"/>
                  <a:gd name="csY37" fmla="*/ 25495 h 29380"/>
                  <a:gd name="csX38" fmla="*/ 27149 w 87810"/>
                  <a:gd name="csY38" fmla="*/ 26505 h 29380"/>
                  <a:gd name="csX39" fmla="*/ 29368 w 87810"/>
                  <a:gd name="csY39" fmla="*/ 26948 h 29380"/>
                  <a:gd name="csX40" fmla="*/ 31874 w 87810"/>
                  <a:gd name="csY40" fmla="*/ 26537 h 29380"/>
                  <a:gd name="csX41" fmla="*/ 33396 w 87810"/>
                  <a:gd name="csY41" fmla="*/ 25147 h 29380"/>
                  <a:gd name="csX42" fmla="*/ 33935 w 87810"/>
                  <a:gd name="csY42" fmla="*/ 22430 h 29380"/>
                  <a:gd name="csX43" fmla="*/ 33935 w 87810"/>
                  <a:gd name="csY43" fmla="*/ 20282 h 29380"/>
                  <a:gd name="csX44" fmla="*/ 31937 w 87810"/>
                  <a:gd name="csY44" fmla="*/ 21925 h 29380"/>
                  <a:gd name="csX45" fmla="*/ 28829 w 87810"/>
                  <a:gd name="csY45" fmla="*/ 22556 h 29380"/>
                  <a:gd name="csX46" fmla="*/ 25785 w 87810"/>
                  <a:gd name="csY46" fmla="*/ 21956 h 29380"/>
                  <a:gd name="csX47" fmla="*/ 23692 w 87810"/>
                  <a:gd name="csY47" fmla="*/ 20282 h 29380"/>
                  <a:gd name="csX48" fmla="*/ 22487 w 87810"/>
                  <a:gd name="csY48" fmla="*/ 17849 h 29380"/>
                  <a:gd name="csX49" fmla="*/ 22043 w 87810"/>
                  <a:gd name="csY49" fmla="*/ 15006 h 29380"/>
                  <a:gd name="csX50" fmla="*/ 22043 w 87810"/>
                  <a:gd name="csY50" fmla="*/ 13269 h 29380"/>
                  <a:gd name="csX51" fmla="*/ 22487 w 87810"/>
                  <a:gd name="csY51" fmla="*/ 10425 h 29380"/>
                  <a:gd name="csX52" fmla="*/ 23692 w 87810"/>
                  <a:gd name="csY52" fmla="*/ 7993 h 29380"/>
                  <a:gd name="csX53" fmla="*/ 25785 w 87810"/>
                  <a:gd name="csY53" fmla="*/ 6318 h 29380"/>
                  <a:gd name="csX54" fmla="*/ 28829 w 87810"/>
                  <a:gd name="csY54" fmla="*/ 5687 h 29380"/>
                  <a:gd name="csX55" fmla="*/ 31969 w 87810"/>
                  <a:gd name="csY55" fmla="*/ 6413 h 29380"/>
                  <a:gd name="csX56" fmla="*/ 34030 w 87810"/>
                  <a:gd name="csY56" fmla="*/ 8119 h 29380"/>
                  <a:gd name="csX57" fmla="*/ 34030 w 87810"/>
                  <a:gd name="csY57" fmla="*/ 6761 h 29380"/>
                  <a:gd name="csX58" fmla="*/ 34221 w 87810"/>
                  <a:gd name="csY58" fmla="*/ 6224 h 29380"/>
                  <a:gd name="csX59" fmla="*/ 34760 w 87810"/>
                  <a:gd name="csY59" fmla="*/ 6002 h 29380"/>
                  <a:gd name="csX60" fmla="*/ 36218 w 87810"/>
                  <a:gd name="csY60" fmla="*/ 6002 h 29380"/>
                  <a:gd name="csX61" fmla="*/ 36758 w 87810"/>
                  <a:gd name="csY61" fmla="*/ 6224 h 29380"/>
                  <a:gd name="csX62" fmla="*/ 36979 w 87810"/>
                  <a:gd name="csY62" fmla="*/ 6761 h 29380"/>
                  <a:gd name="csX63" fmla="*/ 36979 w 87810"/>
                  <a:gd name="csY63" fmla="*/ 22083 h 29380"/>
                  <a:gd name="csX64" fmla="*/ 36250 w 87810"/>
                  <a:gd name="csY64" fmla="*/ 25842 h 29380"/>
                  <a:gd name="csX65" fmla="*/ 33903 w 87810"/>
                  <a:gd name="csY65" fmla="*/ 28433 h 29380"/>
                  <a:gd name="csX66" fmla="*/ 29527 w 87810"/>
                  <a:gd name="csY66" fmla="*/ 29380 h 29380"/>
                  <a:gd name="csX67" fmla="*/ 29464 w 87810"/>
                  <a:gd name="csY67" fmla="*/ 20029 h 29380"/>
                  <a:gd name="csX68" fmla="*/ 32001 w 87810"/>
                  <a:gd name="csY68" fmla="*/ 19303 h 29380"/>
                  <a:gd name="csX69" fmla="*/ 33428 w 87810"/>
                  <a:gd name="csY69" fmla="*/ 17470 h 29380"/>
                  <a:gd name="csX70" fmla="*/ 33935 w 87810"/>
                  <a:gd name="csY70" fmla="*/ 15227 h 29380"/>
                  <a:gd name="csX71" fmla="*/ 33967 w 87810"/>
                  <a:gd name="csY71" fmla="*/ 14153 h 29380"/>
                  <a:gd name="csX72" fmla="*/ 33935 w 87810"/>
                  <a:gd name="csY72" fmla="*/ 13047 h 29380"/>
                  <a:gd name="csX73" fmla="*/ 33428 w 87810"/>
                  <a:gd name="csY73" fmla="*/ 10804 h 29380"/>
                  <a:gd name="csX74" fmla="*/ 32001 w 87810"/>
                  <a:gd name="csY74" fmla="*/ 8972 h 29380"/>
                  <a:gd name="csX75" fmla="*/ 29464 w 87810"/>
                  <a:gd name="csY75" fmla="*/ 8245 h 29380"/>
                  <a:gd name="csX76" fmla="*/ 26927 w 87810"/>
                  <a:gd name="csY76" fmla="*/ 8972 h 29380"/>
                  <a:gd name="csX77" fmla="*/ 25563 w 87810"/>
                  <a:gd name="csY77" fmla="*/ 10836 h 29380"/>
                  <a:gd name="csX78" fmla="*/ 25087 w 87810"/>
                  <a:gd name="csY78" fmla="*/ 13300 h 29380"/>
                  <a:gd name="csX79" fmla="*/ 25087 w 87810"/>
                  <a:gd name="csY79" fmla="*/ 14974 h 29380"/>
                  <a:gd name="csX80" fmla="*/ 25563 w 87810"/>
                  <a:gd name="csY80" fmla="*/ 17470 h 29380"/>
                  <a:gd name="csX81" fmla="*/ 26927 w 87810"/>
                  <a:gd name="csY81" fmla="*/ 19334 h 29380"/>
                  <a:gd name="csX82" fmla="*/ 29464 w 87810"/>
                  <a:gd name="csY82" fmla="*/ 20029 h 29380"/>
                  <a:gd name="csX83" fmla="*/ 48258 w 87810"/>
                  <a:gd name="csY83" fmla="*/ 22746 h 29380"/>
                  <a:gd name="csX84" fmla="*/ 43057 w 87810"/>
                  <a:gd name="csY84" fmla="*/ 20756 h 29380"/>
                  <a:gd name="csX85" fmla="*/ 40932 w 87810"/>
                  <a:gd name="csY85" fmla="*/ 15259 h 29380"/>
                  <a:gd name="csX86" fmla="*/ 40901 w 87810"/>
                  <a:gd name="csY86" fmla="*/ 14216 h 29380"/>
                  <a:gd name="csX87" fmla="*/ 40932 w 87810"/>
                  <a:gd name="csY87" fmla="*/ 13142 h 29380"/>
                  <a:gd name="csX88" fmla="*/ 41979 w 87810"/>
                  <a:gd name="csY88" fmla="*/ 9225 h 29380"/>
                  <a:gd name="csX89" fmla="*/ 44484 w 87810"/>
                  <a:gd name="csY89" fmla="*/ 6603 h 29380"/>
                  <a:gd name="csX90" fmla="*/ 48258 w 87810"/>
                  <a:gd name="csY90" fmla="*/ 5687 h 29380"/>
                  <a:gd name="csX91" fmla="*/ 52286 w 87810"/>
                  <a:gd name="csY91" fmla="*/ 6697 h 29380"/>
                  <a:gd name="csX92" fmla="*/ 54791 w 87810"/>
                  <a:gd name="csY92" fmla="*/ 9572 h 29380"/>
                  <a:gd name="csX93" fmla="*/ 55647 w 87810"/>
                  <a:gd name="csY93" fmla="*/ 13932 h 29380"/>
                  <a:gd name="csX94" fmla="*/ 55647 w 87810"/>
                  <a:gd name="csY94" fmla="*/ 14469 h 29380"/>
                  <a:gd name="csX95" fmla="*/ 55425 w 87810"/>
                  <a:gd name="csY95" fmla="*/ 15006 h 29380"/>
                  <a:gd name="csX96" fmla="*/ 54918 w 87810"/>
                  <a:gd name="csY96" fmla="*/ 15196 h 29380"/>
                  <a:gd name="csX97" fmla="*/ 43945 w 87810"/>
                  <a:gd name="csY97" fmla="*/ 15196 h 29380"/>
                  <a:gd name="csX98" fmla="*/ 43945 w 87810"/>
                  <a:gd name="csY98" fmla="*/ 15322 h 29380"/>
                  <a:gd name="csX99" fmla="*/ 43945 w 87810"/>
                  <a:gd name="csY99" fmla="*/ 15480 h 29380"/>
                  <a:gd name="csX100" fmla="*/ 44516 w 87810"/>
                  <a:gd name="csY100" fmla="*/ 17913 h 29380"/>
                  <a:gd name="csX101" fmla="*/ 45975 w 87810"/>
                  <a:gd name="csY101" fmla="*/ 19713 h 29380"/>
                  <a:gd name="csX102" fmla="*/ 48258 w 87810"/>
                  <a:gd name="csY102" fmla="*/ 20408 h 29380"/>
                  <a:gd name="csX103" fmla="*/ 50161 w 87810"/>
                  <a:gd name="csY103" fmla="*/ 20061 h 29380"/>
                  <a:gd name="csX104" fmla="*/ 51397 w 87810"/>
                  <a:gd name="csY104" fmla="*/ 19303 h 29380"/>
                  <a:gd name="csX105" fmla="*/ 52032 w 87810"/>
                  <a:gd name="csY105" fmla="*/ 18639 h 29380"/>
                  <a:gd name="csX106" fmla="*/ 52476 w 87810"/>
                  <a:gd name="csY106" fmla="*/ 18165 h 29380"/>
                  <a:gd name="csX107" fmla="*/ 52983 w 87810"/>
                  <a:gd name="csY107" fmla="*/ 18070 h 29380"/>
                  <a:gd name="csX108" fmla="*/ 54505 w 87810"/>
                  <a:gd name="csY108" fmla="*/ 18070 h 29380"/>
                  <a:gd name="csX109" fmla="*/ 55013 w 87810"/>
                  <a:gd name="csY109" fmla="*/ 18260 h 29380"/>
                  <a:gd name="csX110" fmla="*/ 55203 w 87810"/>
                  <a:gd name="csY110" fmla="*/ 18734 h 29380"/>
                  <a:gd name="csX111" fmla="*/ 54696 w 87810"/>
                  <a:gd name="csY111" fmla="*/ 19903 h 29380"/>
                  <a:gd name="csX112" fmla="*/ 53332 w 87810"/>
                  <a:gd name="csY112" fmla="*/ 21230 h 29380"/>
                  <a:gd name="csX113" fmla="*/ 51176 w 87810"/>
                  <a:gd name="csY113" fmla="*/ 22335 h 29380"/>
                  <a:gd name="csX114" fmla="*/ 48258 w 87810"/>
                  <a:gd name="csY114" fmla="*/ 22746 h 29380"/>
                  <a:gd name="csX115" fmla="*/ 43945 w 87810"/>
                  <a:gd name="csY115" fmla="*/ 13016 h 29380"/>
                  <a:gd name="csX116" fmla="*/ 52634 w 87810"/>
                  <a:gd name="csY116" fmla="*/ 13016 h 29380"/>
                  <a:gd name="csX117" fmla="*/ 52634 w 87810"/>
                  <a:gd name="csY117" fmla="*/ 12921 h 29380"/>
                  <a:gd name="csX118" fmla="*/ 52095 w 87810"/>
                  <a:gd name="csY118" fmla="*/ 10394 h 29380"/>
                  <a:gd name="csX119" fmla="*/ 50605 w 87810"/>
                  <a:gd name="csY119" fmla="*/ 8656 h 29380"/>
                  <a:gd name="csX120" fmla="*/ 48258 w 87810"/>
                  <a:gd name="csY120" fmla="*/ 7993 h 29380"/>
                  <a:gd name="csX121" fmla="*/ 45911 w 87810"/>
                  <a:gd name="csY121" fmla="*/ 8656 h 29380"/>
                  <a:gd name="csX122" fmla="*/ 44452 w 87810"/>
                  <a:gd name="csY122" fmla="*/ 10394 h 29380"/>
                  <a:gd name="csX123" fmla="*/ 43945 w 87810"/>
                  <a:gd name="csY123" fmla="*/ 12921 h 29380"/>
                  <a:gd name="csX124" fmla="*/ 43945 w 87810"/>
                  <a:gd name="csY124" fmla="*/ 13016 h 29380"/>
                  <a:gd name="csX125" fmla="*/ 60168 w 87810"/>
                  <a:gd name="csY125" fmla="*/ 22430 h 29380"/>
                  <a:gd name="csX126" fmla="*/ 59629 w 87810"/>
                  <a:gd name="csY126" fmla="*/ 22241 h 29380"/>
                  <a:gd name="csX127" fmla="*/ 59439 w 87810"/>
                  <a:gd name="csY127" fmla="*/ 21704 h 29380"/>
                  <a:gd name="csX128" fmla="*/ 59439 w 87810"/>
                  <a:gd name="csY128" fmla="*/ 6729 h 29380"/>
                  <a:gd name="csX129" fmla="*/ 59629 w 87810"/>
                  <a:gd name="csY129" fmla="*/ 6224 h 29380"/>
                  <a:gd name="csX130" fmla="*/ 60168 w 87810"/>
                  <a:gd name="csY130" fmla="*/ 6002 h 29380"/>
                  <a:gd name="csX131" fmla="*/ 61659 w 87810"/>
                  <a:gd name="csY131" fmla="*/ 6002 h 29380"/>
                  <a:gd name="csX132" fmla="*/ 62166 w 87810"/>
                  <a:gd name="csY132" fmla="*/ 6224 h 29380"/>
                  <a:gd name="csX133" fmla="*/ 62388 w 87810"/>
                  <a:gd name="csY133" fmla="*/ 6729 h 29380"/>
                  <a:gd name="csX134" fmla="*/ 62388 w 87810"/>
                  <a:gd name="csY134" fmla="*/ 8119 h 29380"/>
                  <a:gd name="csX135" fmla="*/ 64450 w 87810"/>
                  <a:gd name="csY135" fmla="*/ 6382 h 29380"/>
                  <a:gd name="csX136" fmla="*/ 67684 w 87810"/>
                  <a:gd name="csY136" fmla="*/ 5687 h 29380"/>
                  <a:gd name="csX137" fmla="*/ 71173 w 87810"/>
                  <a:gd name="csY137" fmla="*/ 6603 h 29380"/>
                  <a:gd name="csX138" fmla="*/ 73361 w 87810"/>
                  <a:gd name="csY138" fmla="*/ 9098 h 29380"/>
                  <a:gd name="csX139" fmla="*/ 74090 w 87810"/>
                  <a:gd name="csY139" fmla="*/ 12795 h 29380"/>
                  <a:gd name="csX140" fmla="*/ 74090 w 87810"/>
                  <a:gd name="csY140" fmla="*/ 21704 h 29380"/>
                  <a:gd name="csX141" fmla="*/ 73900 w 87810"/>
                  <a:gd name="csY141" fmla="*/ 22241 h 29380"/>
                  <a:gd name="csX142" fmla="*/ 73393 w 87810"/>
                  <a:gd name="csY142" fmla="*/ 22430 h 29380"/>
                  <a:gd name="csX143" fmla="*/ 71807 w 87810"/>
                  <a:gd name="csY143" fmla="*/ 22430 h 29380"/>
                  <a:gd name="csX144" fmla="*/ 71268 w 87810"/>
                  <a:gd name="csY144" fmla="*/ 22241 h 29380"/>
                  <a:gd name="csX145" fmla="*/ 71078 w 87810"/>
                  <a:gd name="csY145" fmla="*/ 21704 h 29380"/>
                  <a:gd name="csX146" fmla="*/ 71078 w 87810"/>
                  <a:gd name="csY146" fmla="*/ 12953 h 29380"/>
                  <a:gd name="csX147" fmla="*/ 69999 w 87810"/>
                  <a:gd name="csY147" fmla="*/ 9509 h 29380"/>
                  <a:gd name="csX148" fmla="*/ 66828 w 87810"/>
                  <a:gd name="csY148" fmla="*/ 8245 h 29380"/>
                  <a:gd name="csX149" fmla="*/ 63657 w 87810"/>
                  <a:gd name="csY149" fmla="*/ 9509 h 29380"/>
                  <a:gd name="csX150" fmla="*/ 62484 w 87810"/>
                  <a:gd name="csY150" fmla="*/ 12953 h 29380"/>
                  <a:gd name="csX151" fmla="*/ 62484 w 87810"/>
                  <a:gd name="csY151" fmla="*/ 21704 h 29380"/>
                  <a:gd name="csX152" fmla="*/ 62261 w 87810"/>
                  <a:gd name="csY152" fmla="*/ 22241 h 29380"/>
                  <a:gd name="csX153" fmla="*/ 61754 w 87810"/>
                  <a:gd name="csY153" fmla="*/ 22430 h 29380"/>
                  <a:gd name="csX154" fmla="*/ 60168 w 87810"/>
                  <a:gd name="csY154" fmla="*/ 22430 h 29380"/>
                  <a:gd name="csX155" fmla="*/ 84893 w 87810"/>
                  <a:gd name="csY155" fmla="*/ 22430 h 29380"/>
                  <a:gd name="csX156" fmla="*/ 82007 w 87810"/>
                  <a:gd name="csY156" fmla="*/ 21767 h 29380"/>
                  <a:gd name="csX157" fmla="*/ 80390 w 87810"/>
                  <a:gd name="csY157" fmla="*/ 19840 h 29380"/>
                  <a:gd name="csX158" fmla="*/ 79882 w 87810"/>
                  <a:gd name="csY158" fmla="*/ 16870 h 29380"/>
                  <a:gd name="csX159" fmla="*/ 79882 w 87810"/>
                  <a:gd name="csY159" fmla="*/ 8530 h 29380"/>
                  <a:gd name="csX160" fmla="*/ 77409 w 87810"/>
                  <a:gd name="csY160" fmla="*/ 8530 h 29380"/>
                  <a:gd name="csX161" fmla="*/ 76870 w 87810"/>
                  <a:gd name="csY161" fmla="*/ 8340 h 29380"/>
                  <a:gd name="csX162" fmla="*/ 76679 w 87810"/>
                  <a:gd name="csY162" fmla="*/ 7803 h 29380"/>
                  <a:gd name="csX163" fmla="*/ 76679 w 87810"/>
                  <a:gd name="csY163" fmla="*/ 6729 h 29380"/>
                  <a:gd name="csX164" fmla="*/ 76870 w 87810"/>
                  <a:gd name="csY164" fmla="*/ 6224 h 29380"/>
                  <a:gd name="csX165" fmla="*/ 77409 w 87810"/>
                  <a:gd name="csY165" fmla="*/ 6002 h 29380"/>
                  <a:gd name="csX166" fmla="*/ 79882 w 87810"/>
                  <a:gd name="csY166" fmla="*/ 6002 h 29380"/>
                  <a:gd name="csX167" fmla="*/ 79882 w 87810"/>
                  <a:gd name="csY167" fmla="*/ 727 h 29380"/>
                  <a:gd name="csX168" fmla="*/ 80073 w 87810"/>
                  <a:gd name="csY168" fmla="*/ 221 h 29380"/>
                  <a:gd name="csX169" fmla="*/ 80612 w 87810"/>
                  <a:gd name="csY169" fmla="*/ 0 h 29380"/>
                  <a:gd name="csX170" fmla="*/ 82102 w 87810"/>
                  <a:gd name="csY170" fmla="*/ 0 h 29380"/>
                  <a:gd name="csX171" fmla="*/ 82610 w 87810"/>
                  <a:gd name="csY171" fmla="*/ 221 h 29380"/>
                  <a:gd name="csX172" fmla="*/ 82832 w 87810"/>
                  <a:gd name="csY172" fmla="*/ 727 h 29380"/>
                  <a:gd name="csX173" fmla="*/ 82832 w 87810"/>
                  <a:gd name="csY173" fmla="*/ 6002 h 29380"/>
                  <a:gd name="csX174" fmla="*/ 86764 w 87810"/>
                  <a:gd name="csY174" fmla="*/ 6002 h 29380"/>
                  <a:gd name="csX175" fmla="*/ 87272 w 87810"/>
                  <a:gd name="csY175" fmla="*/ 6224 h 29380"/>
                  <a:gd name="csX176" fmla="*/ 87494 w 87810"/>
                  <a:gd name="csY176" fmla="*/ 6729 h 29380"/>
                  <a:gd name="csX177" fmla="*/ 87494 w 87810"/>
                  <a:gd name="csY177" fmla="*/ 7803 h 29380"/>
                  <a:gd name="csX178" fmla="*/ 87272 w 87810"/>
                  <a:gd name="csY178" fmla="*/ 8340 h 29380"/>
                  <a:gd name="csX179" fmla="*/ 86764 w 87810"/>
                  <a:gd name="csY179" fmla="*/ 8530 h 29380"/>
                  <a:gd name="csX180" fmla="*/ 82832 w 87810"/>
                  <a:gd name="csY180" fmla="*/ 8530 h 29380"/>
                  <a:gd name="csX181" fmla="*/ 82832 w 87810"/>
                  <a:gd name="csY181" fmla="*/ 16649 h 29380"/>
                  <a:gd name="csX182" fmla="*/ 83339 w 87810"/>
                  <a:gd name="csY182" fmla="*/ 18987 h 29380"/>
                  <a:gd name="csX183" fmla="*/ 85147 w 87810"/>
                  <a:gd name="csY183" fmla="*/ 19840 h 29380"/>
                  <a:gd name="csX184" fmla="*/ 87081 w 87810"/>
                  <a:gd name="csY184" fmla="*/ 19840 h 29380"/>
                  <a:gd name="csX185" fmla="*/ 87589 w 87810"/>
                  <a:gd name="csY185" fmla="*/ 20061 h 29380"/>
                  <a:gd name="csX186" fmla="*/ 87811 w 87810"/>
                  <a:gd name="csY186" fmla="*/ 20566 h 29380"/>
                  <a:gd name="csX187" fmla="*/ 87811 w 87810"/>
                  <a:gd name="csY187" fmla="*/ 21704 h 29380"/>
                  <a:gd name="csX188" fmla="*/ 87589 w 87810"/>
                  <a:gd name="csY188" fmla="*/ 22241 h 29380"/>
                  <a:gd name="csX189" fmla="*/ 87081 w 87810"/>
                  <a:gd name="csY189" fmla="*/ 22430 h 29380"/>
                  <a:gd name="csX190" fmla="*/ 84893 w 87810"/>
                  <a:gd name="csY190" fmla="*/ 22430 h 293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Lst>
                <a:rect l="l" t="t" r="r" b="b"/>
                <a:pathLst>
                  <a:path w="87810" h="29380">
                    <a:moveTo>
                      <a:pt x="634" y="22430"/>
                    </a:moveTo>
                    <a:cubicBezTo>
                      <a:pt x="464" y="22430"/>
                      <a:pt x="317" y="22367"/>
                      <a:pt x="190" y="22241"/>
                    </a:cubicBezTo>
                    <a:cubicBezTo>
                      <a:pt x="63" y="22114"/>
                      <a:pt x="0" y="21968"/>
                      <a:pt x="0" y="21798"/>
                    </a:cubicBezTo>
                    <a:cubicBezTo>
                      <a:pt x="0" y="21692"/>
                      <a:pt x="11" y="21577"/>
                      <a:pt x="32" y="21451"/>
                    </a:cubicBezTo>
                    <a:lnTo>
                      <a:pt x="7896" y="1011"/>
                    </a:lnTo>
                    <a:cubicBezTo>
                      <a:pt x="7980" y="801"/>
                      <a:pt x="8098" y="632"/>
                      <a:pt x="8245" y="505"/>
                    </a:cubicBezTo>
                    <a:cubicBezTo>
                      <a:pt x="8393" y="379"/>
                      <a:pt x="8615" y="316"/>
                      <a:pt x="8911" y="316"/>
                    </a:cubicBezTo>
                    <a:lnTo>
                      <a:pt x="11068" y="316"/>
                    </a:lnTo>
                    <a:cubicBezTo>
                      <a:pt x="11342" y="316"/>
                      <a:pt x="11555" y="379"/>
                      <a:pt x="11702" y="505"/>
                    </a:cubicBezTo>
                    <a:cubicBezTo>
                      <a:pt x="11872" y="632"/>
                      <a:pt x="11999" y="801"/>
                      <a:pt x="12083" y="1011"/>
                    </a:cubicBezTo>
                    <a:lnTo>
                      <a:pt x="19916" y="21451"/>
                    </a:lnTo>
                    <a:cubicBezTo>
                      <a:pt x="19959" y="21577"/>
                      <a:pt x="19979" y="21692"/>
                      <a:pt x="19979" y="21798"/>
                    </a:cubicBezTo>
                    <a:cubicBezTo>
                      <a:pt x="19979" y="21968"/>
                      <a:pt x="19916" y="22114"/>
                      <a:pt x="19789" y="22241"/>
                    </a:cubicBezTo>
                    <a:cubicBezTo>
                      <a:pt x="19662" y="22367"/>
                      <a:pt x="19515" y="22430"/>
                      <a:pt x="19345" y="22430"/>
                    </a:cubicBezTo>
                    <a:lnTo>
                      <a:pt x="17727" y="22430"/>
                    </a:lnTo>
                    <a:cubicBezTo>
                      <a:pt x="17474" y="22430"/>
                      <a:pt x="17284" y="22367"/>
                      <a:pt x="17157" y="22241"/>
                    </a:cubicBezTo>
                    <a:cubicBezTo>
                      <a:pt x="17050" y="22114"/>
                      <a:pt x="16978" y="21999"/>
                      <a:pt x="16935" y="21893"/>
                    </a:cubicBezTo>
                    <a:lnTo>
                      <a:pt x="15190" y="17407"/>
                    </a:lnTo>
                    <a:lnTo>
                      <a:pt x="4789" y="17407"/>
                    </a:lnTo>
                    <a:lnTo>
                      <a:pt x="3044" y="21893"/>
                    </a:lnTo>
                    <a:cubicBezTo>
                      <a:pt x="3024" y="21999"/>
                      <a:pt x="2949" y="22114"/>
                      <a:pt x="2822" y="22241"/>
                    </a:cubicBezTo>
                    <a:cubicBezTo>
                      <a:pt x="2696" y="22367"/>
                      <a:pt x="2505" y="22430"/>
                      <a:pt x="2252" y="22430"/>
                    </a:cubicBezTo>
                    <a:lnTo>
                      <a:pt x="634" y="22430"/>
                    </a:lnTo>
                    <a:close/>
                    <a:moveTo>
                      <a:pt x="5708" y="14690"/>
                    </a:moveTo>
                    <a:lnTo>
                      <a:pt x="14271" y="14690"/>
                    </a:lnTo>
                    <a:lnTo>
                      <a:pt x="9990" y="3475"/>
                    </a:lnTo>
                    <a:lnTo>
                      <a:pt x="5708" y="14690"/>
                    </a:lnTo>
                    <a:close/>
                    <a:moveTo>
                      <a:pt x="29527" y="29380"/>
                    </a:moveTo>
                    <a:cubicBezTo>
                      <a:pt x="28089" y="29380"/>
                      <a:pt x="26906" y="29191"/>
                      <a:pt x="25975" y="28812"/>
                    </a:cubicBezTo>
                    <a:cubicBezTo>
                      <a:pt x="25067" y="28433"/>
                      <a:pt x="24346" y="27970"/>
                      <a:pt x="23819" y="27422"/>
                    </a:cubicBezTo>
                    <a:cubicBezTo>
                      <a:pt x="23311" y="26896"/>
                      <a:pt x="22942" y="26359"/>
                      <a:pt x="22709" y="25810"/>
                    </a:cubicBezTo>
                    <a:cubicBezTo>
                      <a:pt x="22498" y="25285"/>
                      <a:pt x="22380" y="24863"/>
                      <a:pt x="22360" y="24547"/>
                    </a:cubicBezTo>
                    <a:cubicBezTo>
                      <a:pt x="22339" y="24337"/>
                      <a:pt x="22403" y="24156"/>
                      <a:pt x="22550" y="24010"/>
                    </a:cubicBezTo>
                    <a:cubicBezTo>
                      <a:pt x="22720" y="23863"/>
                      <a:pt x="22899" y="23789"/>
                      <a:pt x="23089" y="23789"/>
                    </a:cubicBezTo>
                    <a:lnTo>
                      <a:pt x="24611" y="23789"/>
                    </a:lnTo>
                    <a:cubicBezTo>
                      <a:pt x="24802" y="23789"/>
                      <a:pt x="24960" y="23831"/>
                      <a:pt x="25087" y="23915"/>
                    </a:cubicBezTo>
                    <a:cubicBezTo>
                      <a:pt x="25214" y="23998"/>
                      <a:pt x="25321" y="24179"/>
                      <a:pt x="25404" y="24452"/>
                    </a:cubicBezTo>
                    <a:cubicBezTo>
                      <a:pt x="25531" y="24768"/>
                      <a:pt x="25721" y="25115"/>
                      <a:pt x="25975" y="25495"/>
                    </a:cubicBezTo>
                    <a:cubicBezTo>
                      <a:pt x="26229" y="25894"/>
                      <a:pt x="26621" y="26232"/>
                      <a:pt x="27149" y="26505"/>
                    </a:cubicBezTo>
                    <a:cubicBezTo>
                      <a:pt x="27676" y="26801"/>
                      <a:pt x="28417" y="26948"/>
                      <a:pt x="29368" y="26948"/>
                    </a:cubicBezTo>
                    <a:cubicBezTo>
                      <a:pt x="30363" y="26948"/>
                      <a:pt x="31196" y="26810"/>
                      <a:pt x="31874" y="26537"/>
                    </a:cubicBezTo>
                    <a:cubicBezTo>
                      <a:pt x="32551" y="26284"/>
                      <a:pt x="33058" y="25822"/>
                      <a:pt x="33396" y="25147"/>
                    </a:cubicBezTo>
                    <a:cubicBezTo>
                      <a:pt x="33756" y="24495"/>
                      <a:pt x="33935" y="23588"/>
                      <a:pt x="33935" y="22430"/>
                    </a:cubicBezTo>
                    <a:lnTo>
                      <a:pt x="33935" y="20282"/>
                    </a:lnTo>
                    <a:cubicBezTo>
                      <a:pt x="33428" y="20934"/>
                      <a:pt x="32762" y="21482"/>
                      <a:pt x="31937" y="21925"/>
                    </a:cubicBezTo>
                    <a:cubicBezTo>
                      <a:pt x="31113" y="22347"/>
                      <a:pt x="30077" y="22556"/>
                      <a:pt x="28829" y="22556"/>
                    </a:cubicBezTo>
                    <a:cubicBezTo>
                      <a:pt x="27645" y="22556"/>
                      <a:pt x="26630" y="22356"/>
                      <a:pt x="25785" y="21956"/>
                    </a:cubicBezTo>
                    <a:cubicBezTo>
                      <a:pt x="24940" y="21534"/>
                      <a:pt x="24242" y="20977"/>
                      <a:pt x="23692" y="20282"/>
                    </a:cubicBezTo>
                    <a:cubicBezTo>
                      <a:pt x="23164" y="19567"/>
                      <a:pt x="22761" y="18754"/>
                      <a:pt x="22487" y="17849"/>
                    </a:cubicBezTo>
                    <a:cubicBezTo>
                      <a:pt x="22233" y="16944"/>
                      <a:pt x="22086" y="15997"/>
                      <a:pt x="22043" y="15006"/>
                    </a:cubicBezTo>
                    <a:cubicBezTo>
                      <a:pt x="22022" y="14417"/>
                      <a:pt x="22022" y="13837"/>
                      <a:pt x="22043" y="13269"/>
                    </a:cubicBezTo>
                    <a:cubicBezTo>
                      <a:pt x="22086" y="12278"/>
                      <a:pt x="22233" y="11330"/>
                      <a:pt x="22487" y="10425"/>
                    </a:cubicBezTo>
                    <a:cubicBezTo>
                      <a:pt x="22761" y="9520"/>
                      <a:pt x="23164" y="8708"/>
                      <a:pt x="23692" y="7993"/>
                    </a:cubicBezTo>
                    <a:cubicBezTo>
                      <a:pt x="24242" y="7277"/>
                      <a:pt x="24940" y="6718"/>
                      <a:pt x="25785" y="6318"/>
                    </a:cubicBezTo>
                    <a:cubicBezTo>
                      <a:pt x="26630" y="5896"/>
                      <a:pt x="27645" y="5687"/>
                      <a:pt x="28829" y="5687"/>
                    </a:cubicBezTo>
                    <a:cubicBezTo>
                      <a:pt x="30098" y="5687"/>
                      <a:pt x="31144" y="5928"/>
                      <a:pt x="31969" y="6413"/>
                    </a:cubicBezTo>
                    <a:cubicBezTo>
                      <a:pt x="32814" y="6876"/>
                      <a:pt x="33502" y="7444"/>
                      <a:pt x="34030" y="8119"/>
                    </a:cubicBezTo>
                    <a:lnTo>
                      <a:pt x="34030" y="6761"/>
                    </a:lnTo>
                    <a:cubicBezTo>
                      <a:pt x="34030" y="6551"/>
                      <a:pt x="34094" y="6370"/>
                      <a:pt x="34221" y="6224"/>
                    </a:cubicBezTo>
                    <a:cubicBezTo>
                      <a:pt x="34368" y="6077"/>
                      <a:pt x="34549" y="6002"/>
                      <a:pt x="34760" y="6002"/>
                    </a:cubicBezTo>
                    <a:lnTo>
                      <a:pt x="36218" y="6002"/>
                    </a:lnTo>
                    <a:cubicBezTo>
                      <a:pt x="36429" y="6002"/>
                      <a:pt x="36610" y="6077"/>
                      <a:pt x="36758" y="6224"/>
                    </a:cubicBezTo>
                    <a:cubicBezTo>
                      <a:pt x="36905" y="6370"/>
                      <a:pt x="36979" y="6551"/>
                      <a:pt x="36979" y="6761"/>
                    </a:cubicBezTo>
                    <a:lnTo>
                      <a:pt x="36979" y="22083"/>
                    </a:lnTo>
                    <a:cubicBezTo>
                      <a:pt x="36979" y="23493"/>
                      <a:pt x="36737" y="24748"/>
                      <a:pt x="36250" y="25842"/>
                    </a:cubicBezTo>
                    <a:cubicBezTo>
                      <a:pt x="35786" y="26936"/>
                      <a:pt x="35002" y="27801"/>
                      <a:pt x="33903" y="28433"/>
                    </a:cubicBezTo>
                    <a:cubicBezTo>
                      <a:pt x="32825" y="29064"/>
                      <a:pt x="31366" y="29380"/>
                      <a:pt x="29527" y="29380"/>
                    </a:cubicBezTo>
                    <a:close/>
                    <a:moveTo>
                      <a:pt x="29464" y="20029"/>
                    </a:moveTo>
                    <a:cubicBezTo>
                      <a:pt x="30521" y="20029"/>
                      <a:pt x="31366" y="19788"/>
                      <a:pt x="32001" y="19303"/>
                    </a:cubicBezTo>
                    <a:cubicBezTo>
                      <a:pt x="32655" y="18817"/>
                      <a:pt x="33131" y="18208"/>
                      <a:pt x="33428" y="17470"/>
                    </a:cubicBezTo>
                    <a:cubicBezTo>
                      <a:pt x="33745" y="16732"/>
                      <a:pt x="33915" y="15985"/>
                      <a:pt x="33935" y="15227"/>
                    </a:cubicBezTo>
                    <a:cubicBezTo>
                      <a:pt x="33956" y="14932"/>
                      <a:pt x="33967" y="14575"/>
                      <a:pt x="33967" y="14153"/>
                    </a:cubicBezTo>
                    <a:cubicBezTo>
                      <a:pt x="33967" y="13711"/>
                      <a:pt x="33956" y="13343"/>
                      <a:pt x="33935" y="13047"/>
                    </a:cubicBezTo>
                    <a:cubicBezTo>
                      <a:pt x="33915" y="12289"/>
                      <a:pt x="33745" y="11542"/>
                      <a:pt x="33428" y="10804"/>
                    </a:cubicBezTo>
                    <a:cubicBezTo>
                      <a:pt x="33131" y="10066"/>
                      <a:pt x="32655" y="9457"/>
                      <a:pt x="32001" y="8972"/>
                    </a:cubicBezTo>
                    <a:cubicBezTo>
                      <a:pt x="31366" y="8487"/>
                      <a:pt x="30521" y="8245"/>
                      <a:pt x="29464" y="8245"/>
                    </a:cubicBezTo>
                    <a:cubicBezTo>
                      <a:pt x="28406" y="8245"/>
                      <a:pt x="27561" y="8487"/>
                      <a:pt x="26927" y="8972"/>
                    </a:cubicBezTo>
                    <a:cubicBezTo>
                      <a:pt x="26292" y="9435"/>
                      <a:pt x="25837" y="10057"/>
                      <a:pt x="25563" y="10836"/>
                    </a:cubicBezTo>
                    <a:cubicBezTo>
                      <a:pt x="25289" y="11594"/>
                      <a:pt x="25130" y="12416"/>
                      <a:pt x="25087" y="13300"/>
                    </a:cubicBezTo>
                    <a:cubicBezTo>
                      <a:pt x="25067" y="13848"/>
                      <a:pt x="25067" y="14406"/>
                      <a:pt x="25087" y="14974"/>
                    </a:cubicBezTo>
                    <a:cubicBezTo>
                      <a:pt x="25130" y="15859"/>
                      <a:pt x="25289" y="16692"/>
                      <a:pt x="25563" y="17470"/>
                    </a:cubicBezTo>
                    <a:cubicBezTo>
                      <a:pt x="25837" y="18228"/>
                      <a:pt x="26292" y="18849"/>
                      <a:pt x="26927" y="19334"/>
                    </a:cubicBezTo>
                    <a:cubicBezTo>
                      <a:pt x="27561" y="19797"/>
                      <a:pt x="28406" y="20029"/>
                      <a:pt x="29464" y="20029"/>
                    </a:cubicBezTo>
                    <a:close/>
                    <a:moveTo>
                      <a:pt x="48258" y="22746"/>
                    </a:moveTo>
                    <a:cubicBezTo>
                      <a:pt x="46081" y="22746"/>
                      <a:pt x="44348" y="22083"/>
                      <a:pt x="43057" y="20756"/>
                    </a:cubicBezTo>
                    <a:cubicBezTo>
                      <a:pt x="41768" y="19409"/>
                      <a:pt x="41059" y="17576"/>
                      <a:pt x="40932" y="15259"/>
                    </a:cubicBezTo>
                    <a:cubicBezTo>
                      <a:pt x="40912" y="14986"/>
                      <a:pt x="40901" y="14638"/>
                      <a:pt x="40901" y="14216"/>
                    </a:cubicBezTo>
                    <a:cubicBezTo>
                      <a:pt x="40901" y="13774"/>
                      <a:pt x="40912" y="13415"/>
                      <a:pt x="40932" y="13142"/>
                    </a:cubicBezTo>
                    <a:cubicBezTo>
                      <a:pt x="41018" y="11646"/>
                      <a:pt x="41367" y="10342"/>
                      <a:pt x="41979" y="9225"/>
                    </a:cubicBezTo>
                    <a:cubicBezTo>
                      <a:pt x="42593" y="8087"/>
                      <a:pt x="43429" y="7214"/>
                      <a:pt x="44484" y="6603"/>
                    </a:cubicBezTo>
                    <a:cubicBezTo>
                      <a:pt x="45562" y="5991"/>
                      <a:pt x="46822" y="5687"/>
                      <a:pt x="48258" y="5687"/>
                    </a:cubicBezTo>
                    <a:cubicBezTo>
                      <a:pt x="49866" y="5687"/>
                      <a:pt x="51207" y="6023"/>
                      <a:pt x="52286" y="6697"/>
                    </a:cubicBezTo>
                    <a:cubicBezTo>
                      <a:pt x="53386" y="7372"/>
                      <a:pt x="54220" y="8329"/>
                      <a:pt x="54791" y="9572"/>
                    </a:cubicBezTo>
                    <a:cubicBezTo>
                      <a:pt x="55362" y="10816"/>
                      <a:pt x="55647" y="12269"/>
                      <a:pt x="55647" y="13932"/>
                    </a:cubicBezTo>
                    <a:lnTo>
                      <a:pt x="55647" y="14469"/>
                    </a:lnTo>
                    <a:cubicBezTo>
                      <a:pt x="55647" y="14701"/>
                      <a:pt x="55575" y="14880"/>
                      <a:pt x="55425" y="15006"/>
                    </a:cubicBezTo>
                    <a:cubicBezTo>
                      <a:pt x="55298" y="15132"/>
                      <a:pt x="55131" y="15196"/>
                      <a:pt x="54918" y="15196"/>
                    </a:cubicBezTo>
                    <a:lnTo>
                      <a:pt x="43945" y="15196"/>
                    </a:lnTo>
                    <a:cubicBezTo>
                      <a:pt x="43945" y="15216"/>
                      <a:pt x="43945" y="15259"/>
                      <a:pt x="43945" y="15322"/>
                    </a:cubicBezTo>
                    <a:cubicBezTo>
                      <a:pt x="43945" y="15385"/>
                      <a:pt x="43945" y="15437"/>
                      <a:pt x="43945" y="15480"/>
                    </a:cubicBezTo>
                    <a:cubicBezTo>
                      <a:pt x="43988" y="16344"/>
                      <a:pt x="44178" y="17154"/>
                      <a:pt x="44516" y="17913"/>
                    </a:cubicBezTo>
                    <a:cubicBezTo>
                      <a:pt x="44856" y="18650"/>
                      <a:pt x="45340" y="19251"/>
                      <a:pt x="45975" y="19713"/>
                    </a:cubicBezTo>
                    <a:cubicBezTo>
                      <a:pt x="46609" y="20176"/>
                      <a:pt x="47370" y="20408"/>
                      <a:pt x="48258" y="20408"/>
                    </a:cubicBezTo>
                    <a:cubicBezTo>
                      <a:pt x="49019" y="20408"/>
                      <a:pt x="49653" y="20293"/>
                      <a:pt x="50161" y="20061"/>
                    </a:cubicBezTo>
                    <a:cubicBezTo>
                      <a:pt x="50668" y="19828"/>
                      <a:pt x="51080" y="19576"/>
                      <a:pt x="51397" y="19303"/>
                    </a:cubicBezTo>
                    <a:cubicBezTo>
                      <a:pt x="51715" y="19007"/>
                      <a:pt x="51928" y="18786"/>
                      <a:pt x="52032" y="18639"/>
                    </a:cubicBezTo>
                    <a:cubicBezTo>
                      <a:pt x="52222" y="18366"/>
                      <a:pt x="52372" y="18208"/>
                      <a:pt x="52476" y="18165"/>
                    </a:cubicBezTo>
                    <a:cubicBezTo>
                      <a:pt x="52582" y="18102"/>
                      <a:pt x="52752" y="18070"/>
                      <a:pt x="52983" y="18070"/>
                    </a:cubicBezTo>
                    <a:lnTo>
                      <a:pt x="54505" y="18070"/>
                    </a:lnTo>
                    <a:cubicBezTo>
                      <a:pt x="54718" y="18070"/>
                      <a:pt x="54886" y="18134"/>
                      <a:pt x="55013" y="18260"/>
                    </a:cubicBezTo>
                    <a:cubicBezTo>
                      <a:pt x="55162" y="18366"/>
                      <a:pt x="55226" y="18524"/>
                      <a:pt x="55203" y="18734"/>
                    </a:cubicBezTo>
                    <a:cubicBezTo>
                      <a:pt x="55183" y="19050"/>
                      <a:pt x="55013" y="19440"/>
                      <a:pt x="54696" y="19903"/>
                    </a:cubicBezTo>
                    <a:cubicBezTo>
                      <a:pt x="54379" y="20345"/>
                      <a:pt x="53926" y="20787"/>
                      <a:pt x="53332" y="21230"/>
                    </a:cubicBezTo>
                    <a:cubicBezTo>
                      <a:pt x="52741" y="21672"/>
                      <a:pt x="52023" y="22040"/>
                      <a:pt x="51176" y="22335"/>
                    </a:cubicBezTo>
                    <a:cubicBezTo>
                      <a:pt x="50331" y="22608"/>
                      <a:pt x="49359" y="22746"/>
                      <a:pt x="48258" y="22746"/>
                    </a:cubicBezTo>
                    <a:close/>
                    <a:moveTo>
                      <a:pt x="43945" y="13016"/>
                    </a:moveTo>
                    <a:lnTo>
                      <a:pt x="52634" y="13016"/>
                    </a:lnTo>
                    <a:lnTo>
                      <a:pt x="52634" y="12921"/>
                    </a:lnTo>
                    <a:cubicBezTo>
                      <a:pt x="52634" y="11973"/>
                      <a:pt x="52455" y="11132"/>
                      <a:pt x="52095" y="10394"/>
                    </a:cubicBezTo>
                    <a:cubicBezTo>
                      <a:pt x="51758" y="9656"/>
                      <a:pt x="51262" y="9078"/>
                      <a:pt x="50605" y="8656"/>
                    </a:cubicBezTo>
                    <a:cubicBezTo>
                      <a:pt x="49950" y="8214"/>
                      <a:pt x="49169" y="7993"/>
                      <a:pt x="48258" y="7993"/>
                    </a:cubicBezTo>
                    <a:cubicBezTo>
                      <a:pt x="47350" y="7993"/>
                      <a:pt x="46568" y="8214"/>
                      <a:pt x="45911" y="8656"/>
                    </a:cubicBezTo>
                    <a:cubicBezTo>
                      <a:pt x="45277" y="9078"/>
                      <a:pt x="44792" y="9656"/>
                      <a:pt x="44452" y="10394"/>
                    </a:cubicBezTo>
                    <a:cubicBezTo>
                      <a:pt x="44115" y="11132"/>
                      <a:pt x="43945" y="11973"/>
                      <a:pt x="43945" y="12921"/>
                    </a:cubicBezTo>
                    <a:lnTo>
                      <a:pt x="43945" y="13016"/>
                    </a:lnTo>
                    <a:close/>
                    <a:moveTo>
                      <a:pt x="60168" y="22430"/>
                    </a:moveTo>
                    <a:cubicBezTo>
                      <a:pt x="59958" y="22430"/>
                      <a:pt x="59779" y="22367"/>
                      <a:pt x="59629" y="22241"/>
                    </a:cubicBezTo>
                    <a:cubicBezTo>
                      <a:pt x="59502" y="22094"/>
                      <a:pt x="59439" y="21913"/>
                      <a:pt x="59439" y="21704"/>
                    </a:cubicBezTo>
                    <a:lnTo>
                      <a:pt x="59439" y="6729"/>
                    </a:lnTo>
                    <a:cubicBezTo>
                      <a:pt x="59439" y="6519"/>
                      <a:pt x="59502" y="6350"/>
                      <a:pt x="59629" y="6224"/>
                    </a:cubicBezTo>
                    <a:cubicBezTo>
                      <a:pt x="59779" y="6077"/>
                      <a:pt x="59958" y="6002"/>
                      <a:pt x="60168" y="6002"/>
                    </a:cubicBezTo>
                    <a:lnTo>
                      <a:pt x="61659" y="6002"/>
                    </a:lnTo>
                    <a:cubicBezTo>
                      <a:pt x="61872" y="6002"/>
                      <a:pt x="62040" y="6077"/>
                      <a:pt x="62166" y="6224"/>
                    </a:cubicBezTo>
                    <a:cubicBezTo>
                      <a:pt x="62316" y="6350"/>
                      <a:pt x="62388" y="6519"/>
                      <a:pt x="62388" y="6729"/>
                    </a:cubicBezTo>
                    <a:lnTo>
                      <a:pt x="62388" y="8119"/>
                    </a:lnTo>
                    <a:cubicBezTo>
                      <a:pt x="62939" y="7404"/>
                      <a:pt x="63625" y="6824"/>
                      <a:pt x="64450" y="6382"/>
                    </a:cubicBezTo>
                    <a:cubicBezTo>
                      <a:pt x="65297" y="5919"/>
                      <a:pt x="66375" y="5687"/>
                      <a:pt x="67684" y="5687"/>
                    </a:cubicBezTo>
                    <a:cubicBezTo>
                      <a:pt x="69059" y="5687"/>
                      <a:pt x="70221" y="5991"/>
                      <a:pt x="71173" y="6603"/>
                    </a:cubicBezTo>
                    <a:cubicBezTo>
                      <a:pt x="72147" y="7192"/>
                      <a:pt x="72876" y="8024"/>
                      <a:pt x="73361" y="9098"/>
                    </a:cubicBezTo>
                    <a:cubicBezTo>
                      <a:pt x="73848" y="10152"/>
                      <a:pt x="74090" y="11384"/>
                      <a:pt x="74090" y="12795"/>
                    </a:cubicBezTo>
                    <a:lnTo>
                      <a:pt x="74090" y="21704"/>
                    </a:lnTo>
                    <a:cubicBezTo>
                      <a:pt x="74090" y="21913"/>
                      <a:pt x="74027" y="22094"/>
                      <a:pt x="73900" y="22241"/>
                    </a:cubicBezTo>
                    <a:cubicBezTo>
                      <a:pt x="73773" y="22367"/>
                      <a:pt x="73606" y="22430"/>
                      <a:pt x="73393" y="22430"/>
                    </a:cubicBezTo>
                    <a:lnTo>
                      <a:pt x="71807" y="22430"/>
                    </a:lnTo>
                    <a:cubicBezTo>
                      <a:pt x="71596" y="22430"/>
                      <a:pt x="71417" y="22367"/>
                      <a:pt x="71268" y="22241"/>
                    </a:cubicBezTo>
                    <a:cubicBezTo>
                      <a:pt x="71141" y="22094"/>
                      <a:pt x="71078" y="21913"/>
                      <a:pt x="71078" y="21704"/>
                    </a:cubicBezTo>
                    <a:lnTo>
                      <a:pt x="71078" y="12953"/>
                    </a:lnTo>
                    <a:cubicBezTo>
                      <a:pt x="71078" y="11479"/>
                      <a:pt x="70720" y="10330"/>
                      <a:pt x="69999" y="9509"/>
                    </a:cubicBezTo>
                    <a:cubicBezTo>
                      <a:pt x="69281" y="8667"/>
                      <a:pt x="68224" y="8245"/>
                      <a:pt x="66828" y="8245"/>
                    </a:cubicBezTo>
                    <a:cubicBezTo>
                      <a:pt x="65519" y="8245"/>
                      <a:pt x="64461" y="8667"/>
                      <a:pt x="63657" y="9509"/>
                    </a:cubicBezTo>
                    <a:cubicBezTo>
                      <a:pt x="62875" y="10330"/>
                      <a:pt x="62484" y="11479"/>
                      <a:pt x="62484" y="12953"/>
                    </a:cubicBezTo>
                    <a:lnTo>
                      <a:pt x="62484" y="21704"/>
                    </a:lnTo>
                    <a:cubicBezTo>
                      <a:pt x="62484" y="21913"/>
                      <a:pt x="62411" y="22094"/>
                      <a:pt x="62261" y="22241"/>
                    </a:cubicBezTo>
                    <a:cubicBezTo>
                      <a:pt x="62135" y="22367"/>
                      <a:pt x="61967" y="22430"/>
                      <a:pt x="61754" y="22430"/>
                    </a:cubicBezTo>
                    <a:lnTo>
                      <a:pt x="60168" y="22430"/>
                    </a:lnTo>
                    <a:close/>
                    <a:moveTo>
                      <a:pt x="84893" y="22430"/>
                    </a:moveTo>
                    <a:cubicBezTo>
                      <a:pt x="83708" y="22430"/>
                      <a:pt x="82748" y="22209"/>
                      <a:pt x="82007" y="21767"/>
                    </a:cubicBezTo>
                    <a:cubicBezTo>
                      <a:pt x="81267" y="21304"/>
                      <a:pt x="80728" y="20661"/>
                      <a:pt x="80390" y="19840"/>
                    </a:cubicBezTo>
                    <a:cubicBezTo>
                      <a:pt x="80052" y="18998"/>
                      <a:pt x="79882" y="18007"/>
                      <a:pt x="79882" y="16870"/>
                    </a:cubicBezTo>
                    <a:lnTo>
                      <a:pt x="79882" y="8530"/>
                    </a:lnTo>
                    <a:lnTo>
                      <a:pt x="77409" y="8530"/>
                    </a:lnTo>
                    <a:cubicBezTo>
                      <a:pt x="77198" y="8530"/>
                      <a:pt x="77017" y="8467"/>
                      <a:pt x="76870" y="8340"/>
                    </a:cubicBezTo>
                    <a:cubicBezTo>
                      <a:pt x="76743" y="8194"/>
                      <a:pt x="76679" y="8013"/>
                      <a:pt x="76679" y="7803"/>
                    </a:cubicBezTo>
                    <a:lnTo>
                      <a:pt x="76679" y="6729"/>
                    </a:lnTo>
                    <a:cubicBezTo>
                      <a:pt x="76679" y="6519"/>
                      <a:pt x="76743" y="6350"/>
                      <a:pt x="76870" y="6224"/>
                    </a:cubicBezTo>
                    <a:cubicBezTo>
                      <a:pt x="77017" y="6077"/>
                      <a:pt x="77198" y="6002"/>
                      <a:pt x="77409" y="6002"/>
                    </a:cubicBezTo>
                    <a:lnTo>
                      <a:pt x="79882" y="6002"/>
                    </a:lnTo>
                    <a:lnTo>
                      <a:pt x="79882" y="727"/>
                    </a:lnTo>
                    <a:cubicBezTo>
                      <a:pt x="79882" y="517"/>
                      <a:pt x="79946" y="348"/>
                      <a:pt x="80073" y="221"/>
                    </a:cubicBezTo>
                    <a:cubicBezTo>
                      <a:pt x="80220" y="74"/>
                      <a:pt x="80401" y="0"/>
                      <a:pt x="80612" y="0"/>
                    </a:cubicBezTo>
                    <a:lnTo>
                      <a:pt x="82102" y="0"/>
                    </a:lnTo>
                    <a:cubicBezTo>
                      <a:pt x="82313" y="0"/>
                      <a:pt x="82483" y="74"/>
                      <a:pt x="82610" y="221"/>
                    </a:cubicBezTo>
                    <a:cubicBezTo>
                      <a:pt x="82757" y="348"/>
                      <a:pt x="82832" y="517"/>
                      <a:pt x="82832" y="727"/>
                    </a:cubicBezTo>
                    <a:lnTo>
                      <a:pt x="82832" y="6002"/>
                    </a:lnTo>
                    <a:lnTo>
                      <a:pt x="86764" y="6002"/>
                    </a:lnTo>
                    <a:cubicBezTo>
                      <a:pt x="86975" y="6002"/>
                      <a:pt x="87145" y="6077"/>
                      <a:pt x="87272" y="6224"/>
                    </a:cubicBezTo>
                    <a:cubicBezTo>
                      <a:pt x="87419" y="6350"/>
                      <a:pt x="87494" y="6519"/>
                      <a:pt x="87494" y="6729"/>
                    </a:cubicBezTo>
                    <a:lnTo>
                      <a:pt x="87494" y="7803"/>
                    </a:lnTo>
                    <a:cubicBezTo>
                      <a:pt x="87494" y="8013"/>
                      <a:pt x="87419" y="8194"/>
                      <a:pt x="87272" y="8340"/>
                    </a:cubicBezTo>
                    <a:cubicBezTo>
                      <a:pt x="87145" y="8467"/>
                      <a:pt x="86975" y="8530"/>
                      <a:pt x="86764" y="8530"/>
                    </a:cubicBezTo>
                    <a:lnTo>
                      <a:pt x="82832" y="8530"/>
                    </a:lnTo>
                    <a:lnTo>
                      <a:pt x="82832" y="16649"/>
                    </a:lnTo>
                    <a:cubicBezTo>
                      <a:pt x="82832" y="17639"/>
                      <a:pt x="83002" y="18418"/>
                      <a:pt x="83339" y="18987"/>
                    </a:cubicBezTo>
                    <a:cubicBezTo>
                      <a:pt x="83677" y="19555"/>
                      <a:pt x="84279" y="19840"/>
                      <a:pt x="85147" y="19840"/>
                    </a:cubicBezTo>
                    <a:lnTo>
                      <a:pt x="87081" y="19840"/>
                    </a:lnTo>
                    <a:cubicBezTo>
                      <a:pt x="87292" y="19840"/>
                      <a:pt x="87462" y="19914"/>
                      <a:pt x="87589" y="20061"/>
                    </a:cubicBezTo>
                    <a:cubicBezTo>
                      <a:pt x="87736" y="20187"/>
                      <a:pt x="87811" y="20356"/>
                      <a:pt x="87811" y="20566"/>
                    </a:cubicBezTo>
                    <a:lnTo>
                      <a:pt x="87811" y="21704"/>
                    </a:lnTo>
                    <a:cubicBezTo>
                      <a:pt x="87811" y="21913"/>
                      <a:pt x="87736" y="22094"/>
                      <a:pt x="87589" y="22241"/>
                    </a:cubicBezTo>
                    <a:cubicBezTo>
                      <a:pt x="87462" y="22367"/>
                      <a:pt x="87292" y="22430"/>
                      <a:pt x="87081" y="22430"/>
                    </a:cubicBezTo>
                    <a:lnTo>
                      <a:pt x="84893" y="22430"/>
                    </a:lnTo>
                    <a:close/>
                  </a:path>
                </a:pathLst>
              </a:custGeom>
              <a:solidFill>
                <a:srgbClr val="647481"/>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1" name="Freeform 190">
                <a:extLst>
                  <a:ext uri="{FF2B5EF4-FFF2-40B4-BE49-F238E27FC236}">
                    <a16:creationId xmlns:a16="http://schemas.microsoft.com/office/drawing/2014/main" id="{1802D02C-9CCD-460C-E838-0CBBBE1AD294}"/>
                  </a:ext>
                </a:extLst>
              </p:cNvPr>
              <p:cNvSpPr/>
              <p:nvPr/>
            </p:nvSpPr>
            <p:spPr>
              <a:xfrm>
                <a:off x="2568382" y="5315995"/>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2" name="Freeform 191">
                <a:extLst>
                  <a:ext uri="{FF2B5EF4-FFF2-40B4-BE49-F238E27FC236}">
                    <a16:creationId xmlns:a16="http://schemas.microsoft.com/office/drawing/2014/main" id="{894EE204-3F26-5547-14FF-DD864F79F558}"/>
                  </a:ext>
                </a:extLst>
              </p:cNvPr>
              <p:cNvSpPr/>
              <p:nvPr/>
            </p:nvSpPr>
            <p:spPr>
              <a:xfrm>
                <a:off x="2568382" y="6062914"/>
                <a:ext cx="26158" cy="126366"/>
              </a:xfrm>
              <a:custGeom>
                <a:avLst/>
                <a:gdLst>
                  <a:gd name="csX0" fmla="*/ 13079 w 26158"/>
                  <a:gd name="csY0" fmla="*/ 126367 h 126366"/>
                  <a:gd name="csX1" fmla="*/ 26159 w 26158"/>
                  <a:gd name="csY1" fmla="*/ 103801 h 126366"/>
                  <a:gd name="csX2" fmla="*/ 0 w 26158"/>
                  <a:gd name="csY2" fmla="*/ 103801 h 126366"/>
                  <a:gd name="csX3" fmla="*/ 13079 w 26158"/>
                  <a:gd name="csY3" fmla="*/ 126367 h 126366"/>
                  <a:gd name="csX4" fmla="*/ 13079 w 26158"/>
                  <a:gd name="csY4" fmla="*/ 0 h 126366"/>
                  <a:gd name="csX5" fmla="*/ 10814 w 26158"/>
                  <a:gd name="csY5" fmla="*/ 0 h 126366"/>
                  <a:gd name="csX6" fmla="*/ 10814 w 26158"/>
                  <a:gd name="csY6" fmla="*/ 106058 h 126366"/>
                  <a:gd name="csX7" fmla="*/ 13079 w 26158"/>
                  <a:gd name="csY7" fmla="*/ 106058 h 126366"/>
                  <a:gd name="csX8" fmla="*/ 15344 w 26158"/>
                  <a:gd name="csY8" fmla="*/ 106058 h 126366"/>
                  <a:gd name="csX9" fmla="*/ 15344 w 26158"/>
                  <a:gd name="csY9" fmla="*/ 0 h 126366"/>
                  <a:gd name="csX10" fmla="*/ 13079 w 26158"/>
                  <a:gd name="csY10" fmla="*/ 0 h 1263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26158" h="126366">
                    <a:moveTo>
                      <a:pt x="13079" y="126367"/>
                    </a:moveTo>
                    <a:lnTo>
                      <a:pt x="26159" y="103801"/>
                    </a:lnTo>
                    <a:lnTo>
                      <a:pt x="0" y="103801"/>
                    </a:lnTo>
                    <a:lnTo>
                      <a:pt x="13079" y="126367"/>
                    </a:lnTo>
                    <a:close/>
                    <a:moveTo>
                      <a:pt x="13079" y="0"/>
                    </a:moveTo>
                    <a:lnTo>
                      <a:pt x="10814" y="0"/>
                    </a:lnTo>
                    <a:lnTo>
                      <a:pt x="10814" y="106058"/>
                    </a:lnTo>
                    <a:lnTo>
                      <a:pt x="13079" y="106058"/>
                    </a:lnTo>
                    <a:lnTo>
                      <a:pt x="15344" y="106058"/>
                    </a:lnTo>
                    <a:lnTo>
                      <a:pt x="15344" y="0"/>
                    </a:lnTo>
                    <a:lnTo>
                      <a:pt x="13079" y="0"/>
                    </a:lnTo>
                    <a:close/>
                  </a:path>
                </a:pathLst>
              </a:custGeom>
              <a:solidFill>
                <a:srgbClr val="CFD3D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3" name="Rectangle 192">
                <a:extLst>
                  <a:ext uri="{FF2B5EF4-FFF2-40B4-BE49-F238E27FC236}">
                    <a16:creationId xmlns:a16="http://schemas.microsoft.com/office/drawing/2014/main" id="{C122C140-1E78-D941-D476-2580D224D294}"/>
                  </a:ext>
                </a:extLst>
              </p:cNvPr>
              <p:cNvSpPr/>
              <p:nvPr/>
            </p:nvSpPr>
            <p:spPr>
              <a:xfrm>
                <a:off x="2460272" y="5240400"/>
                <a:ext cx="233316" cy="110571"/>
              </a:xfrm>
              <a:prstGeom prst="rect">
                <a:avLst/>
              </a:prstGeom>
              <a:solidFill>
                <a:srgbClr val="E6EFF2"/>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4" name="Rectangle 193">
                <a:extLst>
                  <a:ext uri="{FF2B5EF4-FFF2-40B4-BE49-F238E27FC236}">
                    <a16:creationId xmlns:a16="http://schemas.microsoft.com/office/drawing/2014/main" id="{868EA6D1-6D46-1B24-ABBF-2C683C423101}"/>
                  </a:ext>
                </a:extLst>
              </p:cNvPr>
              <p:cNvSpPr/>
              <p:nvPr/>
            </p:nvSpPr>
            <p:spPr>
              <a:xfrm>
                <a:off x="2460272" y="5240400"/>
                <a:ext cx="233316" cy="110571"/>
              </a:xfrm>
              <a:prstGeom prst="rect">
                <a:avLst/>
              </a:pr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5" name="Freeform 194">
                <a:extLst>
                  <a:ext uri="{FF2B5EF4-FFF2-40B4-BE49-F238E27FC236}">
                    <a16:creationId xmlns:a16="http://schemas.microsoft.com/office/drawing/2014/main" id="{AB8DD18F-72EC-C4A8-0CEE-00D805B15B22}"/>
                  </a:ext>
                </a:extLst>
              </p:cNvPr>
              <p:cNvSpPr/>
              <p:nvPr/>
            </p:nvSpPr>
            <p:spPr>
              <a:xfrm>
                <a:off x="2571277" y="5286795"/>
                <a:ext cx="77017" cy="22746"/>
              </a:xfrm>
              <a:custGeom>
                <a:avLst/>
                <a:gdLst>
                  <a:gd name="csX0" fmla="*/ 9038 w 77017"/>
                  <a:gd name="csY0" fmla="*/ 22746 h 22746"/>
                  <a:gd name="csX1" fmla="*/ 4091 w 77017"/>
                  <a:gd name="csY1" fmla="*/ 21893 h 22746"/>
                  <a:gd name="csX2" fmla="*/ 1078 w 77017"/>
                  <a:gd name="csY2" fmla="*/ 19618 h 22746"/>
                  <a:gd name="csX3" fmla="*/ 0 w 77017"/>
                  <a:gd name="csY3" fmla="*/ 16649 h 22746"/>
                  <a:gd name="csX4" fmla="*/ 190 w 77017"/>
                  <a:gd name="csY4" fmla="*/ 16175 h 22746"/>
                  <a:gd name="csX5" fmla="*/ 666 w 77017"/>
                  <a:gd name="csY5" fmla="*/ 15985 h 22746"/>
                  <a:gd name="csX6" fmla="*/ 3488 w 77017"/>
                  <a:gd name="csY6" fmla="*/ 15985 h 22746"/>
                  <a:gd name="csX7" fmla="*/ 4091 w 77017"/>
                  <a:gd name="csY7" fmla="*/ 16175 h 22746"/>
                  <a:gd name="csX8" fmla="*/ 4472 w 77017"/>
                  <a:gd name="csY8" fmla="*/ 16586 h 22746"/>
                  <a:gd name="csX9" fmla="*/ 5201 w 77017"/>
                  <a:gd name="csY9" fmla="*/ 17786 h 22746"/>
                  <a:gd name="csX10" fmla="*/ 6660 w 77017"/>
                  <a:gd name="csY10" fmla="*/ 18734 h 22746"/>
                  <a:gd name="csX11" fmla="*/ 9038 w 77017"/>
                  <a:gd name="csY11" fmla="*/ 19113 h 22746"/>
                  <a:gd name="csX12" fmla="*/ 12431 w 77017"/>
                  <a:gd name="csY12" fmla="*/ 18355 h 22746"/>
                  <a:gd name="csX13" fmla="*/ 13573 w 77017"/>
                  <a:gd name="csY13" fmla="*/ 16301 h 22746"/>
                  <a:gd name="csX14" fmla="*/ 12971 w 77017"/>
                  <a:gd name="csY14" fmla="*/ 14848 h 22746"/>
                  <a:gd name="csX15" fmla="*/ 11100 w 77017"/>
                  <a:gd name="csY15" fmla="*/ 13837 h 22746"/>
                  <a:gd name="csX16" fmla="*/ 7801 w 77017"/>
                  <a:gd name="csY16" fmla="*/ 12858 h 22746"/>
                  <a:gd name="csX17" fmla="*/ 3806 w 77017"/>
                  <a:gd name="csY17" fmla="*/ 11499 h 22746"/>
                  <a:gd name="csX18" fmla="*/ 1395 w 77017"/>
                  <a:gd name="csY18" fmla="*/ 9446 h 22746"/>
                  <a:gd name="csX19" fmla="*/ 603 w 77017"/>
                  <a:gd name="csY19" fmla="*/ 6318 h 22746"/>
                  <a:gd name="csX20" fmla="*/ 1586 w 77017"/>
                  <a:gd name="csY20" fmla="*/ 3064 h 22746"/>
                  <a:gd name="csX21" fmla="*/ 4440 w 77017"/>
                  <a:gd name="csY21" fmla="*/ 821 h 22746"/>
                  <a:gd name="csX22" fmla="*/ 8880 w 77017"/>
                  <a:gd name="csY22" fmla="*/ 0 h 22746"/>
                  <a:gd name="csX23" fmla="*/ 12527 w 77017"/>
                  <a:gd name="csY23" fmla="*/ 569 h 22746"/>
                  <a:gd name="csX24" fmla="*/ 15159 w 77017"/>
                  <a:gd name="csY24" fmla="*/ 2022 h 22746"/>
                  <a:gd name="csX25" fmla="*/ 16744 w 77017"/>
                  <a:gd name="csY25" fmla="*/ 3949 h 22746"/>
                  <a:gd name="csX26" fmla="*/ 17347 w 77017"/>
                  <a:gd name="csY26" fmla="*/ 5939 h 22746"/>
                  <a:gd name="csX27" fmla="*/ 17157 w 77017"/>
                  <a:gd name="csY27" fmla="*/ 6413 h 22746"/>
                  <a:gd name="csX28" fmla="*/ 16681 w 77017"/>
                  <a:gd name="csY28" fmla="*/ 6603 h 22746"/>
                  <a:gd name="csX29" fmla="*/ 13732 w 77017"/>
                  <a:gd name="csY29" fmla="*/ 6603 h 22746"/>
                  <a:gd name="csX30" fmla="*/ 13224 w 77017"/>
                  <a:gd name="csY30" fmla="*/ 6476 h 22746"/>
                  <a:gd name="csX31" fmla="*/ 12812 w 77017"/>
                  <a:gd name="csY31" fmla="*/ 6002 h 22746"/>
                  <a:gd name="csX32" fmla="*/ 11575 w 77017"/>
                  <a:gd name="csY32" fmla="*/ 4328 h 22746"/>
                  <a:gd name="csX33" fmla="*/ 8880 w 77017"/>
                  <a:gd name="csY33" fmla="*/ 3633 h 22746"/>
                  <a:gd name="csX34" fmla="*/ 6121 w 77017"/>
                  <a:gd name="csY34" fmla="*/ 4265 h 22746"/>
                  <a:gd name="csX35" fmla="*/ 5074 w 77017"/>
                  <a:gd name="csY35" fmla="*/ 6224 h 22746"/>
                  <a:gd name="csX36" fmla="*/ 5581 w 77017"/>
                  <a:gd name="csY36" fmla="*/ 7708 h 22746"/>
                  <a:gd name="csX37" fmla="*/ 7262 w 77017"/>
                  <a:gd name="csY37" fmla="*/ 8719 h 22746"/>
                  <a:gd name="csX38" fmla="*/ 10338 w 77017"/>
                  <a:gd name="csY38" fmla="*/ 9667 h 22746"/>
                  <a:gd name="csX39" fmla="*/ 14747 w 77017"/>
                  <a:gd name="csY39" fmla="*/ 11057 h 22746"/>
                  <a:gd name="csX40" fmla="*/ 17252 w 77017"/>
                  <a:gd name="csY40" fmla="*/ 13079 h 22746"/>
                  <a:gd name="csX41" fmla="*/ 18045 w 77017"/>
                  <a:gd name="csY41" fmla="*/ 16143 h 22746"/>
                  <a:gd name="csX42" fmla="*/ 16903 w 77017"/>
                  <a:gd name="csY42" fmla="*/ 19713 h 22746"/>
                  <a:gd name="csX43" fmla="*/ 13763 w 77017"/>
                  <a:gd name="csY43" fmla="*/ 21956 h 22746"/>
                  <a:gd name="csX44" fmla="*/ 9038 w 77017"/>
                  <a:gd name="csY44" fmla="*/ 22746 h 22746"/>
                  <a:gd name="csX45" fmla="*/ 28750 w 77017"/>
                  <a:gd name="csY45" fmla="*/ 22430 h 22746"/>
                  <a:gd name="csX46" fmla="*/ 25547 w 77017"/>
                  <a:gd name="csY46" fmla="*/ 21767 h 22746"/>
                  <a:gd name="csX47" fmla="*/ 23613 w 77017"/>
                  <a:gd name="csY47" fmla="*/ 19808 h 22746"/>
                  <a:gd name="csX48" fmla="*/ 22978 w 77017"/>
                  <a:gd name="csY48" fmla="*/ 16522 h 22746"/>
                  <a:gd name="csX49" fmla="*/ 22978 w 77017"/>
                  <a:gd name="csY49" fmla="*/ 9351 h 22746"/>
                  <a:gd name="csX50" fmla="*/ 20473 w 77017"/>
                  <a:gd name="csY50" fmla="*/ 9351 h 22746"/>
                  <a:gd name="csX51" fmla="*/ 19934 w 77017"/>
                  <a:gd name="csY51" fmla="*/ 9130 h 22746"/>
                  <a:gd name="csX52" fmla="*/ 19712 w 77017"/>
                  <a:gd name="csY52" fmla="*/ 8593 h 22746"/>
                  <a:gd name="csX53" fmla="*/ 19712 w 77017"/>
                  <a:gd name="csY53" fmla="*/ 6761 h 22746"/>
                  <a:gd name="csX54" fmla="*/ 19934 w 77017"/>
                  <a:gd name="csY54" fmla="*/ 6224 h 22746"/>
                  <a:gd name="csX55" fmla="*/ 20473 w 77017"/>
                  <a:gd name="csY55" fmla="*/ 6002 h 22746"/>
                  <a:gd name="csX56" fmla="*/ 22978 w 77017"/>
                  <a:gd name="csY56" fmla="*/ 6002 h 22746"/>
                  <a:gd name="csX57" fmla="*/ 22978 w 77017"/>
                  <a:gd name="csY57" fmla="*/ 758 h 22746"/>
                  <a:gd name="csX58" fmla="*/ 23169 w 77017"/>
                  <a:gd name="csY58" fmla="*/ 221 h 22746"/>
                  <a:gd name="csX59" fmla="*/ 23739 w 77017"/>
                  <a:gd name="csY59" fmla="*/ 0 h 22746"/>
                  <a:gd name="csX60" fmla="*/ 26308 w 77017"/>
                  <a:gd name="csY60" fmla="*/ 0 h 22746"/>
                  <a:gd name="csX61" fmla="*/ 26847 w 77017"/>
                  <a:gd name="csY61" fmla="*/ 221 h 22746"/>
                  <a:gd name="csX62" fmla="*/ 27069 w 77017"/>
                  <a:gd name="csY62" fmla="*/ 758 h 22746"/>
                  <a:gd name="csX63" fmla="*/ 27069 w 77017"/>
                  <a:gd name="csY63" fmla="*/ 6002 h 22746"/>
                  <a:gd name="csX64" fmla="*/ 31033 w 77017"/>
                  <a:gd name="csY64" fmla="*/ 6002 h 22746"/>
                  <a:gd name="csX65" fmla="*/ 31572 w 77017"/>
                  <a:gd name="csY65" fmla="*/ 6224 h 22746"/>
                  <a:gd name="csX66" fmla="*/ 31794 w 77017"/>
                  <a:gd name="csY66" fmla="*/ 6761 h 22746"/>
                  <a:gd name="csX67" fmla="*/ 31794 w 77017"/>
                  <a:gd name="csY67" fmla="*/ 8593 h 22746"/>
                  <a:gd name="csX68" fmla="*/ 31572 w 77017"/>
                  <a:gd name="csY68" fmla="*/ 9130 h 22746"/>
                  <a:gd name="csX69" fmla="*/ 31033 w 77017"/>
                  <a:gd name="csY69" fmla="*/ 9351 h 22746"/>
                  <a:gd name="csX70" fmla="*/ 27069 w 77017"/>
                  <a:gd name="csY70" fmla="*/ 9351 h 22746"/>
                  <a:gd name="csX71" fmla="*/ 27069 w 77017"/>
                  <a:gd name="csY71" fmla="*/ 16207 h 22746"/>
                  <a:gd name="csX72" fmla="*/ 27513 w 77017"/>
                  <a:gd name="csY72" fmla="*/ 18228 h 22746"/>
                  <a:gd name="csX73" fmla="*/ 29131 w 77017"/>
                  <a:gd name="csY73" fmla="*/ 18955 h 22746"/>
                  <a:gd name="csX74" fmla="*/ 31319 w 77017"/>
                  <a:gd name="csY74" fmla="*/ 18955 h 22746"/>
                  <a:gd name="csX75" fmla="*/ 31858 w 77017"/>
                  <a:gd name="csY75" fmla="*/ 19176 h 22746"/>
                  <a:gd name="csX76" fmla="*/ 32080 w 77017"/>
                  <a:gd name="csY76" fmla="*/ 19713 h 22746"/>
                  <a:gd name="csX77" fmla="*/ 32080 w 77017"/>
                  <a:gd name="csY77" fmla="*/ 21672 h 22746"/>
                  <a:gd name="csX78" fmla="*/ 31858 w 77017"/>
                  <a:gd name="csY78" fmla="*/ 22209 h 22746"/>
                  <a:gd name="csX79" fmla="*/ 31319 w 77017"/>
                  <a:gd name="csY79" fmla="*/ 22430 h 22746"/>
                  <a:gd name="csX80" fmla="*/ 28750 w 77017"/>
                  <a:gd name="csY80" fmla="*/ 22430 h 22746"/>
                  <a:gd name="csX81" fmla="*/ 39682 w 77017"/>
                  <a:gd name="csY81" fmla="*/ 22746 h 22746"/>
                  <a:gd name="csX82" fmla="*/ 36701 w 77017"/>
                  <a:gd name="csY82" fmla="*/ 22114 h 22746"/>
                  <a:gd name="csX83" fmla="*/ 34576 w 77017"/>
                  <a:gd name="csY83" fmla="*/ 20377 h 22746"/>
                  <a:gd name="csX84" fmla="*/ 33815 w 77017"/>
                  <a:gd name="csY84" fmla="*/ 17913 h 22746"/>
                  <a:gd name="csX85" fmla="*/ 35591 w 77017"/>
                  <a:gd name="csY85" fmla="*/ 14406 h 22746"/>
                  <a:gd name="csX86" fmla="*/ 40348 w 77017"/>
                  <a:gd name="csY86" fmla="*/ 12637 h 22746"/>
                  <a:gd name="csX87" fmla="*/ 44693 w 77017"/>
                  <a:gd name="csY87" fmla="*/ 12005 h 22746"/>
                  <a:gd name="csX88" fmla="*/ 44693 w 77017"/>
                  <a:gd name="csY88" fmla="*/ 11341 h 22746"/>
                  <a:gd name="csX89" fmla="*/ 44027 w 77017"/>
                  <a:gd name="csY89" fmla="*/ 9288 h 22746"/>
                  <a:gd name="csX90" fmla="*/ 41743 w 77017"/>
                  <a:gd name="csY90" fmla="*/ 8561 h 22746"/>
                  <a:gd name="csX91" fmla="*/ 39872 w 77017"/>
                  <a:gd name="csY91" fmla="*/ 9035 h 22746"/>
                  <a:gd name="csX92" fmla="*/ 38826 w 77017"/>
                  <a:gd name="csY92" fmla="*/ 10236 h 22746"/>
                  <a:gd name="csX93" fmla="*/ 38096 w 77017"/>
                  <a:gd name="csY93" fmla="*/ 10646 h 22746"/>
                  <a:gd name="csX94" fmla="*/ 35591 w 77017"/>
                  <a:gd name="csY94" fmla="*/ 10646 h 22746"/>
                  <a:gd name="csX95" fmla="*/ 35052 w 77017"/>
                  <a:gd name="csY95" fmla="*/ 10457 h 22746"/>
                  <a:gd name="csX96" fmla="*/ 34893 w 77017"/>
                  <a:gd name="csY96" fmla="*/ 9951 h 22746"/>
                  <a:gd name="csX97" fmla="*/ 35306 w 77017"/>
                  <a:gd name="csY97" fmla="*/ 8719 h 22746"/>
                  <a:gd name="csX98" fmla="*/ 36511 w 77017"/>
                  <a:gd name="csY98" fmla="*/ 7329 h 22746"/>
                  <a:gd name="csX99" fmla="*/ 38635 w 77017"/>
                  <a:gd name="csY99" fmla="*/ 6160 h 22746"/>
                  <a:gd name="csX100" fmla="*/ 41775 w 77017"/>
                  <a:gd name="csY100" fmla="*/ 5687 h 22746"/>
                  <a:gd name="csX101" fmla="*/ 45137 w 77017"/>
                  <a:gd name="csY101" fmla="*/ 6192 h 22746"/>
                  <a:gd name="csX102" fmla="*/ 47356 w 77017"/>
                  <a:gd name="csY102" fmla="*/ 7487 h 22746"/>
                  <a:gd name="csX103" fmla="*/ 48561 w 77017"/>
                  <a:gd name="csY103" fmla="*/ 9414 h 22746"/>
                  <a:gd name="csX104" fmla="*/ 48942 w 77017"/>
                  <a:gd name="csY104" fmla="*/ 11752 h 22746"/>
                  <a:gd name="csX105" fmla="*/ 48942 w 77017"/>
                  <a:gd name="csY105" fmla="*/ 21672 h 22746"/>
                  <a:gd name="csX106" fmla="*/ 48720 w 77017"/>
                  <a:gd name="csY106" fmla="*/ 22209 h 22746"/>
                  <a:gd name="csX107" fmla="*/ 48181 w 77017"/>
                  <a:gd name="csY107" fmla="*/ 22430 h 22746"/>
                  <a:gd name="csX108" fmla="*/ 45612 w 77017"/>
                  <a:gd name="csY108" fmla="*/ 22430 h 22746"/>
                  <a:gd name="csX109" fmla="*/ 45041 w 77017"/>
                  <a:gd name="csY109" fmla="*/ 22209 h 22746"/>
                  <a:gd name="csX110" fmla="*/ 44851 w 77017"/>
                  <a:gd name="csY110" fmla="*/ 21672 h 22746"/>
                  <a:gd name="csX111" fmla="*/ 44851 w 77017"/>
                  <a:gd name="csY111" fmla="*/ 20440 h 22746"/>
                  <a:gd name="csX112" fmla="*/ 43741 w 77017"/>
                  <a:gd name="csY112" fmla="*/ 21577 h 22746"/>
                  <a:gd name="csX113" fmla="*/ 42029 w 77017"/>
                  <a:gd name="csY113" fmla="*/ 22430 h 22746"/>
                  <a:gd name="csX114" fmla="*/ 39682 w 77017"/>
                  <a:gd name="csY114" fmla="*/ 22746 h 22746"/>
                  <a:gd name="csX115" fmla="*/ 40760 w 77017"/>
                  <a:gd name="csY115" fmla="*/ 19745 h 22746"/>
                  <a:gd name="csX116" fmla="*/ 42758 w 77017"/>
                  <a:gd name="csY116" fmla="*/ 19271 h 22746"/>
                  <a:gd name="csX117" fmla="*/ 44185 w 77017"/>
                  <a:gd name="csY117" fmla="*/ 17818 h 22746"/>
                  <a:gd name="csX118" fmla="*/ 44724 w 77017"/>
                  <a:gd name="csY118" fmla="*/ 15290 h 22746"/>
                  <a:gd name="csX119" fmla="*/ 44724 w 77017"/>
                  <a:gd name="csY119" fmla="*/ 14627 h 22746"/>
                  <a:gd name="csX120" fmla="*/ 41553 w 77017"/>
                  <a:gd name="csY120" fmla="*/ 15132 h 22746"/>
                  <a:gd name="csX121" fmla="*/ 38762 w 77017"/>
                  <a:gd name="csY121" fmla="*/ 16049 h 22746"/>
                  <a:gd name="csX122" fmla="*/ 37843 w 77017"/>
                  <a:gd name="csY122" fmla="*/ 17597 h 22746"/>
                  <a:gd name="csX123" fmla="*/ 38255 w 77017"/>
                  <a:gd name="csY123" fmla="*/ 18797 h 22746"/>
                  <a:gd name="csX124" fmla="*/ 39365 w 77017"/>
                  <a:gd name="csY124" fmla="*/ 19524 h 22746"/>
                  <a:gd name="csX125" fmla="*/ 40760 w 77017"/>
                  <a:gd name="csY125" fmla="*/ 19745 h 22746"/>
                  <a:gd name="csX126" fmla="*/ 53771 w 77017"/>
                  <a:gd name="csY126" fmla="*/ 22430 h 22746"/>
                  <a:gd name="csX127" fmla="*/ 53232 w 77017"/>
                  <a:gd name="csY127" fmla="*/ 22209 h 22746"/>
                  <a:gd name="csX128" fmla="*/ 53010 w 77017"/>
                  <a:gd name="csY128" fmla="*/ 21672 h 22746"/>
                  <a:gd name="csX129" fmla="*/ 53010 w 77017"/>
                  <a:gd name="csY129" fmla="*/ 6792 h 22746"/>
                  <a:gd name="csX130" fmla="*/ 53232 w 77017"/>
                  <a:gd name="csY130" fmla="*/ 6224 h 22746"/>
                  <a:gd name="csX131" fmla="*/ 53771 w 77017"/>
                  <a:gd name="csY131" fmla="*/ 6002 h 22746"/>
                  <a:gd name="csX132" fmla="*/ 56340 w 77017"/>
                  <a:gd name="csY132" fmla="*/ 6002 h 22746"/>
                  <a:gd name="csX133" fmla="*/ 56879 w 77017"/>
                  <a:gd name="csY133" fmla="*/ 6224 h 22746"/>
                  <a:gd name="csX134" fmla="*/ 57133 w 77017"/>
                  <a:gd name="csY134" fmla="*/ 6792 h 22746"/>
                  <a:gd name="csX135" fmla="*/ 57133 w 77017"/>
                  <a:gd name="csY135" fmla="*/ 8087 h 22746"/>
                  <a:gd name="csX136" fmla="*/ 59004 w 77017"/>
                  <a:gd name="csY136" fmla="*/ 6539 h 22746"/>
                  <a:gd name="csX137" fmla="*/ 61700 w 77017"/>
                  <a:gd name="csY137" fmla="*/ 6002 h 22746"/>
                  <a:gd name="csX138" fmla="*/ 63000 w 77017"/>
                  <a:gd name="csY138" fmla="*/ 6002 h 22746"/>
                  <a:gd name="csX139" fmla="*/ 63539 w 77017"/>
                  <a:gd name="csY139" fmla="*/ 6224 h 22746"/>
                  <a:gd name="csX140" fmla="*/ 63761 w 77017"/>
                  <a:gd name="csY140" fmla="*/ 6761 h 22746"/>
                  <a:gd name="csX141" fmla="*/ 63761 w 77017"/>
                  <a:gd name="csY141" fmla="*/ 9035 h 22746"/>
                  <a:gd name="csX142" fmla="*/ 63539 w 77017"/>
                  <a:gd name="csY142" fmla="*/ 9572 h 22746"/>
                  <a:gd name="csX143" fmla="*/ 63000 w 77017"/>
                  <a:gd name="csY143" fmla="*/ 9793 h 22746"/>
                  <a:gd name="csX144" fmla="*/ 60526 w 77017"/>
                  <a:gd name="csY144" fmla="*/ 9793 h 22746"/>
                  <a:gd name="csX145" fmla="*/ 58148 w 77017"/>
                  <a:gd name="csY145" fmla="*/ 10646 h 22746"/>
                  <a:gd name="csX146" fmla="*/ 57323 w 77017"/>
                  <a:gd name="csY146" fmla="*/ 12984 h 22746"/>
                  <a:gd name="csX147" fmla="*/ 57323 w 77017"/>
                  <a:gd name="csY147" fmla="*/ 21672 h 22746"/>
                  <a:gd name="csX148" fmla="*/ 57101 w 77017"/>
                  <a:gd name="csY148" fmla="*/ 22209 h 22746"/>
                  <a:gd name="csX149" fmla="*/ 56530 w 77017"/>
                  <a:gd name="csY149" fmla="*/ 22430 h 22746"/>
                  <a:gd name="csX150" fmla="*/ 53771 w 77017"/>
                  <a:gd name="csY150" fmla="*/ 22430 h 22746"/>
                  <a:gd name="csX151" fmla="*/ 73687 w 77017"/>
                  <a:gd name="csY151" fmla="*/ 22430 h 22746"/>
                  <a:gd name="csX152" fmla="*/ 70484 w 77017"/>
                  <a:gd name="csY152" fmla="*/ 21767 h 22746"/>
                  <a:gd name="csX153" fmla="*/ 68550 w 77017"/>
                  <a:gd name="csY153" fmla="*/ 19808 h 22746"/>
                  <a:gd name="csX154" fmla="*/ 67915 w 77017"/>
                  <a:gd name="csY154" fmla="*/ 16522 h 22746"/>
                  <a:gd name="csX155" fmla="*/ 67915 w 77017"/>
                  <a:gd name="csY155" fmla="*/ 9351 h 22746"/>
                  <a:gd name="csX156" fmla="*/ 65410 w 77017"/>
                  <a:gd name="csY156" fmla="*/ 9351 h 22746"/>
                  <a:gd name="csX157" fmla="*/ 64871 w 77017"/>
                  <a:gd name="csY157" fmla="*/ 9130 h 22746"/>
                  <a:gd name="csX158" fmla="*/ 64649 w 77017"/>
                  <a:gd name="csY158" fmla="*/ 8593 h 22746"/>
                  <a:gd name="csX159" fmla="*/ 64649 w 77017"/>
                  <a:gd name="csY159" fmla="*/ 6761 h 22746"/>
                  <a:gd name="csX160" fmla="*/ 64871 w 77017"/>
                  <a:gd name="csY160" fmla="*/ 6224 h 22746"/>
                  <a:gd name="csX161" fmla="*/ 65410 w 77017"/>
                  <a:gd name="csY161" fmla="*/ 6002 h 22746"/>
                  <a:gd name="csX162" fmla="*/ 67915 w 77017"/>
                  <a:gd name="csY162" fmla="*/ 6002 h 22746"/>
                  <a:gd name="csX163" fmla="*/ 67915 w 77017"/>
                  <a:gd name="csY163" fmla="*/ 758 h 22746"/>
                  <a:gd name="csX164" fmla="*/ 68106 w 77017"/>
                  <a:gd name="csY164" fmla="*/ 221 h 22746"/>
                  <a:gd name="csX165" fmla="*/ 68677 w 77017"/>
                  <a:gd name="csY165" fmla="*/ 0 h 22746"/>
                  <a:gd name="csX166" fmla="*/ 71245 w 77017"/>
                  <a:gd name="csY166" fmla="*/ 0 h 22746"/>
                  <a:gd name="csX167" fmla="*/ 71784 w 77017"/>
                  <a:gd name="csY167" fmla="*/ 221 h 22746"/>
                  <a:gd name="csX168" fmla="*/ 72006 w 77017"/>
                  <a:gd name="csY168" fmla="*/ 758 h 22746"/>
                  <a:gd name="csX169" fmla="*/ 72006 w 77017"/>
                  <a:gd name="csY169" fmla="*/ 6002 h 22746"/>
                  <a:gd name="csX170" fmla="*/ 75971 w 77017"/>
                  <a:gd name="csY170" fmla="*/ 6002 h 22746"/>
                  <a:gd name="csX171" fmla="*/ 76510 w 77017"/>
                  <a:gd name="csY171" fmla="*/ 6224 h 22746"/>
                  <a:gd name="csX172" fmla="*/ 76732 w 77017"/>
                  <a:gd name="csY172" fmla="*/ 6761 h 22746"/>
                  <a:gd name="csX173" fmla="*/ 76732 w 77017"/>
                  <a:gd name="csY173" fmla="*/ 8593 h 22746"/>
                  <a:gd name="csX174" fmla="*/ 76510 w 77017"/>
                  <a:gd name="csY174" fmla="*/ 9130 h 22746"/>
                  <a:gd name="csX175" fmla="*/ 75971 w 77017"/>
                  <a:gd name="csY175" fmla="*/ 9351 h 22746"/>
                  <a:gd name="csX176" fmla="*/ 72006 w 77017"/>
                  <a:gd name="csY176" fmla="*/ 9351 h 22746"/>
                  <a:gd name="csX177" fmla="*/ 72006 w 77017"/>
                  <a:gd name="csY177" fmla="*/ 16207 h 22746"/>
                  <a:gd name="csX178" fmla="*/ 72450 w 77017"/>
                  <a:gd name="csY178" fmla="*/ 18228 h 22746"/>
                  <a:gd name="csX179" fmla="*/ 74068 w 77017"/>
                  <a:gd name="csY179" fmla="*/ 18955 h 22746"/>
                  <a:gd name="csX180" fmla="*/ 76256 w 77017"/>
                  <a:gd name="csY180" fmla="*/ 18955 h 22746"/>
                  <a:gd name="csX181" fmla="*/ 76795 w 77017"/>
                  <a:gd name="csY181" fmla="*/ 19176 h 22746"/>
                  <a:gd name="csX182" fmla="*/ 77017 w 77017"/>
                  <a:gd name="csY182" fmla="*/ 19713 h 22746"/>
                  <a:gd name="csX183" fmla="*/ 77017 w 77017"/>
                  <a:gd name="csY183" fmla="*/ 21672 h 22746"/>
                  <a:gd name="csX184" fmla="*/ 76795 w 77017"/>
                  <a:gd name="csY184" fmla="*/ 22209 h 22746"/>
                  <a:gd name="csX185" fmla="*/ 76256 w 77017"/>
                  <a:gd name="csY185" fmla="*/ 22430 h 22746"/>
                  <a:gd name="csX186" fmla="*/ 73687 w 77017"/>
                  <a:gd name="csY186" fmla="*/ 22430 h 2274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Lst>
                <a:rect l="l" t="t" r="r" b="b"/>
                <a:pathLst>
                  <a:path w="77017" h="22746">
                    <a:moveTo>
                      <a:pt x="9038" y="22746"/>
                    </a:moveTo>
                    <a:cubicBezTo>
                      <a:pt x="7072" y="22746"/>
                      <a:pt x="5423" y="22462"/>
                      <a:pt x="4091" y="21893"/>
                    </a:cubicBezTo>
                    <a:cubicBezTo>
                      <a:pt x="2779" y="21304"/>
                      <a:pt x="1776" y="20546"/>
                      <a:pt x="1078" y="19618"/>
                    </a:cubicBezTo>
                    <a:cubicBezTo>
                      <a:pt x="401" y="18671"/>
                      <a:pt x="43" y="17680"/>
                      <a:pt x="0" y="16649"/>
                    </a:cubicBezTo>
                    <a:cubicBezTo>
                      <a:pt x="0" y="16459"/>
                      <a:pt x="63" y="16301"/>
                      <a:pt x="190" y="16175"/>
                    </a:cubicBezTo>
                    <a:cubicBezTo>
                      <a:pt x="317" y="16049"/>
                      <a:pt x="476" y="15985"/>
                      <a:pt x="666" y="15985"/>
                    </a:cubicBezTo>
                    <a:lnTo>
                      <a:pt x="3488" y="15985"/>
                    </a:lnTo>
                    <a:cubicBezTo>
                      <a:pt x="3763" y="15985"/>
                      <a:pt x="3964" y="16049"/>
                      <a:pt x="4091" y="16175"/>
                    </a:cubicBezTo>
                    <a:cubicBezTo>
                      <a:pt x="4238" y="16281"/>
                      <a:pt x="4365" y="16416"/>
                      <a:pt x="4472" y="16586"/>
                    </a:cubicBezTo>
                    <a:cubicBezTo>
                      <a:pt x="4598" y="16985"/>
                      <a:pt x="4841" y="17387"/>
                      <a:pt x="5201" y="17786"/>
                    </a:cubicBezTo>
                    <a:cubicBezTo>
                      <a:pt x="5561" y="18165"/>
                      <a:pt x="6046" y="18481"/>
                      <a:pt x="6660" y="18734"/>
                    </a:cubicBezTo>
                    <a:cubicBezTo>
                      <a:pt x="7294" y="18987"/>
                      <a:pt x="8087" y="19113"/>
                      <a:pt x="9038" y="19113"/>
                    </a:cubicBezTo>
                    <a:cubicBezTo>
                      <a:pt x="10560" y="19113"/>
                      <a:pt x="11691" y="18860"/>
                      <a:pt x="12431" y="18355"/>
                    </a:cubicBezTo>
                    <a:cubicBezTo>
                      <a:pt x="13193" y="17849"/>
                      <a:pt x="13573" y="17166"/>
                      <a:pt x="13573" y="16301"/>
                    </a:cubicBezTo>
                    <a:cubicBezTo>
                      <a:pt x="13573" y="15690"/>
                      <a:pt x="13372" y="15206"/>
                      <a:pt x="12971" y="14848"/>
                    </a:cubicBezTo>
                    <a:cubicBezTo>
                      <a:pt x="12570" y="14469"/>
                      <a:pt x="11944" y="14132"/>
                      <a:pt x="11100" y="13837"/>
                    </a:cubicBezTo>
                    <a:cubicBezTo>
                      <a:pt x="10275" y="13521"/>
                      <a:pt x="9176" y="13195"/>
                      <a:pt x="7801" y="12858"/>
                    </a:cubicBezTo>
                    <a:cubicBezTo>
                      <a:pt x="6216" y="12479"/>
                      <a:pt x="4884" y="12026"/>
                      <a:pt x="3806" y="11499"/>
                    </a:cubicBezTo>
                    <a:cubicBezTo>
                      <a:pt x="2748" y="10952"/>
                      <a:pt x="1946" y="10267"/>
                      <a:pt x="1395" y="9446"/>
                    </a:cubicBezTo>
                    <a:cubicBezTo>
                      <a:pt x="868" y="8625"/>
                      <a:pt x="603" y="7582"/>
                      <a:pt x="603" y="6318"/>
                    </a:cubicBezTo>
                    <a:cubicBezTo>
                      <a:pt x="603" y="5097"/>
                      <a:pt x="931" y="4012"/>
                      <a:pt x="1586" y="3064"/>
                    </a:cubicBezTo>
                    <a:cubicBezTo>
                      <a:pt x="2263" y="2117"/>
                      <a:pt x="3214" y="1369"/>
                      <a:pt x="4440" y="821"/>
                    </a:cubicBezTo>
                    <a:cubicBezTo>
                      <a:pt x="5688" y="274"/>
                      <a:pt x="7167" y="0"/>
                      <a:pt x="8880" y="0"/>
                    </a:cubicBezTo>
                    <a:cubicBezTo>
                      <a:pt x="10255" y="0"/>
                      <a:pt x="11469" y="190"/>
                      <a:pt x="12527" y="569"/>
                    </a:cubicBezTo>
                    <a:cubicBezTo>
                      <a:pt x="13584" y="927"/>
                      <a:pt x="14461" y="1411"/>
                      <a:pt x="15159" y="2022"/>
                    </a:cubicBezTo>
                    <a:cubicBezTo>
                      <a:pt x="15856" y="2612"/>
                      <a:pt x="16384" y="3254"/>
                      <a:pt x="16744" y="3949"/>
                    </a:cubicBezTo>
                    <a:cubicBezTo>
                      <a:pt x="17125" y="4623"/>
                      <a:pt x="17327" y="5286"/>
                      <a:pt x="17347" y="5939"/>
                    </a:cubicBezTo>
                    <a:cubicBezTo>
                      <a:pt x="17347" y="6108"/>
                      <a:pt x="17284" y="6266"/>
                      <a:pt x="17157" y="6413"/>
                    </a:cubicBezTo>
                    <a:cubicBezTo>
                      <a:pt x="17050" y="6539"/>
                      <a:pt x="16892" y="6603"/>
                      <a:pt x="16681" y="6603"/>
                    </a:cubicBezTo>
                    <a:lnTo>
                      <a:pt x="13732" y="6603"/>
                    </a:lnTo>
                    <a:cubicBezTo>
                      <a:pt x="13562" y="6603"/>
                      <a:pt x="13394" y="6560"/>
                      <a:pt x="13224" y="6476"/>
                    </a:cubicBezTo>
                    <a:cubicBezTo>
                      <a:pt x="13054" y="6392"/>
                      <a:pt x="12918" y="6234"/>
                      <a:pt x="12812" y="6002"/>
                    </a:cubicBezTo>
                    <a:cubicBezTo>
                      <a:pt x="12685" y="5350"/>
                      <a:pt x="12273" y="4791"/>
                      <a:pt x="11575" y="4328"/>
                    </a:cubicBezTo>
                    <a:cubicBezTo>
                      <a:pt x="10878" y="3865"/>
                      <a:pt x="9978" y="3633"/>
                      <a:pt x="8880" y="3633"/>
                    </a:cubicBezTo>
                    <a:cubicBezTo>
                      <a:pt x="7738" y="3633"/>
                      <a:pt x="6818" y="3844"/>
                      <a:pt x="6121" y="4265"/>
                    </a:cubicBezTo>
                    <a:cubicBezTo>
                      <a:pt x="5423" y="4686"/>
                      <a:pt x="5074" y="5339"/>
                      <a:pt x="5074" y="6224"/>
                    </a:cubicBezTo>
                    <a:cubicBezTo>
                      <a:pt x="5074" y="6813"/>
                      <a:pt x="5244" y="7308"/>
                      <a:pt x="5581" y="7708"/>
                    </a:cubicBezTo>
                    <a:cubicBezTo>
                      <a:pt x="5942" y="8087"/>
                      <a:pt x="6501" y="8424"/>
                      <a:pt x="7262" y="8719"/>
                    </a:cubicBezTo>
                    <a:cubicBezTo>
                      <a:pt x="8044" y="9014"/>
                      <a:pt x="9070" y="9330"/>
                      <a:pt x="10338" y="9667"/>
                    </a:cubicBezTo>
                    <a:cubicBezTo>
                      <a:pt x="12135" y="10067"/>
                      <a:pt x="13605" y="10531"/>
                      <a:pt x="14747" y="11057"/>
                    </a:cubicBezTo>
                    <a:cubicBezTo>
                      <a:pt x="15888" y="11584"/>
                      <a:pt x="16724" y="12258"/>
                      <a:pt x="17252" y="13079"/>
                    </a:cubicBezTo>
                    <a:cubicBezTo>
                      <a:pt x="17780" y="13879"/>
                      <a:pt x="18045" y="14901"/>
                      <a:pt x="18045" y="16143"/>
                    </a:cubicBezTo>
                    <a:cubicBezTo>
                      <a:pt x="18045" y="17533"/>
                      <a:pt x="17664" y="18723"/>
                      <a:pt x="16903" y="19713"/>
                    </a:cubicBezTo>
                    <a:cubicBezTo>
                      <a:pt x="16162" y="20681"/>
                      <a:pt x="15116" y="21430"/>
                      <a:pt x="13763" y="21956"/>
                    </a:cubicBezTo>
                    <a:cubicBezTo>
                      <a:pt x="12411" y="22482"/>
                      <a:pt x="10834" y="22746"/>
                      <a:pt x="9038" y="22746"/>
                    </a:cubicBezTo>
                    <a:close/>
                    <a:moveTo>
                      <a:pt x="28750" y="22430"/>
                    </a:moveTo>
                    <a:cubicBezTo>
                      <a:pt x="27481" y="22430"/>
                      <a:pt x="26415" y="22209"/>
                      <a:pt x="25547" y="21767"/>
                    </a:cubicBezTo>
                    <a:cubicBezTo>
                      <a:pt x="24682" y="21324"/>
                      <a:pt x="24036" y="20672"/>
                      <a:pt x="23613" y="19808"/>
                    </a:cubicBezTo>
                    <a:cubicBezTo>
                      <a:pt x="23191" y="18923"/>
                      <a:pt x="22978" y="17829"/>
                      <a:pt x="22978" y="16522"/>
                    </a:cubicBezTo>
                    <a:lnTo>
                      <a:pt x="22978" y="9351"/>
                    </a:lnTo>
                    <a:lnTo>
                      <a:pt x="20473" y="9351"/>
                    </a:lnTo>
                    <a:cubicBezTo>
                      <a:pt x="20262" y="9351"/>
                      <a:pt x="20083" y="9277"/>
                      <a:pt x="19934" y="9130"/>
                    </a:cubicBezTo>
                    <a:cubicBezTo>
                      <a:pt x="19787" y="8983"/>
                      <a:pt x="19712" y="8803"/>
                      <a:pt x="19712" y="8593"/>
                    </a:cubicBezTo>
                    <a:lnTo>
                      <a:pt x="19712" y="6761"/>
                    </a:lnTo>
                    <a:cubicBezTo>
                      <a:pt x="19712" y="6550"/>
                      <a:pt x="19787" y="6371"/>
                      <a:pt x="19934" y="6224"/>
                    </a:cubicBezTo>
                    <a:cubicBezTo>
                      <a:pt x="20083" y="6076"/>
                      <a:pt x="20262" y="6002"/>
                      <a:pt x="20473" y="6002"/>
                    </a:cubicBezTo>
                    <a:lnTo>
                      <a:pt x="22978" y="6002"/>
                    </a:lnTo>
                    <a:lnTo>
                      <a:pt x="22978" y="758"/>
                    </a:lnTo>
                    <a:cubicBezTo>
                      <a:pt x="22978" y="548"/>
                      <a:pt x="23042" y="368"/>
                      <a:pt x="23169" y="221"/>
                    </a:cubicBezTo>
                    <a:cubicBezTo>
                      <a:pt x="23318" y="74"/>
                      <a:pt x="23508" y="0"/>
                      <a:pt x="23739" y="0"/>
                    </a:cubicBezTo>
                    <a:lnTo>
                      <a:pt x="26308" y="0"/>
                    </a:lnTo>
                    <a:cubicBezTo>
                      <a:pt x="26521" y="0"/>
                      <a:pt x="26700" y="74"/>
                      <a:pt x="26847" y="221"/>
                    </a:cubicBezTo>
                    <a:cubicBezTo>
                      <a:pt x="26997" y="368"/>
                      <a:pt x="27069" y="548"/>
                      <a:pt x="27069" y="758"/>
                    </a:cubicBezTo>
                    <a:lnTo>
                      <a:pt x="27069" y="6002"/>
                    </a:lnTo>
                    <a:lnTo>
                      <a:pt x="31033" y="6002"/>
                    </a:lnTo>
                    <a:cubicBezTo>
                      <a:pt x="31246" y="6002"/>
                      <a:pt x="31425" y="6076"/>
                      <a:pt x="31572" y="6224"/>
                    </a:cubicBezTo>
                    <a:cubicBezTo>
                      <a:pt x="31722" y="6371"/>
                      <a:pt x="31794" y="6550"/>
                      <a:pt x="31794" y="6761"/>
                    </a:cubicBezTo>
                    <a:lnTo>
                      <a:pt x="31794" y="8593"/>
                    </a:lnTo>
                    <a:cubicBezTo>
                      <a:pt x="31794" y="8803"/>
                      <a:pt x="31722" y="8983"/>
                      <a:pt x="31572" y="9130"/>
                    </a:cubicBezTo>
                    <a:cubicBezTo>
                      <a:pt x="31425" y="9277"/>
                      <a:pt x="31246" y="9351"/>
                      <a:pt x="31033" y="9351"/>
                    </a:cubicBezTo>
                    <a:lnTo>
                      <a:pt x="27069" y="9351"/>
                    </a:lnTo>
                    <a:lnTo>
                      <a:pt x="27069" y="16207"/>
                    </a:lnTo>
                    <a:cubicBezTo>
                      <a:pt x="27069" y="17071"/>
                      <a:pt x="27219" y="17743"/>
                      <a:pt x="27513" y="18228"/>
                    </a:cubicBezTo>
                    <a:cubicBezTo>
                      <a:pt x="27830" y="18714"/>
                      <a:pt x="28369" y="18955"/>
                      <a:pt x="29131" y="18955"/>
                    </a:cubicBezTo>
                    <a:lnTo>
                      <a:pt x="31319" y="18955"/>
                    </a:lnTo>
                    <a:cubicBezTo>
                      <a:pt x="31532" y="18955"/>
                      <a:pt x="31711" y="19029"/>
                      <a:pt x="31858" y="19176"/>
                    </a:cubicBezTo>
                    <a:cubicBezTo>
                      <a:pt x="32007" y="19323"/>
                      <a:pt x="32080" y="19503"/>
                      <a:pt x="32080" y="19713"/>
                    </a:cubicBezTo>
                    <a:lnTo>
                      <a:pt x="32080" y="21672"/>
                    </a:lnTo>
                    <a:cubicBezTo>
                      <a:pt x="32080" y="21882"/>
                      <a:pt x="32007" y="22062"/>
                      <a:pt x="31858" y="22209"/>
                    </a:cubicBezTo>
                    <a:cubicBezTo>
                      <a:pt x="31711" y="22356"/>
                      <a:pt x="31532" y="22430"/>
                      <a:pt x="31319" y="22430"/>
                    </a:cubicBezTo>
                    <a:lnTo>
                      <a:pt x="28750" y="22430"/>
                    </a:lnTo>
                    <a:close/>
                    <a:moveTo>
                      <a:pt x="39682" y="22746"/>
                    </a:moveTo>
                    <a:cubicBezTo>
                      <a:pt x="38583" y="22746"/>
                      <a:pt x="37589" y="22536"/>
                      <a:pt x="36701" y="22114"/>
                    </a:cubicBezTo>
                    <a:cubicBezTo>
                      <a:pt x="35813" y="21672"/>
                      <a:pt x="35106" y="21092"/>
                      <a:pt x="34576" y="20377"/>
                    </a:cubicBezTo>
                    <a:cubicBezTo>
                      <a:pt x="34069" y="19639"/>
                      <a:pt x="33815" y="18817"/>
                      <a:pt x="33815" y="17913"/>
                    </a:cubicBezTo>
                    <a:cubicBezTo>
                      <a:pt x="33815" y="16439"/>
                      <a:pt x="34409" y="15269"/>
                      <a:pt x="35591" y="14406"/>
                    </a:cubicBezTo>
                    <a:cubicBezTo>
                      <a:pt x="36796" y="13521"/>
                      <a:pt x="38382" y="12932"/>
                      <a:pt x="40348" y="12637"/>
                    </a:cubicBezTo>
                    <a:lnTo>
                      <a:pt x="44693" y="12005"/>
                    </a:lnTo>
                    <a:lnTo>
                      <a:pt x="44693" y="11341"/>
                    </a:lnTo>
                    <a:cubicBezTo>
                      <a:pt x="44693" y="10457"/>
                      <a:pt x="44471" y="9772"/>
                      <a:pt x="44027" y="9288"/>
                    </a:cubicBezTo>
                    <a:cubicBezTo>
                      <a:pt x="43583" y="8803"/>
                      <a:pt x="42821" y="8561"/>
                      <a:pt x="41743" y="8561"/>
                    </a:cubicBezTo>
                    <a:cubicBezTo>
                      <a:pt x="40982" y="8561"/>
                      <a:pt x="40359" y="8719"/>
                      <a:pt x="39872" y="9035"/>
                    </a:cubicBezTo>
                    <a:cubicBezTo>
                      <a:pt x="39408" y="9330"/>
                      <a:pt x="39059" y="9730"/>
                      <a:pt x="38826" y="10236"/>
                    </a:cubicBezTo>
                    <a:cubicBezTo>
                      <a:pt x="38658" y="10509"/>
                      <a:pt x="38413" y="10646"/>
                      <a:pt x="38096" y="10646"/>
                    </a:cubicBezTo>
                    <a:lnTo>
                      <a:pt x="35591" y="10646"/>
                    </a:lnTo>
                    <a:cubicBezTo>
                      <a:pt x="35360" y="10646"/>
                      <a:pt x="35179" y="10583"/>
                      <a:pt x="35052" y="10457"/>
                    </a:cubicBezTo>
                    <a:cubicBezTo>
                      <a:pt x="34948" y="10330"/>
                      <a:pt x="34893" y="10162"/>
                      <a:pt x="34893" y="9951"/>
                    </a:cubicBezTo>
                    <a:cubicBezTo>
                      <a:pt x="34916" y="9614"/>
                      <a:pt x="35052" y="9204"/>
                      <a:pt x="35306" y="8719"/>
                    </a:cubicBezTo>
                    <a:cubicBezTo>
                      <a:pt x="35559" y="8235"/>
                      <a:pt x="35962" y="7772"/>
                      <a:pt x="36511" y="7329"/>
                    </a:cubicBezTo>
                    <a:cubicBezTo>
                      <a:pt x="37061" y="6866"/>
                      <a:pt x="37770" y="6476"/>
                      <a:pt x="38635" y="6160"/>
                    </a:cubicBezTo>
                    <a:cubicBezTo>
                      <a:pt x="39503" y="5844"/>
                      <a:pt x="40549" y="5687"/>
                      <a:pt x="41775" y="5687"/>
                    </a:cubicBezTo>
                    <a:cubicBezTo>
                      <a:pt x="43107" y="5687"/>
                      <a:pt x="44228" y="5855"/>
                      <a:pt x="45137" y="6192"/>
                    </a:cubicBezTo>
                    <a:cubicBezTo>
                      <a:pt x="46068" y="6508"/>
                      <a:pt x="46808" y="6940"/>
                      <a:pt x="47356" y="7487"/>
                    </a:cubicBezTo>
                    <a:cubicBezTo>
                      <a:pt x="47907" y="8035"/>
                      <a:pt x="48308" y="8677"/>
                      <a:pt x="48561" y="9414"/>
                    </a:cubicBezTo>
                    <a:cubicBezTo>
                      <a:pt x="48815" y="10152"/>
                      <a:pt x="48942" y="10931"/>
                      <a:pt x="48942" y="11752"/>
                    </a:cubicBezTo>
                    <a:lnTo>
                      <a:pt x="48942" y="21672"/>
                    </a:lnTo>
                    <a:cubicBezTo>
                      <a:pt x="48942" y="21882"/>
                      <a:pt x="48870" y="22062"/>
                      <a:pt x="48720" y="22209"/>
                    </a:cubicBezTo>
                    <a:cubicBezTo>
                      <a:pt x="48573" y="22356"/>
                      <a:pt x="48394" y="22430"/>
                      <a:pt x="48181" y="22430"/>
                    </a:cubicBezTo>
                    <a:lnTo>
                      <a:pt x="45612" y="22430"/>
                    </a:lnTo>
                    <a:cubicBezTo>
                      <a:pt x="45381" y="22430"/>
                      <a:pt x="45191" y="22356"/>
                      <a:pt x="45041" y="22209"/>
                    </a:cubicBezTo>
                    <a:cubicBezTo>
                      <a:pt x="44915" y="22062"/>
                      <a:pt x="44851" y="21882"/>
                      <a:pt x="44851" y="21672"/>
                    </a:cubicBezTo>
                    <a:lnTo>
                      <a:pt x="44851" y="20440"/>
                    </a:lnTo>
                    <a:cubicBezTo>
                      <a:pt x="44577" y="20839"/>
                      <a:pt x="44208" y="21218"/>
                      <a:pt x="43741" y="21577"/>
                    </a:cubicBezTo>
                    <a:cubicBezTo>
                      <a:pt x="43277" y="21913"/>
                      <a:pt x="42706" y="22198"/>
                      <a:pt x="42029" y="22430"/>
                    </a:cubicBezTo>
                    <a:cubicBezTo>
                      <a:pt x="41374" y="22640"/>
                      <a:pt x="40593" y="22746"/>
                      <a:pt x="39682" y="22746"/>
                    </a:cubicBezTo>
                    <a:close/>
                    <a:moveTo>
                      <a:pt x="40760" y="19745"/>
                    </a:moveTo>
                    <a:cubicBezTo>
                      <a:pt x="41501" y="19745"/>
                      <a:pt x="42167" y="19587"/>
                      <a:pt x="42758" y="19271"/>
                    </a:cubicBezTo>
                    <a:cubicBezTo>
                      <a:pt x="43372" y="18955"/>
                      <a:pt x="43848" y="18470"/>
                      <a:pt x="44185" y="17818"/>
                    </a:cubicBezTo>
                    <a:cubicBezTo>
                      <a:pt x="44545" y="17143"/>
                      <a:pt x="44724" y="16301"/>
                      <a:pt x="44724" y="15290"/>
                    </a:cubicBezTo>
                    <a:lnTo>
                      <a:pt x="44724" y="14627"/>
                    </a:lnTo>
                    <a:lnTo>
                      <a:pt x="41553" y="15132"/>
                    </a:lnTo>
                    <a:cubicBezTo>
                      <a:pt x="40307" y="15322"/>
                      <a:pt x="39376" y="15627"/>
                      <a:pt x="38762" y="16049"/>
                    </a:cubicBezTo>
                    <a:cubicBezTo>
                      <a:pt x="38151" y="16471"/>
                      <a:pt x="37843" y="16985"/>
                      <a:pt x="37843" y="17597"/>
                    </a:cubicBezTo>
                    <a:cubicBezTo>
                      <a:pt x="37843" y="18059"/>
                      <a:pt x="37981" y="18461"/>
                      <a:pt x="38255" y="18797"/>
                    </a:cubicBezTo>
                    <a:cubicBezTo>
                      <a:pt x="38552" y="19113"/>
                      <a:pt x="38921" y="19354"/>
                      <a:pt x="39365" y="19524"/>
                    </a:cubicBezTo>
                    <a:cubicBezTo>
                      <a:pt x="39809" y="19670"/>
                      <a:pt x="40275" y="19745"/>
                      <a:pt x="40760" y="19745"/>
                    </a:cubicBezTo>
                    <a:close/>
                    <a:moveTo>
                      <a:pt x="53771" y="22430"/>
                    </a:moveTo>
                    <a:cubicBezTo>
                      <a:pt x="53561" y="22430"/>
                      <a:pt x="53382" y="22356"/>
                      <a:pt x="53232" y="22209"/>
                    </a:cubicBezTo>
                    <a:cubicBezTo>
                      <a:pt x="53085" y="22062"/>
                      <a:pt x="53010" y="21882"/>
                      <a:pt x="53010" y="21672"/>
                    </a:cubicBezTo>
                    <a:lnTo>
                      <a:pt x="53010" y="6792"/>
                    </a:lnTo>
                    <a:cubicBezTo>
                      <a:pt x="53010" y="6560"/>
                      <a:pt x="53085" y="6371"/>
                      <a:pt x="53232" y="6224"/>
                    </a:cubicBezTo>
                    <a:cubicBezTo>
                      <a:pt x="53382" y="6076"/>
                      <a:pt x="53561" y="6002"/>
                      <a:pt x="53771" y="6002"/>
                    </a:cubicBezTo>
                    <a:lnTo>
                      <a:pt x="56340" y="6002"/>
                    </a:lnTo>
                    <a:cubicBezTo>
                      <a:pt x="56553" y="6002"/>
                      <a:pt x="56732" y="6076"/>
                      <a:pt x="56879" y="6224"/>
                    </a:cubicBezTo>
                    <a:cubicBezTo>
                      <a:pt x="57049" y="6371"/>
                      <a:pt x="57133" y="6560"/>
                      <a:pt x="57133" y="6792"/>
                    </a:cubicBezTo>
                    <a:lnTo>
                      <a:pt x="57133" y="8087"/>
                    </a:lnTo>
                    <a:cubicBezTo>
                      <a:pt x="57620" y="7413"/>
                      <a:pt x="58243" y="6898"/>
                      <a:pt x="59004" y="6539"/>
                    </a:cubicBezTo>
                    <a:cubicBezTo>
                      <a:pt x="59788" y="6181"/>
                      <a:pt x="60685" y="6002"/>
                      <a:pt x="61700" y="6002"/>
                    </a:cubicBezTo>
                    <a:lnTo>
                      <a:pt x="63000" y="6002"/>
                    </a:lnTo>
                    <a:cubicBezTo>
                      <a:pt x="63233" y="6002"/>
                      <a:pt x="63412" y="6076"/>
                      <a:pt x="63539" y="6224"/>
                    </a:cubicBezTo>
                    <a:cubicBezTo>
                      <a:pt x="63689" y="6371"/>
                      <a:pt x="63761" y="6550"/>
                      <a:pt x="63761" y="6761"/>
                    </a:cubicBezTo>
                    <a:lnTo>
                      <a:pt x="63761" y="9035"/>
                    </a:lnTo>
                    <a:cubicBezTo>
                      <a:pt x="63761" y="9246"/>
                      <a:pt x="63689" y="9425"/>
                      <a:pt x="63539" y="9572"/>
                    </a:cubicBezTo>
                    <a:cubicBezTo>
                      <a:pt x="63412" y="9720"/>
                      <a:pt x="63233" y="9793"/>
                      <a:pt x="63000" y="9793"/>
                    </a:cubicBezTo>
                    <a:lnTo>
                      <a:pt x="60526" y="9793"/>
                    </a:lnTo>
                    <a:cubicBezTo>
                      <a:pt x="59512" y="9793"/>
                      <a:pt x="58719" y="10078"/>
                      <a:pt x="58148" y="10646"/>
                    </a:cubicBezTo>
                    <a:cubicBezTo>
                      <a:pt x="57600" y="11215"/>
                      <a:pt x="57323" y="11994"/>
                      <a:pt x="57323" y="12984"/>
                    </a:cubicBezTo>
                    <a:lnTo>
                      <a:pt x="57323" y="21672"/>
                    </a:lnTo>
                    <a:cubicBezTo>
                      <a:pt x="57323" y="21882"/>
                      <a:pt x="57251" y="22062"/>
                      <a:pt x="57101" y="22209"/>
                    </a:cubicBezTo>
                    <a:cubicBezTo>
                      <a:pt x="56954" y="22356"/>
                      <a:pt x="56764" y="22430"/>
                      <a:pt x="56530" y="22430"/>
                    </a:cubicBezTo>
                    <a:lnTo>
                      <a:pt x="53771" y="22430"/>
                    </a:lnTo>
                    <a:close/>
                    <a:moveTo>
                      <a:pt x="73687" y="22430"/>
                    </a:moveTo>
                    <a:cubicBezTo>
                      <a:pt x="72419" y="22430"/>
                      <a:pt x="71352" y="22209"/>
                      <a:pt x="70484" y="21767"/>
                    </a:cubicBezTo>
                    <a:cubicBezTo>
                      <a:pt x="69619" y="21324"/>
                      <a:pt x="68973" y="20672"/>
                      <a:pt x="68550" y="19808"/>
                    </a:cubicBezTo>
                    <a:cubicBezTo>
                      <a:pt x="68128" y="18923"/>
                      <a:pt x="67915" y="17829"/>
                      <a:pt x="67915" y="16522"/>
                    </a:cubicBezTo>
                    <a:lnTo>
                      <a:pt x="67915" y="9351"/>
                    </a:lnTo>
                    <a:lnTo>
                      <a:pt x="65410" y="9351"/>
                    </a:lnTo>
                    <a:cubicBezTo>
                      <a:pt x="65199" y="9351"/>
                      <a:pt x="65021" y="9277"/>
                      <a:pt x="64871" y="9130"/>
                    </a:cubicBezTo>
                    <a:cubicBezTo>
                      <a:pt x="64724" y="8983"/>
                      <a:pt x="64649" y="8803"/>
                      <a:pt x="64649" y="8593"/>
                    </a:cubicBezTo>
                    <a:lnTo>
                      <a:pt x="64649" y="6761"/>
                    </a:lnTo>
                    <a:cubicBezTo>
                      <a:pt x="64649" y="6550"/>
                      <a:pt x="64724" y="6371"/>
                      <a:pt x="64871" y="6224"/>
                    </a:cubicBezTo>
                    <a:cubicBezTo>
                      <a:pt x="65021" y="6076"/>
                      <a:pt x="65199" y="6002"/>
                      <a:pt x="65410" y="6002"/>
                    </a:cubicBezTo>
                    <a:lnTo>
                      <a:pt x="67915" y="6002"/>
                    </a:lnTo>
                    <a:lnTo>
                      <a:pt x="67915" y="758"/>
                    </a:lnTo>
                    <a:cubicBezTo>
                      <a:pt x="67915" y="548"/>
                      <a:pt x="67979" y="368"/>
                      <a:pt x="68106" y="221"/>
                    </a:cubicBezTo>
                    <a:cubicBezTo>
                      <a:pt x="68255" y="74"/>
                      <a:pt x="68446" y="0"/>
                      <a:pt x="68677" y="0"/>
                    </a:cubicBezTo>
                    <a:lnTo>
                      <a:pt x="71245" y="0"/>
                    </a:lnTo>
                    <a:cubicBezTo>
                      <a:pt x="71458" y="0"/>
                      <a:pt x="71637" y="74"/>
                      <a:pt x="71784" y="221"/>
                    </a:cubicBezTo>
                    <a:cubicBezTo>
                      <a:pt x="71934" y="368"/>
                      <a:pt x="72006" y="548"/>
                      <a:pt x="72006" y="758"/>
                    </a:cubicBezTo>
                    <a:lnTo>
                      <a:pt x="72006" y="6002"/>
                    </a:lnTo>
                    <a:lnTo>
                      <a:pt x="75971" y="6002"/>
                    </a:lnTo>
                    <a:cubicBezTo>
                      <a:pt x="76183" y="6002"/>
                      <a:pt x="76362" y="6076"/>
                      <a:pt x="76510" y="6224"/>
                    </a:cubicBezTo>
                    <a:cubicBezTo>
                      <a:pt x="76659" y="6371"/>
                      <a:pt x="76732" y="6550"/>
                      <a:pt x="76732" y="6761"/>
                    </a:cubicBezTo>
                    <a:lnTo>
                      <a:pt x="76732" y="8593"/>
                    </a:lnTo>
                    <a:cubicBezTo>
                      <a:pt x="76732" y="8803"/>
                      <a:pt x="76659" y="8983"/>
                      <a:pt x="76510" y="9130"/>
                    </a:cubicBezTo>
                    <a:cubicBezTo>
                      <a:pt x="76362" y="9277"/>
                      <a:pt x="76183" y="9351"/>
                      <a:pt x="75971" y="9351"/>
                    </a:cubicBezTo>
                    <a:lnTo>
                      <a:pt x="72006" y="9351"/>
                    </a:lnTo>
                    <a:lnTo>
                      <a:pt x="72006" y="16207"/>
                    </a:lnTo>
                    <a:cubicBezTo>
                      <a:pt x="72006" y="17071"/>
                      <a:pt x="72156" y="17743"/>
                      <a:pt x="72450" y="18228"/>
                    </a:cubicBezTo>
                    <a:cubicBezTo>
                      <a:pt x="72767" y="18714"/>
                      <a:pt x="73307" y="18955"/>
                      <a:pt x="74068" y="18955"/>
                    </a:cubicBezTo>
                    <a:lnTo>
                      <a:pt x="76256" y="18955"/>
                    </a:lnTo>
                    <a:cubicBezTo>
                      <a:pt x="76469" y="18955"/>
                      <a:pt x="76648" y="19029"/>
                      <a:pt x="76795" y="19176"/>
                    </a:cubicBezTo>
                    <a:cubicBezTo>
                      <a:pt x="76945" y="19323"/>
                      <a:pt x="77017" y="19503"/>
                      <a:pt x="77017" y="19713"/>
                    </a:cubicBezTo>
                    <a:lnTo>
                      <a:pt x="77017" y="21672"/>
                    </a:lnTo>
                    <a:cubicBezTo>
                      <a:pt x="77017" y="21882"/>
                      <a:pt x="76945" y="22062"/>
                      <a:pt x="76795" y="22209"/>
                    </a:cubicBezTo>
                    <a:cubicBezTo>
                      <a:pt x="76648" y="22356"/>
                      <a:pt x="76469" y="22430"/>
                      <a:pt x="76256" y="22430"/>
                    </a:cubicBezTo>
                    <a:lnTo>
                      <a:pt x="73687" y="22430"/>
                    </a:lnTo>
                    <a:close/>
                  </a:path>
                </a:pathLst>
              </a:custGeom>
              <a:solidFill>
                <a:srgbClr val="273749"/>
              </a:solid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sp>
            <p:nvSpPr>
              <p:cNvPr id="196" name="Freeform 195">
                <a:extLst>
                  <a:ext uri="{FF2B5EF4-FFF2-40B4-BE49-F238E27FC236}">
                    <a16:creationId xmlns:a16="http://schemas.microsoft.com/office/drawing/2014/main" id="{DAAFEA76-25F4-3E27-2191-AC62C151FEAD}"/>
                  </a:ext>
                </a:extLst>
              </p:cNvPr>
              <p:cNvSpPr/>
              <p:nvPr/>
            </p:nvSpPr>
            <p:spPr>
              <a:xfrm>
                <a:off x="2502179" y="5275376"/>
                <a:ext cx="36245" cy="40621"/>
              </a:xfrm>
              <a:custGeom>
                <a:avLst/>
                <a:gdLst>
                  <a:gd name="csX0" fmla="*/ 0 w 36245"/>
                  <a:gd name="csY0" fmla="*/ 4514 h 40621"/>
                  <a:gd name="csX1" fmla="*/ 609 w 36245"/>
                  <a:gd name="csY1" fmla="*/ 2253 h 40621"/>
                  <a:gd name="csX2" fmla="*/ 2274 w 36245"/>
                  <a:gd name="csY2" fmla="*/ 600 h 40621"/>
                  <a:gd name="csX3" fmla="*/ 4546 w 36245"/>
                  <a:gd name="csY3" fmla="*/ 0 h 40621"/>
                  <a:gd name="csX4" fmla="*/ 6814 w 36245"/>
                  <a:gd name="csY4" fmla="*/ 615 h 40621"/>
                  <a:gd name="csX5" fmla="*/ 33989 w 36245"/>
                  <a:gd name="csY5" fmla="*/ 16407 h 40621"/>
                  <a:gd name="csX6" fmla="*/ 35641 w 36245"/>
                  <a:gd name="csY6" fmla="*/ 18056 h 40621"/>
                  <a:gd name="csX7" fmla="*/ 36246 w 36245"/>
                  <a:gd name="csY7" fmla="*/ 20306 h 40621"/>
                  <a:gd name="csX8" fmla="*/ 35645 w 36245"/>
                  <a:gd name="csY8" fmla="*/ 22557 h 40621"/>
                  <a:gd name="csX9" fmla="*/ 33996 w 36245"/>
                  <a:gd name="csY9" fmla="*/ 24210 h 40621"/>
                  <a:gd name="csX10" fmla="*/ 6814 w 36245"/>
                  <a:gd name="csY10" fmla="*/ 40005 h 40621"/>
                  <a:gd name="csX11" fmla="*/ 4546 w 36245"/>
                  <a:gd name="csY11" fmla="*/ 40621 h 40621"/>
                  <a:gd name="csX12" fmla="*/ 2274 w 36245"/>
                  <a:gd name="csY12" fmla="*/ 40021 h 40621"/>
                  <a:gd name="csX13" fmla="*/ 609 w 36245"/>
                  <a:gd name="csY13" fmla="*/ 38367 h 40621"/>
                  <a:gd name="csX14" fmla="*/ 0 w 36245"/>
                  <a:gd name="csY14" fmla="*/ 36106 h 40621"/>
                  <a:gd name="csX15" fmla="*/ 0 w 36245"/>
                  <a:gd name="csY15" fmla="*/ 4514 h 4062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6245" h="40621">
                    <a:moveTo>
                      <a:pt x="0" y="4514"/>
                    </a:moveTo>
                    <a:cubicBezTo>
                      <a:pt x="0" y="3720"/>
                      <a:pt x="211" y="2940"/>
                      <a:pt x="609" y="2253"/>
                    </a:cubicBezTo>
                    <a:cubicBezTo>
                      <a:pt x="1008" y="1566"/>
                      <a:pt x="1583" y="995"/>
                      <a:pt x="2274" y="600"/>
                    </a:cubicBezTo>
                    <a:cubicBezTo>
                      <a:pt x="2965" y="204"/>
                      <a:pt x="3749" y="-3"/>
                      <a:pt x="4546" y="0"/>
                    </a:cubicBezTo>
                    <a:cubicBezTo>
                      <a:pt x="5344" y="3"/>
                      <a:pt x="6125" y="215"/>
                      <a:pt x="6814" y="615"/>
                    </a:cubicBezTo>
                    <a:lnTo>
                      <a:pt x="33989" y="16407"/>
                    </a:lnTo>
                    <a:cubicBezTo>
                      <a:pt x="34676" y="16803"/>
                      <a:pt x="35244" y="17372"/>
                      <a:pt x="35641" y="18056"/>
                    </a:cubicBezTo>
                    <a:cubicBezTo>
                      <a:pt x="36037" y="18740"/>
                      <a:pt x="36246" y="19516"/>
                      <a:pt x="36246" y="20306"/>
                    </a:cubicBezTo>
                    <a:cubicBezTo>
                      <a:pt x="36248" y="21096"/>
                      <a:pt x="36039" y="21872"/>
                      <a:pt x="35645" y="22557"/>
                    </a:cubicBezTo>
                    <a:cubicBezTo>
                      <a:pt x="35249" y="23242"/>
                      <a:pt x="34680" y="23812"/>
                      <a:pt x="33996" y="24210"/>
                    </a:cubicBezTo>
                    <a:lnTo>
                      <a:pt x="6814" y="40005"/>
                    </a:lnTo>
                    <a:cubicBezTo>
                      <a:pt x="6125" y="40405"/>
                      <a:pt x="5344" y="40617"/>
                      <a:pt x="4546" y="40621"/>
                    </a:cubicBezTo>
                    <a:cubicBezTo>
                      <a:pt x="3749" y="40624"/>
                      <a:pt x="2965" y="40416"/>
                      <a:pt x="2274" y="40021"/>
                    </a:cubicBezTo>
                    <a:cubicBezTo>
                      <a:pt x="1583" y="39626"/>
                      <a:pt x="1008" y="39055"/>
                      <a:pt x="609" y="38367"/>
                    </a:cubicBezTo>
                    <a:cubicBezTo>
                      <a:pt x="211" y="37681"/>
                      <a:pt x="0" y="36900"/>
                      <a:pt x="0" y="36106"/>
                    </a:cubicBezTo>
                    <a:lnTo>
                      <a:pt x="0" y="4514"/>
                    </a:lnTo>
                    <a:close/>
                  </a:path>
                </a:pathLst>
              </a:custGeom>
              <a:noFill/>
              <a:ln w="6350" cap="flat">
                <a:noFill/>
                <a:prstDash val="solid"/>
                <a:miter/>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A3B5E"/>
                  </a:solidFill>
                  <a:effectLst/>
                  <a:uLnTx/>
                  <a:uFillTx/>
                  <a:latin typeface="Segoe UI"/>
                  <a:ea typeface="+mn-ea"/>
                  <a:cs typeface="+mn-cs"/>
                </a:endParaRPr>
              </a:p>
            </p:txBody>
          </p:sp>
        </p:grpSp>
        <p:sp>
          <p:nvSpPr>
            <p:cNvPr id="44" name="Rectangle 43">
              <a:extLst>
                <a:ext uri="{FF2B5EF4-FFF2-40B4-BE49-F238E27FC236}">
                  <a16:creationId xmlns:a16="http://schemas.microsoft.com/office/drawing/2014/main" id="{C453E885-4039-AFF8-4B5F-F3D14FAEFD7B}"/>
                </a:ext>
              </a:extLst>
            </p:cNvPr>
            <p:cNvSpPr/>
            <p:nvPr/>
          </p:nvSpPr>
          <p:spPr>
            <a:xfrm>
              <a:off x="8821770" y="5312089"/>
              <a:ext cx="956368"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Workflows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Dynamic Agent Orchestration</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Event Driven</a:t>
              </a:r>
            </a:p>
          </p:txBody>
        </p:sp>
      </p:grpSp>
      <p:grpSp>
        <p:nvGrpSpPr>
          <p:cNvPr id="199" name="Group 198">
            <a:extLst>
              <a:ext uri="{FF2B5EF4-FFF2-40B4-BE49-F238E27FC236}">
                <a16:creationId xmlns:a16="http://schemas.microsoft.com/office/drawing/2014/main" id="{23405259-CB65-817D-F802-007044D5F016}"/>
              </a:ext>
            </a:extLst>
          </p:cNvPr>
          <p:cNvGrpSpPr/>
          <p:nvPr/>
        </p:nvGrpSpPr>
        <p:grpSpPr>
          <a:xfrm>
            <a:off x="4520850" y="2123684"/>
            <a:ext cx="3011862" cy="1335555"/>
            <a:chOff x="4520850" y="2123684"/>
            <a:chExt cx="3011862" cy="1335555"/>
          </a:xfrm>
        </p:grpSpPr>
        <p:pic>
          <p:nvPicPr>
            <p:cNvPr id="200" name="Picture 199">
              <a:extLst>
                <a:ext uri="{FF2B5EF4-FFF2-40B4-BE49-F238E27FC236}">
                  <a16:creationId xmlns:a16="http://schemas.microsoft.com/office/drawing/2014/main" id="{ED8755E4-3E75-8B55-439A-A94E9BB27102}"/>
                </a:ext>
              </a:extLst>
            </p:cNvPr>
            <p:cNvPicPr>
              <a:picLocks/>
            </p:cNvPicPr>
            <p:nvPr/>
          </p:nvPicPr>
          <p:blipFill>
            <a:blip r:embed="rId5">
              <a:extLst>
                <a:ext uri="{28A0092B-C50C-407E-A947-70E740481C1C}">
                  <a14:useLocalDpi xmlns:a14="http://schemas.microsoft.com/office/drawing/2010/main" val="0"/>
                </a:ext>
              </a:extLst>
            </a:blip>
            <a:srcRect/>
            <a:stretch/>
          </p:blipFill>
          <p:spPr>
            <a:xfrm>
              <a:off x="5521032" y="2123684"/>
              <a:ext cx="2011680" cy="1335555"/>
            </a:xfrm>
            <a:prstGeom prst="rect">
              <a:avLst/>
            </a:prstGeom>
            <a:gradFill flip="none" rotWithShape="1">
              <a:gsLst>
                <a:gs pos="0">
                  <a:schemeClr val="accent1">
                    <a:tint val="66000"/>
                    <a:satMod val="160000"/>
                  </a:schemeClr>
                </a:gs>
                <a:gs pos="50000">
                  <a:schemeClr val="accent1">
                    <a:tint val="44500"/>
                    <a:satMod val="160000"/>
                  </a:schemeClr>
                </a:gs>
                <a:gs pos="100000">
                  <a:schemeClr val="accent1">
                    <a:tint val="23500"/>
                    <a:satMod val="160000"/>
                  </a:schemeClr>
                </a:gs>
              </a:gsLst>
              <a:lin ang="2700000" scaled="1"/>
              <a:tileRect/>
            </a:gradFill>
            <a:ln w="6350">
              <a:noFill/>
            </a:ln>
            <a:effectLst>
              <a:outerShdw blurRad="63500" sx="102000" sy="102000" algn="ctr" rotWithShape="0">
                <a:prstClr val="black">
                  <a:alpha val="40000"/>
                </a:prstClr>
              </a:outerShdw>
            </a:effectLst>
          </p:spPr>
        </p:pic>
        <p:sp>
          <p:nvSpPr>
            <p:cNvPr id="201" name="Rectangle 200">
              <a:extLst>
                <a:ext uri="{FF2B5EF4-FFF2-40B4-BE49-F238E27FC236}">
                  <a16:creationId xmlns:a16="http://schemas.microsoft.com/office/drawing/2014/main" id="{414DFAD4-52C4-35FA-FEEB-A5423532DB11}"/>
                </a:ext>
              </a:extLst>
            </p:cNvPr>
            <p:cNvSpPr/>
            <p:nvPr/>
          </p:nvSpPr>
          <p:spPr>
            <a:xfrm>
              <a:off x="4520850" y="2221614"/>
              <a:ext cx="931608" cy="1207385"/>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Built-in real-time data Connectors </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Pro-code to build your own Connectors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Pre-built Tools</a:t>
              </a:r>
            </a:p>
            <a:p>
              <a:pPr marL="171450" marR="0" lvl="0" indent="-171450" algn="l" defTabSz="876300" rtl="0" eaLnBrk="1" fontAlgn="auto" latinLnBrk="0" hangingPunct="0">
                <a:lnSpc>
                  <a:spcPct val="80000"/>
                </a:lnSpc>
                <a:spcBef>
                  <a:spcPts val="0"/>
                </a:spcBef>
                <a:spcAft>
                  <a:spcPts val="600"/>
                </a:spcAft>
                <a:buClrTx/>
                <a:buSzTx/>
                <a:buFont typeface="Arial" panose="020B0604020202020204" pitchFamily="34" charset="0"/>
                <a:buChar char="•"/>
                <a:tabLst/>
                <a:defRPr/>
              </a:pPr>
              <a:endParaRPr kumimoji="0" lang="en-US" sz="1050" b="1" i="0" u="none" strike="noStrike" kern="0" cap="none" spc="0" normalizeH="0" baseline="0" noProof="0">
                <a:ln>
                  <a:noFill/>
                </a:ln>
                <a:solidFill>
                  <a:srgbClr val="0A3B5E"/>
                </a:solidFill>
                <a:effectLst/>
                <a:uLnTx/>
                <a:uFillTx/>
                <a:latin typeface="Segoe UI"/>
                <a:ea typeface="+mn-ea"/>
                <a:cs typeface="Gill Sans"/>
              </a:endParaRPr>
            </a:p>
          </p:txBody>
        </p:sp>
      </p:grpSp>
      <p:grpSp>
        <p:nvGrpSpPr>
          <p:cNvPr id="205" name="Group 204">
            <a:extLst>
              <a:ext uri="{FF2B5EF4-FFF2-40B4-BE49-F238E27FC236}">
                <a16:creationId xmlns:a16="http://schemas.microsoft.com/office/drawing/2014/main" id="{14E42968-9619-4377-01A3-DFBA19B8A2FF}"/>
              </a:ext>
            </a:extLst>
          </p:cNvPr>
          <p:cNvGrpSpPr/>
          <p:nvPr/>
        </p:nvGrpSpPr>
        <p:grpSpPr>
          <a:xfrm>
            <a:off x="373960" y="5202149"/>
            <a:ext cx="3101272" cy="1300656"/>
            <a:chOff x="373960" y="5202149"/>
            <a:chExt cx="3101272" cy="1300656"/>
          </a:xfrm>
        </p:grpSpPr>
        <p:pic>
          <p:nvPicPr>
            <p:cNvPr id="206" name="Picture 205" descr="A diagram of a process&#10;&#10;AI-generated content may be incorrect.">
              <a:extLst>
                <a:ext uri="{FF2B5EF4-FFF2-40B4-BE49-F238E27FC236}">
                  <a16:creationId xmlns:a16="http://schemas.microsoft.com/office/drawing/2014/main" id="{151D8555-6D3C-BA81-4E02-41828C1DD880}"/>
                </a:ext>
              </a:extLst>
            </p:cNvPr>
            <p:cNvPicPr>
              <a:picLocks/>
            </p:cNvPicPr>
            <p:nvPr/>
          </p:nvPicPr>
          <p:blipFill>
            <a:blip r:embed="rId6">
              <a:extLst>
                <a:ext uri="{28A0092B-C50C-407E-A947-70E740481C1C}">
                  <a14:useLocalDpi xmlns:a14="http://schemas.microsoft.com/office/drawing/2010/main" val="0"/>
                </a:ext>
              </a:extLst>
            </a:blip>
            <a:srcRect t="103" b="-1"/>
            <a:stretch>
              <a:fillRect/>
            </a:stretch>
          </p:blipFill>
          <p:spPr>
            <a:xfrm>
              <a:off x="1347992" y="5202149"/>
              <a:ext cx="2127240" cy="1300656"/>
            </a:xfrm>
            <a:prstGeom prst="rect">
              <a:avLst/>
            </a:prstGeom>
            <a:ln w="6350">
              <a:noFill/>
            </a:ln>
            <a:effectLst>
              <a:outerShdw blurRad="63500" sx="102000" sy="102000" algn="ctr" rotWithShape="0">
                <a:prstClr val="black">
                  <a:alpha val="40000"/>
                </a:prstClr>
              </a:outerShdw>
            </a:effectLst>
          </p:spPr>
        </p:pic>
        <p:sp>
          <p:nvSpPr>
            <p:cNvPr id="207" name="Rectangle 206">
              <a:extLst>
                <a:ext uri="{FF2B5EF4-FFF2-40B4-BE49-F238E27FC236}">
                  <a16:creationId xmlns:a16="http://schemas.microsoft.com/office/drawing/2014/main" id="{D3D168BE-4785-EC29-3382-25F42A9CD786}"/>
                </a:ext>
              </a:extLst>
            </p:cNvPr>
            <p:cNvSpPr/>
            <p:nvPr/>
          </p:nvSpPr>
          <p:spPr>
            <a:xfrm>
              <a:off x="373960" y="5312089"/>
              <a:ext cx="854592"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Human in the Loop (chat approvals)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900" b="0" i="0" u="none" strike="noStrike" kern="1200" cap="none" spc="0" normalizeH="0" baseline="0" noProof="0">
                <a:ln>
                  <a:noFill/>
                </a:ln>
                <a:solidFill>
                  <a:srgbClr val="0A3B5E">
                    <a:lumMod val="50000"/>
                  </a:srgbClr>
                </a:solidFill>
                <a:effectLst/>
                <a:uLnTx/>
                <a:uFillTx/>
                <a:latin typeface="Segoe UI"/>
                <a:ea typeface="+mn-ea"/>
                <a:cs typeface="+mn-cs"/>
              </a:endParaRPr>
            </a:p>
          </p:txBody>
        </p:sp>
      </p:grpSp>
      <p:sp>
        <p:nvSpPr>
          <p:cNvPr id="208" name="Rectangle: Rounded Corners 37">
            <a:extLst>
              <a:ext uri="{FF2B5EF4-FFF2-40B4-BE49-F238E27FC236}">
                <a16:creationId xmlns:a16="http://schemas.microsoft.com/office/drawing/2014/main" id="{41DF1006-4753-1714-5A30-7D9EF596E043}"/>
              </a:ext>
            </a:extLst>
          </p:cNvPr>
          <p:cNvSpPr/>
          <p:nvPr/>
        </p:nvSpPr>
        <p:spPr>
          <a:xfrm>
            <a:off x="4520849" y="4277116"/>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TEAMWORK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CA" sz="1400" b="0" i="0" u="none" strike="noStrike" kern="1200" cap="none" spc="0" normalizeH="0" baseline="0" noProof="0">
                <a:ln>
                  <a:noFill/>
                </a:ln>
                <a:solidFill>
                  <a:prstClr val="white"/>
                </a:solidFill>
                <a:effectLst/>
                <a:uLnTx/>
                <a:uFillTx/>
                <a:latin typeface="Segoe UI"/>
                <a:ea typeface="+mn-ea"/>
                <a:cs typeface="+mn-cs"/>
              </a:rPr>
              <a:t>✓ Event-triggered incident:</a:t>
            </a:r>
            <a:br>
              <a:rPr kumimoji="0" lang="en-CA" sz="1400" b="0" i="0" u="none" strike="noStrike" kern="1200" cap="none" spc="0" normalizeH="0" baseline="0" noProof="0">
                <a:ln>
                  <a:noFill/>
                </a:ln>
                <a:solidFill>
                  <a:prstClr val="white"/>
                </a:solidFill>
                <a:effectLst/>
                <a:uLnTx/>
                <a:uFillTx/>
                <a:latin typeface="Segoe UI"/>
                <a:ea typeface="+mn-ea"/>
                <a:cs typeface="+mn-cs"/>
              </a:rPr>
            </a:br>
            <a:r>
              <a:rPr kumimoji="0" lang="en-CA" sz="1400" b="0" i="0" u="none" strike="noStrike" kern="1200" cap="none" spc="0" normalizeH="0" baseline="0" noProof="0">
                <a:ln>
                  <a:noFill/>
                </a:ln>
                <a:solidFill>
                  <a:prstClr val="white"/>
                </a:solidFill>
                <a:effectLst/>
                <a:uLnTx/>
                <a:uFillTx/>
                <a:latin typeface="Segoe UI"/>
                <a:ea typeface="+mn-ea"/>
                <a:cs typeface="+mn-cs"/>
              </a:rPr>
              <a:t>5 agents, 3 models</a:t>
            </a:r>
          </a:p>
        </p:txBody>
      </p:sp>
      <p:sp>
        <p:nvSpPr>
          <p:cNvPr id="209" name="Right Arrow 208">
            <a:extLst>
              <a:ext uri="{FF2B5EF4-FFF2-40B4-BE49-F238E27FC236}">
                <a16:creationId xmlns:a16="http://schemas.microsoft.com/office/drawing/2014/main" id="{2B6D5F86-753E-F5DA-E2F9-06A8670458D2}"/>
              </a:ext>
            </a:extLst>
          </p:cNvPr>
          <p:cNvSpPr/>
          <p:nvPr/>
        </p:nvSpPr>
        <p:spPr>
          <a:xfrm>
            <a:off x="3475232" y="4444181"/>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0" name="Rectangle: Rounded Corners 19">
            <a:extLst>
              <a:ext uri="{FF2B5EF4-FFF2-40B4-BE49-F238E27FC236}">
                <a16:creationId xmlns:a16="http://schemas.microsoft.com/office/drawing/2014/main" id="{243F1F20-0377-046E-9A0D-1A42D74461F5}"/>
              </a:ext>
            </a:extLst>
          </p:cNvPr>
          <p:cNvSpPr/>
          <p:nvPr/>
        </p:nvSpPr>
        <p:spPr>
          <a:xfrm>
            <a:off x="296944" y="4277116"/>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SUPERVISION</a:t>
            </a:r>
            <a:endParaRPr kumimoji="0" lang="en-US" sz="1800" b="1" i="0" u="none" strike="noStrike" kern="0" cap="none" spc="0" normalizeH="0" baseline="0" noProof="0">
              <a:ln>
                <a:noFill/>
              </a:ln>
              <a:solidFill>
                <a:srgbClr val="ABFF88"/>
              </a:solidFill>
              <a:effectLst/>
              <a:uLnTx/>
              <a:uFillTx/>
              <a:latin typeface="Segoe UI"/>
              <a:ea typeface="+mn-ea"/>
              <a:cs typeface="Gill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Not shown today (HITL: chat only)</a:t>
            </a:r>
          </a:p>
        </p:txBody>
      </p:sp>
      <p:sp>
        <p:nvSpPr>
          <p:cNvPr id="211" name="Right Arrow 40">
            <a:extLst>
              <a:ext uri="{FF2B5EF4-FFF2-40B4-BE49-F238E27FC236}">
                <a16:creationId xmlns:a16="http://schemas.microsoft.com/office/drawing/2014/main" id="{14695618-2191-1E14-AFE9-5F150361CABC}"/>
              </a:ext>
            </a:extLst>
          </p:cNvPr>
          <p:cNvSpPr/>
          <p:nvPr/>
        </p:nvSpPr>
        <p:spPr>
          <a:xfrm rot="5400000">
            <a:off x="980418" y="4033031"/>
            <a:ext cx="448017"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2" name="Right Arrow 40">
            <a:extLst>
              <a:ext uri="{FF2B5EF4-FFF2-40B4-BE49-F238E27FC236}">
                <a16:creationId xmlns:a16="http://schemas.microsoft.com/office/drawing/2014/main" id="{E8BE9F0E-6460-29FB-FCF7-5981C0446E04}"/>
              </a:ext>
            </a:extLst>
          </p:cNvPr>
          <p:cNvSpPr/>
          <p:nvPr/>
        </p:nvSpPr>
        <p:spPr>
          <a:xfrm rot="10800000">
            <a:off x="1123950" y="3850872"/>
            <a:ext cx="10689952"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3" name="Right Arrow 212">
            <a:extLst>
              <a:ext uri="{FF2B5EF4-FFF2-40B4-BE49-F238E27FC236}">
                <a16:creationId xmlns:a16="http://schemas.microsoft.com/office/drawing/2014/main" id="{A63E32FB-E2EC-1C2F-DC73-60F9DBAA8497}"/>
              </a:ext>
            </a:extLst>
          </p:cNvPr>
          <p:cNvSpPr/>
          <p:nvPr/>
        </p:nvSpPr>
        <p:spPr>
          <a:xfrm rot="5400000">
            <a:off x="10745189" y="2841670"/>
            <a:ext cx="2141316"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4" name="Rectangle: Rounded Corners 15">
            <a:extLst>
              <a:ext uri="{FF2B5EF4-FFF2-40B4-BE49-F238E27FC236}">
                <a16:creationId xmlns:a16="http://schemas.microsoft.com/office/drawing/2014/main" id="{7CC19166-87B3-81C0-2F57-4153AFF38DD3}"/>
              </a:ext>
            </a:extLst>
          </p:cNvPr>
          <p:cNvSpPr/>
          <p:nvPr/>
        </p:nvSpPr>
        <p:spPr>
          <a:xfrm>
            <a:off x="8744754" y="1209285"/>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COACHING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 Schema skills, versioned</a:t>
            </a:r>
            <a:br>
              <a:rPr kumimoji="0" lang="en-US" sz="1400" b="0" i="0" u="none" strike="noStrike" kern="1200" cap="none" spc="0" normalizeH="0" baseline="0" noProof="0">
                <a:ln>
                  <a:noFill/>
                </a:ln>
                <a:solidFill>
                  <a:prstClr val="white"/>
                </a:solidFill>
                <a:effectLst/>
                <a:uLnTx/>
                <a:uFillTx/>
                <a:latin typeface="Segoe UI"/>
                <a:ea typeface="+mn-ea"/>
                <a:cs typeface="+mn-cs"/>
              </a:rPr>
            </a:br>
            <a:r>
              <a:rPr kumimoji="0" lang="en-US" sz="1400" b="0" i="0" u="none" strike="noStrike" kern="1200" cap="none" spc="0" normalizeH="0" baseline="0" noProof="0">
                <a:ln>
                  <a:noFill/>
                </a:ln>
                <a:solidFill>
                  <a:prstClr val="white"/>
                </a:solidFill>
                <a:effectLst/>
                <a:uLnTx/>
                <a:uFillTx/>
                <a:latin typeface="Segoe UI"/>
                <a:ea typeface="+mn-ea"/>
                <a:cs typeface="+mn-cs"/>
              </a:rPr>
              <a:t>in Git (retail-*-schema)</a:t>
            </a:r>
          </a:p>
        </p:txBody>
      </p:sp>
      <p:sp>
        <p:nvSpPr>
          <p:cNvPr id="215" name="Right Arrow 214">
            <a:extLst>
              <a:ext uri="{FF2B5EF4-FFF2-40B4-BE49-F238E27FC236}">
                <a16:creationId xmlns:a16="http://schemas.microsoft.com/office/drawing/2014/main" id="{9F11A10D-F39F-618E-C596-CA4D9F67E871}"/>
              </a:ext>
            </a:extLst>
          </p:cNvPr>
          <p:cNvSpPr/>
          <p:nvPr/>
        </p:nvSpPr>
        <p:spPr>
          <a:xfrm>
            <a:off x="7710193" y="1376350"/>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6" name="Rectangle: Rounded Corners 7">
            <a:extLst>
              <a:ext uri="{FF2B5EF4-FFF2-40B4-BE49-F238E27FC236}">
                <a16:creationId xmlns:a16="http://schemas.microsoft.com/office/drawing/2014/main" id="{54CF74A9-F6FF-239E-A65E-1FA1912FB828}"/>
              </a:ext>
            </a:extLst>
          </p:cNvPr>
          <p:cNvSpPr/>
          <p:nvPr/>
        </p:nvSpPr>
        <p:spPr>
          <a:xfrm>
            <a:off x="4520849" y="1209285"/>
            <a:ext cx="3200400" cy="914400"/>
          </a:xfrm>
          <a:prstGeom prst="roundRect">
            <a:avLst/>
          </a:prstGeom>
          <a:solidFill>
            <a:schemeClr val="tx1"/>
          </a:solidFill>
          <a:ln>
            <a:solidFill>
              <a:schemeClr val="tx1"/>
            </a:solid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ONBOARDING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 Bound to the MongoDB connector,</a:t>
            </a:r>
            <a:br>
              <a:rPr kumimoji="0" lang="en-US" sz="1400" b="0" i="0" u="none" strike="noStrike" kern="1200" cap="none" spc="0" normalizeH="0" baseline="0" noProof="0">
                <a:ln>
                  <a:noFill/>
                </a:ln>
                <a:solidFill>
                  <a:prstClr val="white"/>
                </a:solidFill>
                <a:effectLst/>
                <a:uLnTx/>
                <a:uFillTx/>
                <a:latin typeface="Segoe UI"/>
                <a:ea typeface="+mn-ea"/>
                <a:cs typeface="+mn-cs"/>
              </a:rPr>
            </a:br>
            <a:r>
              <a:rPr kumimoji="0" lang="en-US" sz="1400" b="0" i="0" u="none" strike="noStrike" kern="1200" cap="none" spc="0" normalizeH="0" baseline="0" noProof="0">
                <a:ln>
                  <a:noFill/>
                </a:ln>
                <a:solidFill>
                  <a:prstClr val="white"/>
                </a:solidFill>
                <a:effectLst/>
                <a:uLnTx/>
                <a:uFillTx/>
                <a:latin typeface="Segoe UI"/>
                <a:ea typeface="+mn-ea"/>
                <a:cs typeface="+mn-cs"/>
              </a:rPr>
              <a:t>read-only creds</a:t>
            </a:r>
          </a:p>
        </p:txBody>
      </p:sp>
      <p:sp>
        <p:nvSpPr>
          <p:cNvPr id="217" name="Right Arrow 216">
            <a:extLst>
              <a:ext uri="{FF2B5EF4-FFF2-40B4-BE49-F238E27FC236}">
                <a16:creationId xmlns:a16="http://schemas.microsoft.com/office/drawing/2014/main" id="{5537457A-FD8C-9DE1-115F-840FF2B68D0C}"/>
              </a:ext>
            </a:extLst>
          </p:cNvPr>
          <p:cNvSpPr/>
          <p:nvPr/>
        </p:nvSpPr>
        <p:spPr>
          <a:xfrm>
            <a:off x="3497344" y="1376350"/>
            <a:ext cx="1138156" cy="64008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18" name="Rectangle: Rounded Corners 2">
            <a:extLst>
              <a:ext uri="{FF2B5EF4-FFF2-40B4-BE49-F238E27FC236}">
                <a16:creationId xmlns:a16="http://schemas.microsoft.com/office/drawing/2014/main" id="{29167A28-F114-04BC-1110-822400B87D6C}"/>
              </a:ext>
            </a:extLst>
          </p:cNvPr>
          <p:cNvSpPr/>
          <p:nvPr/>
        </p:nvSpPr>
        <p:spPr>
          <a:xfrm>
            <a:off x="296944" y="1209285"/>
            <a:ext cx="3200400" cy="914400"/>
          </a:xfrm>
          <a:prstGeom prst="roundRect">
            <a:avLst/>
          </a:prstGeom>
          <a:solidFill>
            <a:schemeClr val="tx1"/>
          </a:solidFill>
          <a:ln>
            <a:solidFill>
              <a:schemeClr val="tx1"/>
            </a:solidFill>
          </a:ln>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182880" tIns="0" rIns="0" bIns="0" numCol="1" spcCol="38100" rtlCol="0" anchor="ctr" anchorCtr="0">
            <a:noAutofit/>
          </a:bodyPr>
          <a:lstStyle/>
          <a:p>
            <a:pPr marL="0" marR="0" lvl="0" indent="0" algn="l" defTabSz="876300" rtl="0" eaLnBrk="1" fontAlgn="auto" latinLnBrk="0" hangingPunct="0">
              <a:lnSpc>
                <a:spcPct val="80000"/>
              </a:lnSpc>
              <a:spcBef>
                <a:spcPts val="0"/>
              </a:spcBef>
              <a:spcAft>
                <a:spcPts val="0"/>
              </a:spcAft>
              <a:buClrTx/>
              <a:buSzTx/>
              <a:buFontTx/>
              <a:buNone/>
              <a:tabLst/>
              <a:defRPr/>
            </a:pPr>
            <a:r>
              <a:rPr kumimoji="0" lang="en-US" sz="2400" b="1" i="0" u="none" strike="noStrike" kern="0" cap="none" spc="0" normalizeH="0" baseline="0" noProof="0">
                <a:ln>
                  <a:noFill/>
                </a:ln>
                <a:solidFill>
                  <a:srgbClr val="ABFF88"/>
                </a:solidFill>
                <a:effectLst/>
                <a:uLnTx/>
                <a:uFillTx/>
                <a:latin typeface="Segoe UI"/>
                <a:ea typeface="+mn-ea"/>
                <a:cs typeface="Gill Sans"/>
              </a:rPr>
              <a:t>HIRING</a:t>
            </a:r>
            <a:endParaRPr kumimoji="0" lang="en-US" sz="1800" b="1" i="0" u="none" strike="noStrike" kern="0" cap="none" spc="0" normalizeH="0" baseline="0" noProof="0">
              <a:ln>
                <a:noFill/>
              </a:ln>
              <a:solidFill>
                <a:srgbClr val="ABFF88"/>
              </a:solidFill>
              <a:effectLst/>
              <a:uLnTx/>
              <a:uFillTx/>
              <a:latin typeface="Segoe UI"/>
              <a:ea typeface="+mn-ea"/>
              <a:cs typeface="Gill San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white"/>
                </a:solidFill>
                <a:effectLst/>
                <a:uLnTx/>
                <a:uFillTx/>
                <a:latin typeface="Segoe UI"/>
                <a:ea typeface="+mn-ea"/>
                <a:cs typeface="+mn-cs"/>
              </a:rPr>
              <a:t>✓ Job posting → POS analyst built live</a:t>
            </a:r>
          </a:p>
        </p:txBody>
      </p:sp>
      <p:sp>
        <p:nvSpPr>
          <p:cNvPr id="222" name="Right Arrow 221">
            <a:extLst>
              <a:ext uri="{FF2B5EF4-FFF2-40B4-BE49-F238E27FC236}">
                <a16:creationId xmlns:a16="http://schemas.microsoft.com/office/drawing/2014/main" id="{8E5417D9-C47C-F307-8708-A290A0F80EFF}"/>
              </a:ext>
            </a:extLst>
          </p:cNvPr>
          <p:cNvSpPr/>
          <p:nvPr/>
        </p:nvSpPr>
        <p:spPr>
          <a:xfrm rot="16200000">
            <a:off x="7338621" y="5651828"/>
            <a:ext cx="1648230" cy="26230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21" name="Right Arrow 40">
            <a:extLst>
              <a:ext uri="{FF2B5EF4-FFF2-40B4-BE49-F238E27FC236}">
                <a16:creationId xmlns:a16="http://schemas.microsoft.com/office/drawing/2014/main" id="{61A37126-C68E-0AD6-8985-4FC8B6F3785C}"/>
              </a:ext>
            </a:extLst>
          </p:cNvPr>
          <p:cNvSpPr/>
          <p:nvPr/>
        </p:nvSpPr>
        <p:spPr>
          <a:xfrm rot="10800000">
            <a:off x="8139631" y="6607093"/>
            <a:ext cx="3598480" cy="274320"/>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20" name="Right Arrow 219">
            <a:extLst>
              <a:ext uri="{FF2B5EF4-FFF2-40B4-BE49-F238E27FC236}">
                <a16:creationId xmlns:a16="http://schemas.microsoft.com/office/drawing/2014/main" id="{CBDBE015-2A4C-9785-1219-EE665D6C70A3}"/>
              </a:ext>
            </a:extLst>
          </p:cNvPr>
          <p:cNvSpPr/>
          <p:nvPr/>
        </p:nvSpPr>
        <p:spPr>
          <a:xfrm rot="5400000">
            <a:off x="11052588" y="5821784"/>
            <a:ext cx="1522832" cy="262301"/>
          </a:xfrm>
          <a:prstGeom prst="rightArrow">
            <a:avLst/>
          </a:prstGeom>
          <a:gradFill>
            <a:gsLst>
              <a:gs pos="0">
                <a:schemeClr val="accent2"/>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w="0"/>
              <a:solidFill>
                <a:srgbClr val="00C895"/>
              </a:solidFill>
              <a:effectLst>
                <a:outerShdw blurRad="38100" dist="25400" dir="5400000" algn="ctr" rotWithShape="0">
                  <a:srgbClr val="6E747A">
                    <a:alpha val="43000"/>
                  </a:srgbClr>
                </a:outerShdw>
              </a:effectLst>
              <a:uLnTx/>
              <a:uFillTx/>
              <a:latin typeface="Segoe UI"/>
              <a:ea typeface="+mn-ea"/>
              <a:cs typeface="+mn-cs"/>
            </a:endParaRPr>
          </a:p>
        </p:txBody>
      </p:sp>
      <p:sp>
        <p:nvSpPr>
          <p:cNvPr id="223" name="TextBox 222">
            <a:extLst>
              <a:ext uri="{FF2B5EF4-FFF2-40B4-BE49-F238E27FC236}">
                <a16:creationId xmlns:a16="http://schemas.microsoft.com/office/drawing/2014/main" id="{26ABD4BA-BA98-CC3F-6F41-407E25EF4C6E}"/>
              </a:ext>
            </a:extLst>
          </p:cNvPr>
          <p:cNvSpPr txBox="1"/>
          <p:nvPr/>
        </p:nvSpPr>
        <p:spPr>
          <a:xfrm>
            <a:off x="52552" y="5833241"/>
            <a:ext cx="0" cy="0"/>
          </a:xfrm>
          <a:prstGeom prst="rect">
            <a:avLst/>
          </a:prstGeom>
          <a:noFill/>
        </p:spPr>
        <p:txBody>
          <a:bodyPr wrap="non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A3B5E"/>
              </a:solidFill>
              <a:effectLst/>
              <a:uLnTx/>
              <a:uFillTx/>
              <a:latin typeface="Segoe UI"/>
              <a:ea typeface="+mn-ea"/>
              <a:cs typeface="+mn-cs"/>
            </a:endParaRPr>
          </a:p>
        </p:txBody>
      </p:sp>
      <p:grpSp>
        <p:nvGrpSpPr>
          <p:cNvPr id="4" name="Group 3">
            <a:extLst>
              <a:ext uri="{FF2B5EF4-FFF2-40B4-BE49-F238E27FC236}">
                <a16:creationId xmlns:a16="http://schemas.microsoft.com/office/drawing/2014/main" id="{14BE8F3C-779B-C772-8514-D8EDF6103DAC}"/>
              </a:ext>
            </a:extLst>
          </p:cNvPr>
          <p:cNvGrpSpPr/>
          <p:nvPr/>
        </p:nvGrpSpPr>
        <p:grpSpPr>
          <a:xfrm>
            <a:off x="8855829" y="5238429"/>
            <a:ext cx="2815384" cy="1321750"/>
            <a:chOff x="8855829" y="5238429"/>
            <a:chExt cx="2815384" cy="1321750"/>
          </a:xfrm>
        </p:grpSpPr>
        <p:pic>
          <p:nvPicPr>
            <p:cNvPr id="203" name="Picture 202">
              <a:extLst>
                <a:ext uri="{FF2B5EF4-FFF2-40B4-BE49-F238E27FC236}">
                  <a16:creationId xmlns:a16="http://schemas.microsoft.com/office/drawing/2014/main" id="{F2ADF3AC-14DD-3E10-127C-A78A0FFEA735}"/>
                </a:ext>
              </a:extLst>
            </p:cNvPr>
            <p:cNvPicPr>
              <a:picLocks/>
            </p:cNvPicPr>
            <p:nvPr/>
          </p:nvPicPr>
          <p:blipFill>
            <a:blip r:embed="rId7">
              <a:extLst>
                <a:ext uri="{28A0092B-C50C-407E-A947-70E740481C1C}">
                  <a14:useLocalDpi xmlns:a14="http://schemas.microsoft.com/office/drawing/2010/main" val="0"/>
                </a:ext>
              </a:extLst>
            </a:blip>
            <a:srcRect/>
            <a:stretch/>
          </p:blipFill>
          <p:spPr>
            <a:xfrm>
              <a:off x="9817536" y="5238429"/>
              <a:ext cx="586067" cy="1321750"/>
            </a:xfrm>
            <a:prstGeom prst="rect">
              <a:avLst/>
            </a:prstGeom>
            <a:ln w="6350">
              <a:noFill/>
            </a:ln>
            <a:effectLst>
              <a:outerShdw blurRad="63500" sx="102000" sy="102000" algn="ctr" rotWithShape="0">
                <a:prstClr val="black">
                  <a:alpha val="40000"/>
                </a:prstClr>
              </a:outerShdw>
            </a:effectLst>
          </p:spPr>
        </p:pic>
        <p:sp>
          <p:nvSpPr>
            <p:cNvPr id="204" name="Rectangle 203">
              <a:extLst>
                <a:ext uri="{FF2B5EF4-FFF2-40B4-BE49-F238E27FC236}">
                  <a16:creationId xmlns:a16="http://schemas.microsoft.com/office/drawing/2014/main" id="{8805F329-818B-447C-FD6F-A5942BD7D724}"/>
                </a:ext>
              </a:extLst>
            </p:cNvPr>
            <p:cNvSpPr/>
            <p:nvPr/>
          </p:nvSpPr>
          <p:spPr>
            <a:xfrm>
              <a:off x="8855829" y="5251803"/>
              <a:ext cx="854592" cy="914400"/>
            </a:xfrm>
            <a:prstGeom prst="rect">
              <a:avLst/>
            </a:prstGeom>
            <a:noFill/>
            <a:ln>
              <a:noFill/>
            </a:ln>
            <a:scene3d>
              <a:camera prst="orthographicFront"/>
              <a:lightRig rig="chilly" dir="t"/>
            </a:scene3d>
          </p:spPr>
          <p:style>
            <a:lnRef idx="0">
              <a:scrgbClr r="0" g="0" b="0"/>
            </a:lnRef>
            <a:fillRef idx="0">
              <a:scrgbClr r="0" g="0" b="0"/>
            </a:fillRef>
            <a:effectRef idx="0">
              <a:scrgbClr r="0" g="0" b="0"/>
            </a:effectRef>
            <a:fontRef idx="minor">
              <a:schemeClr val="lt1"/>
            </a:fontRef>
          </p:style>
          <p:txBody>
            <a:bodyPr rot="0" spcFirstLastPara="1" vertOverflow="overflow" horzOverflow="overflow" vert="horz" wrap="square" lIns="0" tIns="0" rIns="0" bIns="0" numCol="1" spcCol="38100" rtlCol="0" anchor="t" anchorCtr="0">
              <a:noAutofit/>
            </a:bodyPr>
            <a:lstStyle/>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Visualizer</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Online Evals</a:t>
              </a:r>
            </a:p>
            <a:p>
              <a:pPr marL="60325" marR="0" lvl="0" indent="-60325"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A3B5E">
                      <a:lumMod val="50000"/>
                    </a:srgbClr>
                  </a:solidFill>
                  <a:effectLst/>
                  <a:uLnTx/>
                  <a:uFillTx/>
                  <a:latin typeface="Segoe UI"/>
                  <a:ea typeface="+mn-ea"/>
                  <a:cs typeface="+mn-cs"/>
                </a:rPr>
                <a:t>Performance Telemetry</a:t>
              </a:r>
            </a:p>
          </p:txBody>
        </p:sp>
        <p:pic>
          <p:nvPicPr>
            <p:cNvPr id="2" name="Picture 2" descr="Amazon.com: Thumbs Up and Thumbs Down ...">
              <a:extLst>
                <a:ext uri="{FF2B5EF4-FFF2-40B4-BE49-F238E27FC236}">
                  <a16:creationId xmlns:a16="http://schemas.microsoft.com/office/drawing/2014/main" id="{911C8248-CC3C-9437-49B2-1D1CAE25060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562240" y="5312089"/>
              <a:ext cx="957280" cy="48015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OpenTelemetry">
              <a:extLst>
                <a:ext uri="{FF2B5EF4-FFF2-40B4-BE49-F238E27FC236}">
                  <a16:creationId xmlns:a16="http://schemas.microsoft.com/office/drawing/2014/main" id="{8DFBB832-4ED2-7DBB-587B-CD9E7AACA541}"/>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536803" y="5894675"/>
              <a:ext cx="1134410" cy="42347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390856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18"/>
                                        </p:tgtEl>
                                        <p:attrNameLst>
                                          <p:attrName>style.visibility</p:attrName>
                                        </p:attrNameLst>
                                      </p:cBhvr>
                                      <p:to>
                                        <p:strVal val="visible"/>
                                      </p:to>
                                    </p:set>
                                    <p:anim calcmode="lin" valueType="num">
                                      <p:cBhvr>
                                        <p:cTn id="7" dur="300" fill="hold"/>
                                        <p:tgtEl>
                                          <p:spTgt spid="218"/>
                                        </p:tgtEl>
                                        <p:attrNameLst>
                                          <p:attrName>ppt_w</p:attrName>
                                        </p:attrNameLst>
                                      </p:cBhvr>
                                      <p:tavLst>
                                        <p:tav tm="0">
                                          <p:val>
                                            <p:fltVal val="0"/>
                                          </p:val>
                                        </p:tav>
                                        <p:tav tm="100000">
                                          <p:val>
                                            <p:strVal val="#ppt_w"/>
                                          </p:val>
                                        </p:tav>
                                      </p:tavLst>
                                    </p:anim>
                                    <p:anim calcmode="lin" valueType="num">
                                      <p:cBhvr>
                                        <p:cTn id="8" dur="300" fill="hold"/>
                                        <p:tgtEl>
                                          <p:spTgt spid="218"/>
                                        </p:tgtEl>
                                        <p:attrNameLst>
                                          <p:attrName>ppt_h</p:attrName>
                                        </p:attrNameLst>
                                      </p:cBhvr>
                                      <p:tavLst>
                                        <p:tav tm="0">
                                          <p:val>
                                            <p:fltVal val="0"/>
                                          </p:val>
                                        </p:tav>
                                        <p:tav tm="100000">
                                          <p:val>
                                            <p:strVal val="#ppt_h"/>
                                          </p:val>
                                        </p:tav>
                                      </p:tavLst>
                                    </p:anim>
                                    <p:animEffect transition="in" filter="fade">
                                      <p:cBhvr>
                                        <p:cTn id="9" dur="300"/>
                                        <p:tgtEl>
                                          <p:spTgt spid="218"/>
                                        </p:tgtEl>
                                      </p:cBhvr>
                                    </p:animEffect>
                                  </p:childTnLst>
                                </p:cTn>
                              </p:par>
                            </p:childTnLst>
                          </p:cTn>
                        </p:par>
                        <p:par>
                          <p:cTn id="10" fill="hold">
                            <p:stCondLst>
                              <p:cond delay="300"/>
                            </p:stCondLst>
                            <p:childTnLst>
                              <p:par>
                                <p:cTn id="11" presetID="22" presetClass="entr" presetSubtype="1" fill="hold" nodeType="afterEffect">
                                  <p:stCondLst>
                                    <p:cond delay="0"/>
                                  </p:stCondLst>
                                  <p:childTnLst>
                                    <p:set>
                                      <p:cBhvr>
                                        <p:cTn id="12" dur="1" fill="hold">
                                          <p:stCondLst>
                                            <p:cond delay="0"/>
                                          </p:stCondLst>
                                        </p:cTn>
                                        <p:tgtEl>
                                          <p:spTgt spid="27"/>
                                        </p:tgtEl>
                                        <p:attrNameLst>
                                          <p:attrName>style.visibility</p:attrName>
                                        </p:attrNameLst>
                                      </p:cBhvr>
                                      <p:to>
                                        <p:strVal val="visible"/>
                                      </p:to>
                                    </p:set>
                                    <p:animEffect transition="in" filter="wipe(up)">
                                      <p:cBhvr>
                                        <p:cTn id="13" dur="300"/>
                                        <p:tgtEl>
                                          <p:spTgt spid="27"/>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217"/>
                                        </p:tgtEl>
                                        <p:attrNameLst>
                                          <p:attrName>style.visibility</p:attrName>
                                        </p:attrNameLst>
                                      </p:cBhvr>
                                      <p:to>
                                        <p:strVal val="visible"/>
                                      </p:to>
                                    </p:set>
                                    <p:animEffect transition="in" filter="wipe(left)">
                                      <p:cBhvr>
                                        <p:cTn id="18" dur="300"/>
                                        <p:tgtEl>
                                          <p:spTgt spid="217"/>
                                        </p:tgtEl>
                                      </p:cBhvr>
                                    </p:animEffect>
                                  </p:childTnLst>
                                </p:cTn>
                              </p:par>
                            </p:childTnLst>
                          </p:cTn>
                        </p:par>
                        <p:par>
                          <p:cTn id="19" fill="hold">
                            <p:stCondLst>
                              <p:cond delay="300"/>
                            </p:stCondLst>
                            <p:childTnLst>
                              <p:par>
                                <p:cTn id="20" presetID="53" presetClass="entr" presetSubtype="16" fill="hold" grpId="0" nodeType="afterEffect">
                                  <p:stCondLst>
                                    <p:cond delay="0"/>
                                  </p:stCondLst>
                                  <p:childTnLst>
                                    <p:set>
                                      <p:cBhvr>
                                        <p:cTn id="21" dur="1" fill="hold">
                                          <p:stCondLst>
                                            <p:cond delay="0"/>
                                          </p:stCondLst>
                                        </p:cTn>
                                        <p:tgtEl>
                                          <p:spTgt spid="216"/>
                                        </p:tgtEl>
                                        <p:attrNameLst>
                                          <p:attrName>style.visibility</p:attrName>
                                        </p:attrNameLst>
                                      </p:cBhvr>
                                      <p:to>
                                        <p:strVal val="visible"/>
                                      </p:to>
                                    </p:set>
                                    <p:anim calcmode="lin" valueType="num">
                                      <p:cBhvr>
                                        <p:cTn id="22" dur="300" fill="hold"/>
                                        <p:tgtEl>
                                          <p:spTgt spid="216"/>
                                        </p:tgtEl>
                                        <p:attrNameLst>
                                          <p:attrName>ppt_w</p:attrName>
                                        </p:attrNameLst>
                                      </p:cBhvr>
                                      <p:tavLst>
                                        <p:tav tm="0">
                                          <p:val>
                                            <p:fltVal val="0"/>
                                          </p:val>
                                        </p:tav>
                                        <p:tav tm="100000">
                                          <p:val>
                                            <p:strVal val="#ppt_w"/>
                                          </p:val>
                                        </p:tav>
                                      </p:tavLst>
                                    </p:anim>
                                    <p:anim calcmode="lin" valueType="num">
                                      <p:cBhvr>
                                        <p:cTn id="23" dur="300" fill="hold"/>
                                        <p:tgtEl>
                                          <p:spTgt spid="216"/>
                                        </p:tgtEl>
                                        <p:attrNameLst>
                                          <p:attrName>ppt_h</p:attrName>
                                        </p:attrNameLst>
                                      </p:cBhvr>
                                      <p:tavLst>
                                        <p:tav tm="0">
                                          <p:val>
                                            <p:fltVal val="0"/>
                                          </p:val>
                                        </p:tav>
                                        <p:tav tm="100000">
                                          <p:val>
                                            <p:strVal val="#ppt_h"/>
                                          </p:val>
                                        </p:tav>
                                      </p:tavLst>
                                    </p:anim>
                                    <p:animEffect transition="in" filter="fade">
                                      <p:cBhvr>
                                        <p:cTn id="24" dur="300"/>
                                        <p:tgtEl>
                                          <p:spTgt spid="216"/>
                                        </p:tgtEl>
                                      </p:cBhvr>
                                    </p:animEffect>
                                  </p:childTnLst>
                                </p:cTn>
                              </p:par>
                            </p:childTnLst>
                          </p:cTn>
                        </p:par>
                        <p:par>
                          <p:cTn id="25" fill="hold">
                            <p:stCondLst>
                              <p:cond delay="600"/>
                            </p:stCondLst>
                            <p:childTnLst>
                              <p:par>
                                <p:cTn id="26" presetID="22" presetClass="entr" presetSubtype="1" fill="hold" nodeType="afterEffect">
                                  <p:stCondLst>
                                    <p:cond delay="0"/>
                                  </p:stCondLst>
                                  <p:childTnLst>
                                    <p:set>
                                      <p:cBhvr>
                                        <p:cTn id="27" dur="1" fill="hold">
                                          <p:stCondLst>
                                            <p:cond delay="0"/>
                                          </p:stCondLst>
                                        </p:cTn>
                                        <p:tgtEl>
                                          <p:spTgt spid="199"/>
                                        </p:tgtEl>
                                        <p:attrNameLst>
                                          <p:attrName>style.visibility</p:attrName>
                                        </p:attrNameLst>
                                      </p:cBhvr>
                                      <p:to>
                                        <p:strVal val="visible"/>
                                      </p:to>
                                    </p:set>
                                    <p:animEffect transition="in" filter="wipe(up)">
                                      <p:cBhvr>
                                        <p:cTn id="28" dur="300"/>
                                        <p:tgtEl>
                                          <p:spTgt spid="19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215"/>
                                        </p:tgtEl>
                                        <p:attrNameLst>
                                          <p:attrName>style.visibility</p:attrName>
                                        </p:attrNameLst>
                                      </p:cBhvr>
                                      <p:to>
                                        <p:strVal val="visible"/>
                                      </p:to>
                                    </p:set>
                                    <p:animEffect transition="in" filter="wipe(left)">
                                      <p:cBhvr>
                                        <p:cTn id="33" dur="300"/>
                                        <p:tgtEl>
                                          <p:spTgt spid="215"/>
                                        </p:tgtEl>
                                      </p:cBhvr>
                                    </p:animEffect>
                                  </p:childTnLst>
                                </p:cTn>
                              </p:par>
                            </p:childTnLst>
                          </p:cTn>
                        </p:par>
                        <p:par>
                          <p:cTn id="34" fill="hold">
                            <p:stCondLst>
                              <p:cond delay="300"/>
                            </p:stCondLst>
                            <p:childTnLst>
                              <p:par>
                                <p:cTn id="35" presetID="53" presetClass="entr" presetSubtype="16" fill="hold" grpId="0" nodeType="afterEffect">
                                  <p:stCondLst>
                                    <p:cond delay="0"/>
                                  </p:stCondLst>
                                  <p:childTnLst>
                                    <p:set>
                                      <p:cBhvr>
                                        <p:cTn id="36" dur="1" fill="hold">
                                          <p:stCondLst>
                                            <p:cond delay="0"/>
                                          </p:stCondLst>
                                        </p:cTn>
                                        <p:tgtEl>
                                          <p:spTgt spid="214"/>
                                        </p:tgtEl>
                                        <p:attrNameLst>
                                          <p:attrName>style.visibility</p:attrName>
                                        </p:attrNameLst>
                                      </p:cBhvr>
                                      <p:to>
                                        <p:strVal val="visible"/>
                                      </p:to>
                                    </p:set>
                                    <p:anim calcmode="lin" valueType="num">
                                      <p:cBhvr>
                                        <p:cTn id="37" dur="300" fill="hold"/>
                                        <p:tgtEl>
                                          <p:spTgt spid="214"/>
                                        </p:tgtEl>
                                        <p:attrNameLst>
                                          <p:attrName>ppt_w</p:attrName>
                                        </p:attrNameLst>
                                      </p:cBhvr>
                                      <p:tavLst>
                                        <p:tav tm="0">
                                          <p:val>
                                            <p:fltVal val="0"/>
                                          </p:val>
                                        </p:tav>
                                        <p:tav tm="100000">
                                          <p:val>
                                            <p:strVal val="#ppt_w"/>
                                          </p:val>
                                        </p:tav>
                                      </p:tavLst>
                                    </p:anim>
                                    <p:anim calcmode="lin" valueType="num">
                                      <p:cBhvr>
                                        <p:cTn id="38" dur="300" fill="hold"/>
                                        <p:tgtEl>
                                          <p:spTgt spid="214"/>
                                        </p:tgtEl>
                                        <p:attrNameLst>
                                          <p:attrName>ppt_h</p:attrName>
                                        </p:attrNameLst>
                                      </p:cBhvr>
                                      <p:tavLst>
                                        <p:tav tm="0">
                                          <p:val>
                                            <p:fltVal val="0"/>
                                          </p:val>
                                        </p:tav>
                                        <p:tav tm="100000">
                                          <p:val>
                                            <p:strVal val="#ppt_h"/>
                                          </p:val>
                                        </p:tav>
                                      </p:tavLst>
                                    </p:anim>
                                    <p:animEffect transition="in" filter="fade">
                                      <p:cBhvr>
                                        <p:cTn id="39" dur="300"/>
                                        <p:tgtEl>
                                          <p:spTgt spid="214"/>
                                        </p:tgtEl>
                                      </p:cBhvr>
                                    </p:animEffect>
                                  </p:childTnLst>
                                </p:cTn>
                              </p:par>
                            </p:childTnLst>
                          </p:cTn>
                        </p:par>
                        <p:par>
                          <p:cTn id="40" fill="hold">
                            <p:stCondLst>
                              <p:cond delay="600"/>
                            </p:stCondLst>
                            <p:childTnLst>
                              <p:par>
                                <p:cTn id="41" presetID="22" presetClass="entr" presetSubtype="1" fill="hold" nodeType="afterEffect">
                                  <p:stCondLst>
                                    <p:cond delay="0"/>
                                  </p:stCondLst>
                                  <p:childTnLst>
                                    <p:set>
                                      <p:cBhvr>
                                        <p:cTn id="42" dur="1" fill="hold">
                                          <p:stCondLst>
                                            <p:cond delay="0"/>
                                          </p:stCondLst>
                                        </p:cTn>
                                        <p:tgtEl>
                                          <p:spTgt spid="35"/>
                                        </p:tgtEl>
                                        <p:attrNameLst>
                                          <p:attrName>style.visibility</p:attrName>
                                        </p:attrNameLst>
                                      </p:cBhvr>
                                      <p:to>
                                        <p:strVal val="visible"/>
                                      </p:to>
                                    </p:set>
                                    <p:animEffect transition="in" filter="wipe(up)">
                                      <p:cBhvr>
                                        <p:cTn id="43" dur="300"/>
                                        <p:tgtEl>
                                          <p:spTgt spid="35"/>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1" fill="hold" grpId="0" nodeType="clickEffect">
                                  <p:stCondLst>
                                    <p:cond delay="0"/>
                                  </p:stCondLst>
                                  <p:childTnLst>
                                    <p:set>
                                      <p:cBhvr>
                                        <p:cTn id="47" dur="1" fill="hold">
                                          <p:stCondLst>
                                            <p:cond delay="0"/>
                                          </p:stCondLst>
                                        </p:cTn>
                                        <p:tgtEl>
                                          <p:spTgt spid="213"/>
                                        </p:tgtEl>
                                        <p:attrNameLst>
                                          <p:attrName>style.visibility</p:attrName>
                                        </p:attrNameLst>
                                      </p:cBhvr>
                                      <p:to>
                                        <p:strVal val="visible"/>
                                      </p:to>
                                    </p:set>
                                    <p:animEffect transition="in" filter="wipe(up)">
                                      <p:cBhvr>
                                        <p:cTn id="48" dur="300"/>
                                        <p:tgtEl>
                                          <p:spTgt spid="213"/>
                                        </p:tgtEl>
                                      </p:cBhvr>
                                    </p:animEffect>
                                  </p:childTnLst>
                                </p:cTn>
                              </p:par>
                            </p:childTnLst>
                          </p:cTn>
                        </p:par>
                        <p:par>
                          <p:cTn id="49" fill="hold">
                            <p:stCondLst>
                              <p:cond delay="300"/>
                            </p:stCondLst>
                            <p:childTnLst>
                              <p:par>
                                <p:cTn id="50" presetID="22" presetClass="entr" presetSubtype="2" fill="hold" grpId="0" nodeType="afterEffect">
                                  <p:stCondLst>
                                    <p:cond delay="0"/>
                                  </p:stCondLst>
                                  <p:childTnLst>
                                    <p:set>
                                      <p:cBhvr>
                                        <p:cTn id="51" dur="1" fill="hold">
                                          <p:stCondLst>
                                            <p:cond delay="0"/>
                                          </p:stCondLst>
                                        </p:cTn>
                                        <p:tgtEl>
                                          <p:spTgt spid="212"/>
                                        </p:tgtEl>
                                        <p:attrNameLst>
                                          <p:attrName>style.visibility</p:attrName>
                                        </p:attrNameLst>
                                      </p:cBhvr>
                                      <p:to>
                                        <p:strVal val="visible"/>
                                      </p:to>
                                    </p:set>
                                    <p:animEffect transition="in" filter="wipe(right)">
                                      <p:cBhvr>
                                        <p:cTn id="52" dur="300"/>
                                        <p:tgtEl>
                                          <p:spTgt spid="212"/>
                                        </p:tgtEl>
                                      </p:cBhvr>
                                    </p:animEffect>
                                  </p:childTnLst>
                                </p:cTn>
                              </p:par>
                            </p:childTnLst>
                          </p:cTn>
                        </p:par>
                        <p:par>
                          <p:cTn id="53" fill="hold">
                            <p:stCondLst>
                              <p:cond delay="600"/>
                            </p:stCondLst>
                            <p:childTnLst>
                              <p:par>
                                <p:cTn id="54" presetID="22" presetClass="entr" presetSubtype="1" fill="hold" grpId="0" nodeType="afterEffect">
                                  <p:stCondLst>
                                    <p:cond delay="0"/>
                                  </p:stCondLst>
                                  <p:childTnLst>
                                    <p:set>
                                      <p:cBhvr>
                                        <p:cTn id="55" dur="1" fill="hold">
                                          <p:stCondLst>
                                            <p:cond delay="0"/>
                                          </p:stCondLst>
                                        </p:cTn>
                                        <p:tgtEl>
                                          <p:spTgt spid="211"/>
                                        </p:tgtEl>
                                        <p:attrNameLst>
                                          <p:attrName>style.visibility</p:attrName>
                                        </p:attrNameLst>
                                      </p:cBhvr>
                                      <p:to>
                                        <p:strVal val="visible"/>
                                      </p:to>
                                    </p:set>
                                    <p:animEffect transition="in" filter="wipe(up)">
                                      <p:cBhvr>
                                        <p:cTn id="56" dur="300"/>
                                        <p:tgtEl>
                                          <p:spTgt spid="211"/>
                                        </p:tgtEl>
                                      </p:cBhvr>
                                    </p:animEffect>
                                  </p:childTnLst>
                                </p:cTn>
                              </p:par>
                            </p:childTnLst>
                          </p:cTn>
                        </p:par>
                        <p:par>
                          <p:cTn id="57" fill="hold">
                            <p:stCondLst>
                              <p:cond delay="900"/>
                            </p:stCondLst>
                            <p:childTnLst>
                              <p:par>
                                <p:cTn id="58" presetID="53" presetClass="entr" presetSubtype="16" fill="hold" grpId="0" nodeType="afterEffect">
                                  <p:stCondLst>
                                    <p:cond delay="0"/>
                                  </p:stCondLst>
                                  <p:childTnLst>
                                    <p:set>
                                      <p:cBhvr>
                                        <p:cTn id="59" dur="1" fill="hold">
                                          <p:stCondLst>
                                            <p:cond delay="0"/>
                                          </p:stCondLst>
                                        </p:cTn>
                                        <p:tgtEl>
                                          <p:spTgt spid="210"/>
                                        </p:tgtEl>
                                        <p:attrNameLst>
                                          <p:attrName>style.visibility</p:attrName>
                                        </p:attrNameLst>
                                      </p:cBhvr>
                                      <p:to>
                                        <p:strVal val="visible"/>
                                      </p:to>
                                    </p:set>
                                    <p:anim calcmode="lin" valueType="num">
                                      <p:cBhvr>
                                        <p:cTn id="60" dur="300" fill="hold"/>
                                        <p:tgtEl>
                                          <p:spTgt spid="210"/>
                                        </p:tgtEl>
                                        <p:attrNameLst>
                                          <p:attrName>ppt_w</p:attrName>
                                        </p:attrNameLst>
                                      </p:cBhvr>
                                      <p:tavLst>
                                        <p:tav tm="0">
                                          <p:val>
                                            <p:fltVal val="0"/>
                                          </p:val>
                                        </p:tav>
                                        <p:tav tm="100000">
                                          <p:val>
                                            <p:strVal val="#ppt_w"/>
                                          </p:val>
                                        </p:tav>
                                      </p:tavLst>
                                    </p:anim>
                                    <p:anim calcmode="lin" valueType="num">
                                      <p:cBhvr>
                                        <p:cTn id="61" dur="300" fill="hold"/>
                                        <p:tgtEl>
                                          <p:spTgt spid="210"/>
                                        </p:tgtEl>
                                        <p:attrNameLst>
                                          <p:attrName>ppt_h</p:attrName>
                                        </p:attrNameLst>
                                      </p:cBhvr>
                                      <p:tavLst>
                                        <p:tav tm="0">
                                          <p:val>
                                            <p:fltVal val="0"/>
                                          </p:val>
                                        </p:tav>
                                        <p:tav tm="100000">
                                          <p:val>
                                            <p:strVal val="#ppt_h"/>
                                          </p:val>
                                        </p:tav>
                                      </p:tavLst>
                                    </p:anim>
                                    <p:animEffect transition="in" filter="fade">
                                      <p:cBhvr>
                                        <p:cTn id="62" dur="300"/>
                                        <p:tgtEl>
                                          <p:spTgt spid="210"/>
                                        </p:tgtEl>
                                      </p:cBhvr>
                                    </p:animEffect>
                                  </p:childTnLst>
                                </p:cTn>
                              </p:par>
                            </p:childTnLst>
                          </p:cTn>
                        </p:par>
                        <p:par>
                          <p:cTn id="63" fill="hold">
                            <p:stCondLst>
                              <p:cond delay="1200"/>
                            </p:stCondLst>
                            <p:childTnLst>
                              <p:par>
                                <p:cTn id="64" presetID="22" presetClass="entr" presetSubtype="1" fill="hold" nodeType="afterEffect">
                                  <p:stCondLst>
                                    <p:cond delay="0"/>
                                  </p:stCondLst>
                                  <p:childTnLst>
                                    <p:set>
                                      <p:cBhvr>
                                        <p:cTn id="65" dur="1" fill="hold">
                                          <p:stCondLst>
                                            <p:cond delay="0"/>
                                          </p:stCondLst>
                                        </p:cTn>
                                        <p:tgtEl>
                                          <p:spTgt spid="205"/>
                                        </p:tgtEl>
                                        <p:attrNameLst>
                                          <p:attrName>style.visibility</p:attrName>
                                        </p:attrNameLst>
                                      </p:cBhvr>
                                      <p:to>
                                        <p:strVal val="visible"/>
                                      </p:to>
                                    </p:set>
                                    <p:animEffect transition="in" filter="wipe(up)">
                                      <p:cBhvr>
                                        <p:cTn id="66" dur="300"/>
                                        <p:tgtEl>
                                          <p:spTgt spid="205"/>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09"/>
                                        </p:tgtEl>
                                        <p:attrNameLst>
                                          <p:attrName>style.visibility</p:attrName>
                                        </p:attrNameLst>
                                      </p:cBhvr>
                                      <p:to>
                                        <p:strVal val="visible"/>
                                      </p:to>
                                    </p:set>
                                    <p:animEffect transition="in" filter="wipe(left)">
                                      <p:cBhvr>
                                        <p:cTn id="71" dur="300"/>
                                        <p:tgtEl>
                                          <p:spTgt spid="209"/>
                                        </p:tgtEl>
                                      </p:cBhvr>
                                    </p:animEffect>
                                  </p:childTnLst>
                                </p:cTn>
                              </p:par>
                            </p:childTnLst>
                          </p:cTn>
                        </p:par>
                        <p:par>
                          <p:cTn id="72" fill="hold">
                            <p:stCondLst>
                              <p:cond delay="300"/>
                            </p:stCondLst>
                            <p:childTnLst>
                              <p:par>
                                <p:cTn id="73" presetID="53" presetClass="entr" presetSubtype="16" fill="hold" grpId="0" nodeType="afterEffect">
                                  <p:stCondLst>
                                    <p:cond delay="0"/>
                                  </p:stCondLst>
                                  <p:childTnLst>
                                    <p:set>
                                      <p:cBhvr>
                                        <p:cTn id="74" dur="1" fill="hold">
                                          <p:stCondLst>
                                            <p:cond delay="0"/>
                                          </p:stCondLst>
                                        </p:cTn>
                                        <p:tgtEl>
                                          <p:spTgt spid="208"/>
                                        </p:tgtEl>
                                        <p:attrNameLst>
                                          <p:attrName>style.visibility</p:attrName>
                                        </p:attrNameLst>
                                      </p:cBhvr>
                                      <p:to>
                                        <p:strVal val="visible"/>
                                      </p:to>
                                    </p:set>
                                    <p:anim calcmode="lin" valueType="num">
                                      <p:cBhvr>
                                        <p:cTn id="75" dur="300" fill="hold"/>
                                        <p:tgtEl>
                                          <p:spTgt spid="208"/>
                                        </p:tgtEl>
                                        <p:attrNameLst>
                                          <p:attrName>ppt_w</p:attrName>
                                        </p:attrNameLst>
                                      </p:cBhvr>
                                      <p:tavLst>
                                        <p:tav tm="0">
                                          <p:val>
                                            <p:fltVal val="0"/>
                                          </p:val>
                                        </p:tav>
                                        <p:tav tm="100000">
                                          <p:val>
                                            <p:strVal val="#ppt_w"/>
                                          </p:val>
                                        </p:tav>
                                      </p:tavLst>
                                    </p:anim>
                                    <p:anim calcmode="lin" valueType="num">
                                      <p:cBhvr>
                                        <p:cTn id="76" dur="300" fill="hold"/>
                                        <p:tgtEl>
                                          <p:spTgt spid="208"/>
                                        </p:tgtEl>
                                        <p:attrNameLst>
                                          <p:attrName>ppt_h</p:attrName>
                                        </p:attrNameLst>
                                      </p:cBhvr>
                                      <p:tavLst>
                                        <p:tav tm="0">
                                          <p:val>
                                            <p:fltVal val="0"/>
                                          </p:val>
                                        </p:tav>
                                        <p:tav tm="100000">
                                          <p:val>
                                            <p:strVal val="#ppt_h"/>
                                          </p:val>
                                        </p:tav>
                                      </p:tavLst>
                                    </p:anim>
                                    <p:animEffect transition="in" filter="fade">
                                      <p:cBhvr>
                                        <p:cTn id="77" dur="300"/>
                                        <p:tgtEl>
                                          <p:spTgt spid="208"/>
                                        </p:tgtEl>
                                      </p:cBhvr>
                                    </p:animEffect>
                                  </p:childTnLst>
                                </p:cTn>
                              </p:par>
                            </p:childTnLst>
                          </p:cTn>
                        </p:par>
                        <p:par>
                          <p:cTn id="78" fill="hold">
                            <p:stCondLst>
                              <p:cond delay="600"/>
                            </p:stCondLst>
                            <p:childTnLst>
                              <p:par>
                                <p:cTn id="79" presetID="22" presetClass="entr" presetSubtype="1" fill="hold" nodeType="afterEffect">
                                  <p:stCondLst>
                                    <p:cond delay="0"/>
                                  </p:stCondLst>
                                  <p:childTnLst>
                                    <p:set>
                                      <p:cBhvr>
                                        <p:cTn id="80" dur="1" fill="hold">
                                          <p:stCondLst>
                                            <p:cond delay="0"/>
                                          </p:stCondLst>
                                        </p:cTn>
                                        <p:tgtEl>
                                          <p:spTgt spid="40"/>
                                        </p:tgtEl>
                                        <p:attrNameLst>
                                          <p:attrName>style.visibility</p:attrName>
                                        </p:attrNameLst>
                                      </p:cBhvr>
                                      <p:to>
                                        <p:strVal val="visible"/>
                                      </p:to>
                                    </p:set>
                                    <p:animEffect transition="in" filter="wipe(up)">
                                      <p:cBhvr>
                                        <p:cTn id="81" dur="300"/>
                                        <p:tgtEl>
                                          <p:spTgt spid="40"/>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6"/>
                                        </p:tgtEl>
                                        <p:attrNameLst>
                                          <p:attrName>style.visibility</p:attrName>
                                        </p:attrNameLst>
                                      </p:cBhvr>
                                      <p:to>
                                        <p:strVal val="visible"/>
                                      </p:to>
                                    </p:set>
                                    <p:animEffect transition="in" filter="wipe(left)">
                                      <p:cBhvr>
                                        <p:cTn id="86" dur="300"/>
                                        <p:tgtEl>
                                          <p:spTgt spid="26"/>
                                        </p:tgtEl>
                                      </p:cBhvr>
                                    </p:animEffect>
                                  </p:childTnLst>
                                </p:cTn>
                              </p:par>
                            </p:childTnLst>
                          </p:cTn>
                        </p:par>
                        <p:par>
                          <p:cTn id="87" fill="hold">
                            <p:stCondLst>
                              <p:cond delay="300"/>
                            </p:stCondLst>
                            <p:childTnLst>
                              <p:par>
                                <p:cTn id="88" presetID="53" presetClass="entr" presetSubtype="16" fill="hold" grpId="0" nodeType="afterEffect">
                                  <p:stCondLst>
                                    <p:cond delay="0"/>
                                  </p:stCondLst>
                                  <p:childTnLst>
                                    <p:set>
                                      <p:cBhvr>
                                        <p:cTn id="89" dur="1" fill="hold">
                                          <p:stCondLst>
                                            <p:cond delay="0"/>
                                          </p:stCondLst>
                                        </p:cTn>
                                        <p:tgtEl>
                                          <p:spTgt spid="23"/>
                                        </p:tgtEl>
                                        <p:attrNameLst>
                                          <p:attrName>style.visibility</p:attrName>
                                        </p:attrNameLst>
                                      </p:cBhvr>
                                      <p:to>
                                        <p:strVal val="visible"/>
                                      </p:to>
                                    </p:set>
                                    <p:anim calcmode="lin" valueType="num">
                                      <p:cBhvr>
                                        <p:cTn id="90" dur="300" fill="hold"/>
                                        <p:tgtEl>
                                          <p:spTgt spid="23"/>
                                        </p:tgtEl>
                                        <p:attrNameLst>
                                          <p:attrName>ppt_w</p:attrName>
                                        </p:attrNameLst>
                                      </p:cBhvr>
                                      <p:tavLst>
                                        <p:tav tm="0">
                                          <p:val>
                                            <p:fltVal val="0"/>
                                          </p:val>
                                        </p:tav>
                                        <p:tav tm="100000">
                                          <p:val>
                                            <p:strVal val="#ppt_w"/>
                                          </p:val>
                                        </p:tav>
                                      </p:tavLst>
                                    </p:anim>
                                    <p:anim calcmode="lin" valueType="num">
                                      <p:cBhvr>
                                        <p:cTn id="91" dur="300" fill="hold"/>
                                        <p:tgtEl>
                                          <p:spTgt spid="23"/>
                                        </p:tgtEl>
                                        <p:attrNameLst>
                                          <p:attrName>ppt_h</p:attrName>
                                        </p:attrNameLst>
                                      </p:cBhvr>
                                      <p:tavLst>
                                        <p:tav tm="0">
                                          <p:val>
                                            <p:fltVal val="0"/>
                                          </p:val>
                                        </p:tav>
                                        <p:tav tm="100000">
                                          <p:val>
                                            <p:strVal val="#ppt_h"/>
                                          </p:val>
                                        </p:tav>
                                      </p:tavLst>
                                    </p:anim>
                                    <p:animEffect transition="in" filter="fade">
                                      <p:cBhvr>
                                        <p:cTn id="92" dur="300"/>
                                        <p:tgtEl>
                                          <p:spTgt spid="23"/>
                                        </p:tgtEl>
                                      </p:cBhvr>
                                    </p:animEffect>
                                  </p:childTnLst>
                                </p:cTn>
                              </p:par>
                            </p:childTnLst>
                          </p:cTn>
                        </p:par>
                        <p:par>
                          <p:cTn id="93" fill="hold">
                            <p:stCondLst>
                              <p:cond delay="600"/>
                            </p:stCondLst>
                            <p:childTnLst>
                              <p:par>
                                <p:cTn id="94" presetID="22" presetClass="entr" presetSubtype="1" fill="hold" nodeType="afterEffect">
                                  <p:stCondLst>
                                    <p:cond delay="0"/>
                                  </p:stCondLst>
                                  <p:childTnLst>
                                    <p:set>
                                      <p:cBhvr>
                                        <p:cTn id="95" dur="1" fill="hold">
                                          <p:stCondLst>
                                            <p:cond delay="0"/>
                                          </p:stCondLst>
                                        </p:cTn>
                                        <p:tgtEl>
                                          <p:spTgt spid="4"/>
                                        </p:tgtEl>
                                        <p:attrNameLst>
                                          <p:attrName>style.visibility</p:attrName>
                                        </p:attrNameLst>
                                      </p:cBhvr>
                                      <p:to>
                                        <p:strVal val="visible"/>
                                      </p:to>
                                    </p:set>
                                    <p:animEffect transition="in" filter="wipe(up)">
                                      <p:cBhvr>
                                        <p:cTn id="96" dur="500"/>
                                        <p:tgtEl>
                                          <p:spTgt spid="4"/>
                                        </p:tgtEl>
                                      </p:cBhvr>
                                    </p:animEffect>
                                  </p:childTnLst>
                                </p:cTn>
                              </p:par>
                            </p:childTnLst>
                          </p:cTn>
                        </p:par>
                        <p:par>
                          <p:cTn id="97" fill="hold">
                            <p:stCondLst>
                              <p:cond delay="1100"/>
                            </p:stCondLst>
                            <p:childTnLst>
                              <p:par>
                                <p:cTn id="98" presetID="22" presetClass="entr" presetSubtype="1" fill="hold" grpId="0" nodeType="afterEffect">
                                  <p:stCondLst>
                                    <p:cond delay="0"/>
                                  </p:stCondLst>
                                  <p:childTnLst>
                                    <p:set>
                                      <p:cBhvr>
                                        <p:cTn id="99" dur="1" fill="hold">
                                          <p:stCondLst>
                                            <p:cond delay="0"/>
                                          </p:stCondLst>
                                        </p:cTn>
                                        <p:tgtEl>
                                          <p:spTgt spid="220"/>
                                        </p:tgtEl>
                                        <p:attrNameLst>
                                          <p:attrName>style.visibility</p:attrName>
                                        </p:attrNameLst>
                                      </p:cBhvr>
                                      <p:to>
                                        <p:strVal val="visible"/>
                                      </p:to>
                                    </p:set>
                                    <p:animEffect transition="in" filter="wipe(up)">
                                      <p:cBhvr>
                                        <p:cTn id="100" dur="300"/>
                                        <p:tgtEl>
                                          <p:spTgt spid="220"/>
                                        </p:tgtEl>
                                      </p:cBhvr>
                                    </p:animEffect>
                                  </p:childTnLst>
                                </p:cTn>
                              </p:par>
                            </p:childTnLst>
                          </p:cTn>
                        </p:par>
                        <p:par>
                          <p:cTn id="101" fill="hold">
                            <p:stCondLst>
                              <p:cond delay="1400"/>
                            </p:stCondLst>
                            <p:childTnLst>
                              <p:par>
                                <p:cTn id="102" presetID="22" presetClass="entr" presetSubtype="2" fill="hold" grpId="0" nodeType="afterEffect">
                                  <p:stCondLst>
                                    <p:cond delay="0"/>
                                  </p:stCondLst>
                                  <p:childTnLst>
                                    <p:set>
                                      <p:cBhvr>
                                        <p:cTn id="103" dur="1" fill="hold">
                                          <p:stCondLst>
                                            <p:cond delay="0"/>
                                          </p:stCondLst>
                                        </p:cTn>
                                        <p:tgtEl>
                                          <p:spTgt spid="221"/>
                                        </p:tgtEl>
                                        <p:attrNameLst>
                                          <p:attrName>style.visibility</p:attrName>
                                        </p:attrNameLst>
                                      </p:cBhvr>
                                      <p:to>
                                        <p:strVal val="visible"/>
                                      </p:to>
                                    </p:set>
                                    <p:animEffect transition="in" filter="wipe(right)">
                                      <p:cBhvr>
                                        <p:cTn id="104" dur="300"/>
                                        <p:tgtEl>
                                          <p:spTgt spid="221"/>
                                        </p:tgtEl>
                                      </p:cBhvr>
                                    </p:animEffect>
                                  </p:childTnLst>
                                </p:cTn>
                              </p:par>
                            </p:childTnLst>
                          </p:cTn>
                        </p:par>
                        <p:par>
                          <p:cTn id="105" fill="hold">
                            <p:stCondLst>
                              <p:cond delay="1700"/>
                            </p:stCondLst>
                            <p:childTnLst>
                              <p:par>
                                <p:cTn id="106" presetID="22" presetClass="entr" presetSubtype="4" fill="hold" grpId="0" nodeType="afterEffect">
                                  <p:stCondLst>
                                    <p:cond delay="0"/>
                                  </p:stCondLst>
                                  <p:childTnLst>
                                    <p:set>
                                      <p:cBhvr>
                                        <p:cTn id="107" dur="1" fill="hold">
                                          <p:stCondLst>
                                            <p:cond delay="0"/>
                                          </p:stCondLst>
                                        </p:cTn>
                                        <p:tgtEl>
                                          <p:spTgt spid="222"/>
                                        </p:tgtEl>
                                        <p:attrNameLst>
                                          <p:attrName>style.visibility</p:attrName>
                                        </p:attrNameLst>
                                      </p:cBhvr>
                                      <p:to>
                                        <p:strVal val="visible"/>
                                      </p:to>
                                    </p:set>
                                    <p:animEffect transition="in" filter="wipe(down)">
                                      <p:cBhvr>
                                        <p:cTn id="108" dur="300"/>
                                        <p:tgtEl>
                                          <p:spTgt spid="2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animBg="1"/>
      <p:bldP spid="26" grpId="0" animBg="1"/>
      <p:bldP spid="208" grpId="0" animBg="1"/>
      <p:bldP spid="209" grpId="0" animBg="1"/>
      <p:bldP spid="210" grpId="0" animBg="1"/>
      <p:bldP spid="211" grpId="0" animBg="1"/>
      <p:bldP spid="212" grpId="0" animBg="1"/>
      <p:bldP spid="213" grpId="0" animBg="1"/>
      <p:bldP spid="214" grpId="0" animBg="1"/>
      <p:bldP spid="215" grpId="0" animBg="1"/>
      <p:bldP spid="216" grpId="0" animBg="1"/>
      <p:bldP spid="217" grpId="0" animBg="1"/>
      <p:bldP spid="218" grpId="0" animBg="1"/>
      <p:bldP spid="222" grpId="0" animBg="1"/>
      <p:bldP spid="221" grpId="0" animBg="1"/>
      <p:bldP spid="220" grpId="0" animBg="1"/>
    </p:bldLst>
  </p:timing>
</p:sld>
</file>

<file path=ppt/theme/theme1.xml><?xml version="1.0" encoding="utf-8"?>
<a:theme xmlns:a="http://schemas.openxmlformats.org/drawingml/2006/main" name="Solace Covers">
  <a:themeElements>
    <a:clrScheme name="Solace colors">
      <a:dk1>
        <a:srgbClr val="0A3B5E"/>
      </a:dk1>
      <a:lt1>
        <a:sysClr val="window" lastClr="FFFFFF"/>
      </a:lt1>
      <a:dk2>
        <a:srgbClr val="0A3B5E"/>
      </a:dk2>
      <a:lt2>
        <a:srgbClr val="EAEAEA"/>
      </a:lt2>
      <a:accent1>
        <a:srgbClr val="00C895"/>
      </a:accent1>
      <a:accent2>
        <a:srgbClr val="ABFF88"/>
      </a:accent2>
      <a:accent3>
        <a:srgbClr val="FCA829"/>
      </a:accent3>
      <a:accent4>
        <a:srgbClr val="C7FFCB"/>
      </a:accent4>
      <a:accent5>
        <a:srgbClr val="C2F7FF"/>
      </a:accent5>
      <a:accent6>
        <a:srgbClr val="FFF7C2"/>
      </a:accent6>
      <a:hlink>
        <a:srgbClr val="00C895"/>
      </a:hlink>
      <a:folHlink>
        <a:srgbClr val="00919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Solace Slides">
  <a:themeElements>
    <a:clrScheme name="Solace colors">
      <a:dk1>
        <a:srgbClr val="0A3B5E"/>
      </a:dk1>
      <a:lt1>
        <a:sysClr val="window" lastClr="FFFFFF"/>
      </a:lt1>
      <a:dk2>
        <a:srgbClr val="0A3B5E"/>
      </a:dk2>
      <a:lt2>
        <a:srgbClr val="EAEAEA"/>
      </a:lt2>
      <a:accent1>
        <a:srgbClr val="00C895"/>
      </a:accent1>
      <a:accent2>
        <a:srgbClr val="ABFF88"/>
      </a:accent2>
      <a:accent3>
        <a:srgbClr val="FCA829"/>
      </a:accent3>
      <a:accent4>
        <a:srgbClr val="C7FFCB"/>
      </a:accent4>
      <a:accent5>
        <a:srgbClr val="C2F7FF"/>
      </a:accent5>
      <a:accent6>
        <a:srgbClr val="FFF7C2"/>
      </a:accent6>
      <a:hlink>
        <a:srgbClr val="00C895"/>
      </a:hlink>
      <a:folHlink>
        <a:srgbClr val="009193"/>
      </a:folHlink>
    </a:clrScheme>
    <a:fontScheme name="Solac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1_Solace Slides">
  <a:themeElements>
    <a:clrScheme name="Solace colors">
      <a:dk1>
        <a:srgbClr val="0A3B5E"/>
      </a:dk1>
      <a:lt1>
        <a:sysClr val="window" lastClr="FFFFFF"/>
      </a:lt1>
      <a:dk2>
        <a:srgbClr val="0A3B5E"/>
      </a:dk2>
      <a:lt2>
        <a:srgbClr val="EAEAEA"/>
      </a:lt2>
      <a:accent1>
        <a:srgbClr val="00C895"/>
      </a:accent1>
      <a:accent2>
        <a:srgbClr val="ABFF88"/>
      </a:accent2>
      <a:accent3>
        <a:srgbClr val="FCA829"/>
      </a:accent3>
      <a:accent4>
        <a:srgbClr val="C7FFCB"/>
      </a:accent4>
      <a:accent5>
        <a:srgbClr val="C2F7FF"/>
      </a:accent5>
      <a:accent6>
        <a:srgbClr val="FFF7C2"/>
      </a:accent6>
      <a:hlink>
        <a:srgbClr val="00C895"/>
      </a:hlink>
      <a:folHlink>
        <a:srgbClr val="009193"/>
      </a:folHlink>
    </a:clrScheme>
    <a:fontScheme name="Solace">
      <a:majorFont>
        <a:latin typeface="Segoe UI"/>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defRPr sz="1600" dirty="0"/>
        </a:defPPr>
      </a:lstStyle>
    </a:txDef>
  </a:objectDefaults>
  <a:extraClrSchemeLst/>
  <a:extLst>
    <a:ext uri="{05A4C25C-085E-4340-85A3-A5531E510DB2}">
      <thm15:themeFamily xmlns:thm15="http://schemas.microsoft.com/office/thememl/2012/main" name="Solace PPT Template - v2.3" id="{6ED5406F-02DB-0040-8A15-E91D241744F1}" vid="{C7064155-23FD-BF44-B3E0-18CB5DA18D1B}"/>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A436CFE72F23C489C3D6E05FEE7A7E7" ma:contentTypeVersion="26" ma:contentTypeDescription="Create a new document." ma:contentTypeScope="" ma:versionID="a2048592e12e647f808186a62f2da4c8">
  <xsd:schema xmlns:xsd="http://www.w3.org/2001/XMLSchema" xmlns:xs="http://www.w3.org/2001/XMLSchema" xmlns:p="http://schemas.microsoft.com/office/2006/metadata/properties" xmlns:ns2="22c9c32c-1409-489b-8a0e-8e72e0a66b7a" xmlns:ns3="3a815f5c-a5cd-4b90-880c-94b0fde8c1f2" targetNamespace="http://schemas.microsoft.com/office/2006/metadata/properties" ma:root="true" ma:fieldsID="c6545fdc1f898683995ceceab67032c1" ns2:_="" ns3:_="">
    <xsd:import namespace="22c9c32c-1409-489b-8a0e-8e72e0a66b7a"/>
    <xsd:import namespace="3a815f5c-a5cd-4b90-880c-94b0fde8c1f2"/>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LengthInSeconds" minOccurs="0"/>
                <xsd:element ref="ns2:MediaServiceDateTaken" minOccurs="0"/>
                <xsd:element ref="ns2:MediaServiceAutoKeyPoints" minOccurs="0"/>
                <xsd:element ref="ns2:MediaServiceKeyPoints" minOccurs="0"/>
                <xsd:element ref="ns3:SharedWithUsers" minOccurs="0"/>
                <xsd:element ref="ns3:SharedWithDetails" minOccurs="0"/>
                <xsd:element ref="ns2:MediaServiceOCR" minOccurs="0"/>
                <xsd:element ref="ns2:MediaServiceGenerationTime" minOccurs="0"/>
                <xsd:element ref="ns2:MediaServiceEventHashCode" minOccurs="0"/>
                <xsd:element ref="ns3:Industry" minOccurs="0"/>
                <xsd:element ref="ns3:Competitors" minOccurs="0"/>
                <xsd:element ref="ns3:Partner" minOccurs="0"/>
                <xsd:element ref="ns3:Product_x002f_Feature_x002f_Function_x0020__x0028_Multi-select_x0029_" minOccurs="0"/>
                <xsd:element ref="ns2:MediaServiceObjectDetectorVersions" minOccurs="0"/>
                <xsd:element ref="ns2:lcf76f155ced4ddcb4097134ff3c332f" minOccurs="0"/>
                <xsd:element ref="ns3:TaxCatchAll"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2c9c32c-1409-489b-8a0e-8e72e0a66b7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description="" ma:indexed="true" ma:internalName="MediaServiceAutoTags"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lcf76f155ced4ddcb4097134ff3c332f" ma:index="26" nillable="true" ma:taxonomy="true" ma:internalName="lcf76f155ced4ddcb4097134ff3c332f" ma:taxonomyFieldName="MediaServiceImageTags" ma:displayName="Image Tags" ma:readOnly="false" ma:fieldId="{5cf76f15-5ced-4ddc-b409-7134ff3c332f}" ma:taxonomyMulti="true" ma:sspId="bc2f205f-3591-4b07-93bc-42e411de0517" ma:termSetId="09814cd3-568e-fe90-9814-8d621ff8fb84" ma:anchorId="fba54fb3-c3e1-fe81-a776-ca4b69148c4d" ma:open="true" ma:isKeyword="false">
      <xsd:complexType>
        <xsd:sequence>
          <xsd:element ref="pc:Terms" minOccurs="0" maxOccurs="1"/>
        </xsd:sequence>
      </xsd:complexType>
    </xsd:element>
    <xsd:element name="MediaServiceSearchProperties" ma:index="28" nillable="true" ma:displayName="MediaServiceSearchProperties" ma:hidden="true" ma:internalName="MediaServiceSearchProperties" ma:readOnly="true">
      <xsd:simpleType>
        <xsd:restriction base="dms:Note"/>
      </xsd:simpleType>
    </xsd:element>
    <xsd:element name="MediaServiceLocation" ma:index="29" nillable="true" ma:displayName="Location" ma:indexed="true" ma:internalName="MediaServiceLocation" ma:readOnly="true">
      <xsd:simpleType>
        <xsd:restriction base="dms:Text"/>
      </xsd:simpleType>
    </xsd:element>
    <xsd:element name="MediaServiceBillingMetadata" ma:index="30"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a815f5c-a5cd-4b90-880c-94b0fde8c1f2"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element name="Industry" ma:index="20" nillable="true" ma:displayName="Solutions" ma:internalName="Industry">
      <xsd:complexType>
        <xsd:complexContent>
          <xsd:extension base="dms:MultiChoice">
            <xsd:sequence>
              <xsd:element name="Value" maxOccurs="unbounded" minOccurs="0" nillable="true">
                <xsd:simpleType>
                  <xsd:restriction base="dms:Choice">
                    <xsd:enumeration value="--IndustryOrVertical--"/>
                    <xsd:enumeration value="Aviation"/>
                    <xsd:enumeration value="Capital Markets"/>
                    <xsd:enumeration value="Post-Trade Processing Modernization"/>
                    <xsd:enumeration value="eFX Modernization"/>
                    <xsd:enumeration value="FX Trading"/>
                    <xsd:enumeration value="Exchanges"/>
                    <xsd:enumeration value="Banking"/>
                    <xsd:enumeration value="Insurance"/>
                    <xsd:enumeration value="Payments"/>
                    <xsd:enumeration value="Telecom"/>
                    <xsd:enumeration value="Transportation and Logistics"/>
                    <xsd:enumeration value="Pharmaceuticals"/>
                    <xsd:enumeration value="Manufacturing"/>
                    <xsd:enumeration value="Retail​​​​​​​"/>
                    <xsd:enumeration value="Consumer Packaged Goods (CPG)"/>
                    <xsd:enumeration value="Energy and Resources"/>
                    <xsd:enumeration value="Gaming"/>
                    <xsd:enumeration value="Government"/>
                    <xsd:enumeration value="--Horizontal Business--"/>
                    <xsd:enumeration value="Real-time Supply Chain"/>
                    <xsd:enumeration value="Real-time Order and Inventory Management - Lead to Cash"/>
                    <xsd:enumeration value="Post Trade Event Mesh"/>
                    <xsd:enumeration value="Real Time Payments Transformation"/>
                    <xsd:enumeration value="Digital Factory"/>
                    <xsd:enumeration value="Hire to retire"/>
                    <xsd:enumeration value="Connected Vehicle - Car, Rail, Marine, Air"/>
                    <xsd:enumeration value="E-comm and Retail Store Transformation"/>
                    <xsd:enumeration value="--Horizontal Technical--"/>
                    <xsd:enumeration value="Middleware Modernization (rip and replace)"/>
                    <xsd:enumeration value="Event Driven IoT​​​​​​​"/>
                    <xsd:enumeration value="Event Driven Integration"/>
                    <xsd:enumeration value="Event Driven Architecture"/>
                    <xsd:enumeration value="Event Driven APIs"/>
                    <xsd:enumeration value="Event Driven Microservices"/>
                    <xsd:enumeration value="Hybrid Cloud"/>
                    <xsd:enumeration value="Event Streaming"/>
                    <xsd:enumeration value="High Performance Messaging"/>
                  </xsd:restriction>
                </xsd:simpleType>
              </xsd:element>
            </xsd:sequence>
          </xsd:extension>
        </xsd:complexContent>
      </xsd:complexType>
    </xsd:element>
    <xsd:element name="Competitors" ma:index="21" nillable="true" ma:displayName="Competitors" ma:description="Competitors or competitor brokers" ma:indexed="true" ma:internalName="Competitors">
      <xsd:simpleType>
        <xsd:restriction base="dms:Text">
          <xsd:maxLength value="255"/>
        </xsd:restriction>
      </xsd:simpleType>
    </xsd:element>
    <xsd:element name="Partner" ma:index="22" nillable="true" ma:displayName="Partner" ma:indexed="true" ma:internalName="Partner">
      <xsd:simpleType>
        <xsd:restriction base="dms:Text">
          <xsd:maxLength value="255"/>
        </xsd:restriction>
      </xsd:simpleType>
    </xsd:element>
    <xsd:element name="Product_x002f_Feature_x002f_Function_x0020__x0028_Multi-select_x0029_" ma:index="23" nillable="true" ma:displayName="Product/Feature/Function (Multi-select)" ma:internalName="Product_x002F_Feature_x002F_Function_x0020__x0028_Multi_x002d_select_x0029_">
      <xsd:complexType>
        <xsd:complexContent>
          <xsd:extension base="dms:MultiChoice">
            <xsd:sequence>
              <xsd:element name="Value" maxOccurs="unbounded" minOccurs="0" nillable="true">
                <xsd:simpleType>
                  <xsd:restriction base="dms:Choice">
                    <xsd:enumeration value="Distributed Tracing"/>
                    <xsd:enumeration value="Event Portal for Solace"/>
                    <xsd:enumeration value="Event Portal for Kafka"/>
                    <xsd:enumeration value="Partitioned Queues"/>
                    <xsd:enumeration value="Support Services"/>
                  </xsd:restriction>
                </xsd:simpleType>
              </xsd:element>
            </xsd:sequence>
          </xsd:extension>
        </xsd:complexContent>
      </xsd:complexType>
    </xsd:element>
    <xsd:element name="TaxCatchAll" ma:index="27" nillable="true" ma:displayName="Taxonomy Catch All Column" ma:hidden="true" ma:list="{021e00c7-3115-49f0-b64a-cb3b8180b352}" ma:internalName="TaxCatchAll" ma:showField="CatchAllData" ma:web="3a815f5c-a5cd-4b90-880c-94b0fde8c1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Competitors xmlns="3a815f5c-a5cd-4b90-880c-94b0fde8c1f2" xsi:nil="true"/>
    <Industry xmlns="3a815f5c-a5cd-4b90-880c-94b0fde8c1f2" xsi:nil="true"/>
    <Product_x002f_Feature_x002f_Function_x0020__x0028_Multi-select_x0029_ xmlns="3a815f5c-a5cd-4b90-880c-94b0fde8c1f2" xsi:nil="true"/>
    <Partner xmlns="3a815f5c-a5cd-4b90-880c-94b0fde8c1f2" xsi:nil="true"/>
    <lcf76f155ced4ddcb4097134ff3c332f xmlns="22c9c32c-1409-489b-8a0e-8e72e0a66b7a">
      <Terms xmlns="http://schemas.microsoft.com/office/infopath/2007/PartnerControls"/>
    </lcf76f155ced4ddcb4097134ff3c332f>
    <TaxCatchAll xmlns="3a815f5c-a5cd-4b90-880c-94b0fde8c1f2" xsi:nil="true"/>
  </documentManagement>
</p:properties>
</file>

<file path=customXml/itemProps1.xml><?xml version="1.0" encoding="utf-8"?>
<ds:datastoreItem xmlns:ds="http://schemas.openxmlformats.org/officeDocument/2006/customXml" ds:itemID="{3C6A39DD-970A-44A1-A020-E5728505443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2c9c32c-1409-489b-8a0e-8e72e0a66b7a"/>
    <ds:schemaRef ds:uri="3a815f5c-a5cd-4b90-880c-94b0fde8c1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84DDC01-D87E-4995-8BE8-CDC838272225}">
  <ds:schemaRefs>
    <ds:schemaRef ds:uri="http://schemas.microsoft.com/sharepoint/v3/contenttype/forms"/>
  </ds:schemaRefs>
</ds:datastoreItem>
</file>

<file path=customXml/itemProps3.xml><?xml version="1.0" encoding="utf-8"?>
<ds:datastoreItem xmlns:ds="http://schemas.openxmlformats.org/officeDocument/2006/customXml" ds:itemID="{F87374D4-38C3-4AB6-BA51-B10FCF82067A}">
  <ds:schemaRefs>
    <ds:schemaRef ds:uri="http://schemas.microsoft.com/office/2006/metadata/properties"/>
    <ds:schemaRef ds:uri="http://schemas.microsoft.com/office/infopath/2007/PartnerControls"/>
    <ds:schemaRef ds:uri="3a815f5c-a5cd-4b90-880c-94b0fde8c1f2"/>
    <ds:schemaRef ds:uri="22c9c32c-1409-489b-8a0e-8e72e0a66b7a"/>
  </ds:schemaRefs>
</ds:datastoreItem>
</file>

<file path=docProps/app.xml><?xml version="1.0" encoding="utf-8"?>
<Properties xmlns="http://schemas.openxmlformats.org/officeDocument/2006/extended-properties" xmlns:vt="http://schemas.openxmlformats.org/officeDocument/2006/docPropsVTypes">
  <TotalTime>0</TotalTime>
  <Words>323</Words>
  <Application>Microsoft Macintosh PowerPoint</Application>
  <PresentationFormat>Breitbild</PresentationFormat>
  <Paragraphs>66</Paragraphs>
  <Slides>2</Slides>
  <Notes>2</Notes>
  <HiddenSlides>0</HiddenSlides>
  <MMClips>0</MMClips>
  <ScaleCrop>false</ScaleCrop>
  <HeadingPairs>
    <vt:vector size="6" baseType="variant">
      <vt:variant>
        <vt:lpstr>Verwendete Schriftarten</vt:lpstr>
      </vt:variant>
      <vt:variant>
        <vt:i4>6</vt:i4>
      </vt:variant>
      <vt:variant>
        <vt:lpstr>Design</vt:lpstr>
      </vt:variant>
      <vt:variant>
        <vt:i4>3</vt:i4>
      </vt:variant>
      <vt:variant>
        <vt:lpstr>Folientitel</vt:lpstr>
      </vt:variant>
      <vt:variant>
        <vt:i4>2</vt:i4>
      </vt:variant>
    </vt:vector>
  </HeadingPairs>
  <TitlesOfParts>
    <vt:vector size="11" baseType="lpstr">
      <vt:lpstr>72 Brand Medium</vt:lpstr>
      <vt:lpstr>Aptos</vt:lpstr>
      <vt:lpstr>Arial</vt:lpstr>
      <vt:lpstr>Calibri</vt:lpstr>
      <vt:lpstr>Gill Sans</vt:lpstr>
      <vt:lpstr>Segoe UI</vt:lpstr>
      <vt:lpstr>Solace Covers</vt:lpstr>
      <vt:lpstr>Solace Slides</vt:lpstr>
      <vt:lpstr>1_Solace Slides</vt:lpstr>
      <vt:lpstr>Solace Agent Mesh Vision Managing Your AI Worker Lifecycle</vt:lpstr>
      <vt:lpstr>Live Demo: Event-Driven Retail Operations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Luke Johnson</dc:creator>
  <cp:lastModifiedBy>EXTERNAL Martens Alexander (Solace, BD/DPA-GOI7)</cp:lastModifiedBy>
  <cp:revision>19</cp:revision>
  <dcterms:created xsi:type="dcterms:W3CDTF">2025-05-07T00:01:48Z</dcterms:created>
  <dcterms:modified xsi:type="dcterms:W3CDTF">2026-08-03T12:45:26Z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0x0101004A436CFE72F23C489C3D6E05FEE7A7E7</vt:lpwstr>
  </property>
</Properties>
</file>